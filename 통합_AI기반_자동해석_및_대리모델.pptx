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1차 핀 두께 [mm]</c:v>
                </c:pt>
              </c:strCache>
            </c:strRef>
          </c:tx>
          <c:spPr>
            <a:solidFill>
              <a:srgbClr val="16305B"/>
            </a:solidFill>
            <a:ln>
              <a:noFill/>
            </a:ln>
            <a:effectLst/>
          </c:spPr>
          <c:marker>
            <c:symbol val="circle"/>
            <c:size val="5"/>
            <c:spPr>
              <a:solidFill>
                <a:srgbClr val="16305B"/>
              </a:solidFill>
              <a:ln w="9525" cap="flat">
                <a:solidFill>
                  <a:srgbClr val="16305B"/>
                </a:solidFill>
                <a:prstDash val="solid"/>
                <a:round/>
              </a:ln>
              <a:effectLst/>
            </c:spPr>
          </c:marker>
          <c:xVal>
            <c:numRef>
              <c:f>Sheet1!$A$2:$A$81</c:f>
              <c:numCache>
                <c:formatCode>General</c:formatCode>
                <c:ptCount val="80"/>
                <c:pt idx="0">
                  <c:v>20</c:v>
                </c:pt>
                <c:pt idx="1">
                  <c:v>23</c:v>
                </c:pt>
                <c:pt idx="2">
                  <c:v>18</c:v>
                </c:pt>
                <c:pt idx="3">
                  <c:v>12</c:v>
                </c:pt>
                <c:pt idx="4">
                  <c:v>23</c:v>
                </c:pt>
                <c:pt idx="5">
                  <c:v>16</c:v>
                </c:pt>
                <c:pt idx="6">
                  <c:v>10</c:v>
                </c:pt>
                <c:pt idx="7">
                  <c:v>21</c:v>
                </c:pt>
                <c:pt idx="8">
                  <c:v>11</c:v>
                </c:pt>
                <c:pt idx="9">
                  <c:v>22</c:v>
                </c:pt>
                <c:pt idx="10">
                  <c:v>17</c:v>
                </c:pt>
                <c:pt idx="11">
                  <c:v>11</c:v>
                </c:pt>
                <c:pt idx="12">
                  <c:v>11</c:v>
                </c:pt>
                <c:pt idx="13">
                  <c:v>12</c:v>
                </c:pt>
                <c:pt idx="14">
                  <c:v>18</c:v>
                </c:pt>
                <c:pt idx="15">
                  <c:v>13</c:v>
                </c:pt>
                <c:pt idx="16">
                  <c:v>10</c:v>
                </c:pt>
                <c:pt idx="17">
                  <c:v>21</c:v>
                </c:pt>
                <c:pt idx="18">
                  <c:v>20</c:v>
                </c:pt>
                <c:pt idx="19">
                  <c:v>23</c:v>
                </c:pt>
                <c:pt idx="20">
                  <c:v>12</c:v>
                </c:pt>
                <c:pt idx="21">
                  <c:v>22</c:v>
                </c:pt>
                <c:pt idx="22">
                  <c:v>22</c:v>
                </c:pt>
                <c:pt idx="23">
                  <c:v>16</c:v>
                </c:pt>
                <c:pt idx="24">
                  <c:v>19</c:v>
                </c:pt>
                <c:pt idx="25">
                  <c:v>24</c:v>
                </c:pt>
                <c:pt idx="26">
                  <c:v>16</c:v>
                </c:pt>
                <c:pt idx="27">
                  <c:v>14</c:v>
                </c:pt>
                <c:pt idx="28">
                  <c:v>16</c:v>
                </c:pt>
                <c:pt idx="29">
                  <c:v>22</c:v>
                </c:pt>
                <c:pt idx="30">
                  <c:v>23</c:v>
                </c:pt>
                <c:pt idx="31">
                  <c:v>17</c:v>
                </c:pt>
                <c:pt idx="32">
                  <c:v>17</c:v>
                </c:pt>
                <c:pt idx="33">
                  <c:v>15</c:v>
                </c:pt>
                <c:pt idx="34">
                  <c:v>21</c:v>
                </c:pt>
                <c:pt idx="35">
                  <c:v>13</c:v>
                </c:pt>
                <c:pt idx="36">
                  <c:v>22</c:v>
                </c:pt>
                <c:pt idx="37">
                  <c:v>16</c:v>
                </c:pt>
                <c:pt idx="38">
                  <c:v>19</c:v>
                </c:pt>
                <c:pt idx="39">
                  <c:v>21</c:v>
                </c:pt>
                <c:pt idx="40">
                  <c:v>21</c:v>
                </c:pt>
                <c:pt idx="41">
                  <c:v>15</c:v>
                </c:pt>
                <c:pt idx="42">
                  <c:v>16</c:v>
                </c:pt>
                <c:pt idx="43">
                  <c:v>12</c:v>
                </c:pt>
                <c:pt idx="44">
                  <c:v>15</c:v>
                </c:pt>
                <c:pt idx="45">
                  <c:v>10</c:v>
                </c:pt>
                <c:pt idx="46">
                  <c:v>16</c:v>
                </c:pt>
                <c:pt idx="47">
                  <c:v>21</c:v>
                </c:pt>
                <c:pt idx="48">
                  <c:v>13</c:v>
                </c:pt>
                <c:pt idx="49">
                  <c:v>20</c:v>
                </c:pt>
                <c:pt idx="50">
                  <c:v>24</c:v>
                </c:pt>
                <c:pt idx="51">
                  <c:v>19</c:v>
                </c:pt>
                <c:pt idx="52">
                  <c:v>14</c:v>
                </c:pt>
                <c:pt idx="53">
                  <c:v>19</c:v>
                </c:pt>
                <c:pt idx="54">
                  <c:v>20</c:v>
                </c:pt>
                <c:pt idx="55">
                  <c:v>11</c:v>
                </c:pt>
                <c:pt idx="56">
                  <c:v>23</c:v>
                </c:pt>
                <c:pt idx="57">
                  <c:v>18</c:v>
                </c:pt>
                <c:pt idx="58">
                  <c:v>17</c:v>
                </c:pt>
                <c:pt idx="59">
                  <c:v>14</c:v>
                </c:pt>
                <c:pt idx="60">
                  <c:v>17</c:v>
                </c:pt>
                <c:pt idx="61">
                  <c:v>14</c:v>
                </c:pt>
                <c:pt idx="62">
                  <c:v>13</c:v>
                </c:pt>
                <c:pt idx="63">
                  <c:v>12</c:v>
                </c:pt>
                <c:pt idx="64">
                  <c:v>19</c:v>
                </c:pt>
                <c:pt idx="65">
                  <c:v>14</c:v>
                </c:pt>
                <c:pt idx="66">
                  <c:v>19</c:v>
                </c:pt>
                <c:pt idx="67">
                  <c:v>18</c:v>
                </c:pt>
                <c:pt idx="68">
                  <c:v>11</c:v>
                </c:pt>
                <c:pt idx="69">
                  <c:v>11</c:v>
                </c:pt>
                <c:pt idx="70">
                  <c:v>24</c:v>
                </c:pt>
                <c:pt idx="71">
                  <c:v>20</c:v>
                </c:pt>
                <c:pt idx="72">
                  <c:v>18</c:v>
                </c:pt>
                <c:pt idx="73">
                  <c:v>13</c:v>
                </c:pt>
                <c:pt idx="74">
                  <c:v>23</c:v>
                </c:pt>
                <c:pt idx="75">
                  <c:v>15</c:v>
                </c:pt>
                <c:pt idx="76">
                  <c:v>13</c:v>
                </c:pt>
                <c:pt idx="77">
                  <c:v>15</c:v>
                </c:pt>
                <c:pt idx="78">
                  <c:v>20</c:v>
                </c:pt>
                <c:pt idx="79">
                  <c:v>15</c:v>
                </c:pt>
              </c:numCache>
            </c:numRef>
          </c:xVal>
          <c:yVal>
            <c:numRef>
              <c:f>Sheet1!$B$2:$B$81</c:f>
              <c:numCache>
                <c:formatCode>General</c:formatCode>
                <c:ptCount val="80"/>
                <c:pt idx="0">
                  <c:v>2</c:v>
                </c:pt>
                <c:pt idx="1">
                  <c:v>1.5</c:v>
                </c:pt>
                <c:pt idx="2">
                  <c:v>2.3</c:v>
                </c:pt>
                <c:pt idx="3">
                  <c:v>1.8</c:v>
                </c:pt>
                <c:pt idx="4">
                  <c:v>1.5</c:v>
                </c:pt>
                <c:pt idx="5">
                  <c:v>2.9</c:v>
                </c:pt>
                <c:pt idx="6">
                  <c:v>2.8</c:v>
                </c:pt>
                <c:pt idx="7">
                  <c:v>1.6</c:v>
                </c:pt>
                <c:pt idx="8">
                  <c:v>2.6</c:v>
                </c:pt>
                <c:pt idx="9">
                  <c:v>1.6</c:v>
                </c:pt>
                <c:pt idx="10">
                  <c:v>2.8</c:v>
                </c:pt>
                <c:pt idx="11">
                  <c:v>1.7</c:v>
                </c:pt>
                <c:pt idx="12">
                  <c:v>1.9</c:v>
                </c:pt>
                <c:pt idx="13">
                  <c:v>1.6</c:v>
                </c:pt>
                <c:pt idx="14">
                  <c:v>2</c:v>
                </c:pt>
                <c:pt idx="15">
                  <c:v>1.7</c:v>
                </c:pt>
                <c:pt idx="16">
                  <c:v>2.3</c:v>
                </c:pt>
                <c:pt idx="17">
                  <c:v>1.9</c:v>
                </c:pt>
                <c:pt idx="18">
                  <c:v>1.9</c:v>
                </c:pt>
                <c:pt idx="19">
                  <c:v>1.5</c:v>
                </c:pt>
                <c:pt idx="20">
                  <c:v>1.9</c:v>
                </c:pt>
                <c:pt idx="21">
                  <c:v>1.7</c:v>
                </c:pt>
                <c:pt idx="22">
                  <c:v>1.7</c:v>
                </c:pt>
                <c:pt idx="23">
                  <c:v>2.8</c:v>
                </c:pt>
                <c:pt idx="24">
                  <c:v>2</c:v>
                </c:pt>
                <c:pt idx="25">
                  <c:v>1.5</c:v>
                </c:pt>
                <c:pt idx="26">
                  <c:v>2.8</c:v>
                </c:pt>
                <c:pt idx="27">
                  <c:v>3</c:v>
                </c:pt>
                <c:pt idx="28">
                  <c:v>2.9</c:v>
                </c:pt>
                <c:pt idx="29">
                  <c:v>1.6</c:v>
                </c:pt>
                <c:pt idx="30">
                  <c:v>1.5</c:v>
                </c:pt>
                <c:pt idx="31">
                  <c:v>2.1</c:v>
                </c:pt>
                <c:pt idx="32">
                  <c:v>2.5</c:v>
                </c:pt>
                <c:pt idx="33">
                  <c:v>3</c:v>
                </c:pt>
                <c:pt idx="34">
                  <c:v>1.7</c:v>
                </c:pt>
                <c:pt idx="35">
                  <c:v>2</c:v>
                </c:pt>
                <c:pt idx="36">
                  <c:v>1.7</c:v>
                </c:pt>
                <c:pt idx="37">
                  <c:v>2.9</c:v>
                </c:pt>
                <c:pt idx="38">
                  <c:v>1.6</c:v>
                </c:pt>
                <c:pt idx="39">
                  <c:v>1.7</c:v>
                </c:pt>
                <c:pt idx="40">
                  <c:v>1.6</c:v>
                </c:pt>
                <c:pt idx="41">
                  <c:v>2.2</c:v>
                </c:pt>
                <c:pt idx="42">
                  <c:v>2.7</c:v>
                </c:pt>
                <c:pt idx="43">
                  <c:v>2.6</c:v>
                </c:pt>
                <c:pt idx="44">
                  <c:v>2.1</c:v>
                </c:pt>
                <c:pt idx="45">
                  <c:v>2.5</c:v>
                </c:pt>
                <c:pt idx="46">
                  <c:v>1.7</c:v>
                </c:pt>
                <c:pt idx="47">
                  <c:v>1.6</c:v>
                </c:pt>
                <c:pt idx="48">
                  <c:v>2.8</c:v>
                </c:pt>
                <c:pt idx="49">
                  <c:v>1.6</c:v>
                </c:pt>
                <c:pt idx="50">
                  <c:v>1.5</c:v>
                </c:pt>
                <c:pt idx="51">
                  <c:v>2.1</c:v>
                </c:pt>
                <c:pt idx="52">
                  <c:v>2</c:v>
                </c:pt>
                <c:pt idx="53">
                  <c:v>2.1</c:v>
                </c:pt>
                <c:pt idx="54">
                  <c:v>1.9</c:v>
                </c:pt>
                <c:pt idx="55">
                  <c:v>2.2</c:v>
                </c:pt>
                <c:pt idx="56">
                  <c:v>1.5</c:v>
                </c:pt>
                <c:pt idx="57">
                  <c:v>2.6</c:v>
                </c:pt>
                <c:pt idx="58">
                  <c:v>2.4</c:v>
                </c:pt>
                <c:pt idx="59">
                  <c:v>1.7</c:v>
                </c:pt>
                <c:pt idx="60">
                  <c:v>2.3</c:v>
                </c:pt>
                <c:pt idx="61">
                  <c:v>1.9</c:v>
                </c:pt>
                <c:pt idx="62">
                  <c:v>1.6</c:v>
                </c:pt>
                <c:pt idx="63">
                  <c:v>2.5</c:v>
                </c:pt>
                <c:pt idx="64">
                  <c:v>1.5</c:v>
                </c:pt>
                <c:pt idx="65">
                  <c:v>1.5</c:v>
                </c:pt>
                <c:pt idx="66">
                  <c:v>2.3</c:v>
                </c:pt>
                <c:pt idx="67">
                  <c:v>2.4</c:v>
                </c:pt>
                <c:pt idx="68">
                  <c:v>2.7</c:v>
                </c:pt>
                <c:pt idx="69">
                  <c:v>2</c:v>
                </c:pt>
                <c:pt idx="70">
                  <c:v>1.5</c:v>
                </c:pt>
                <c:pt idx="71">
                  <c:v>1.8</c:v>
                </c:pt>
                <c:pt idx="72">
                  <c:v>1.5</c:v>
                </c:pt>
                <c:pt idx="73">
                  <c:v>2.9</c:v>
                </c:pt>
                <c:pt idx="74">
                  <c:v>1.5</c:v>
                </c:pt>
                <c:pt idx="75">
                  <c:v>1.6</c:v>
                </c:pt>
                <c:pt idx="76">
                  <c:v>2.6</c:v>
                </c:pt>
                <c:pt idx="77">
                  <c:v>2.7</c:v>
                </c:pt>
                <c:pt idx="78">
                  <c:v>2.1</c:v>
                </c:pt>
                <c:pt idx="79">
                  <c:v>2.6</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24"/>
          <c:min val="10"/>
        </c:scaling>
        <c:delete val="0"/>
        <c:axPos val="b"/>
        <c:majorGridlines>
          <c:spPr>
            <a:ln w="6350" cap="flat">
              <a:solidFill>
                <a:srgbClr val="E6EBF1"/>
              </a:solidFill>
              <a:prstDash val="solid"/>
              <a:round/>
            </a:ln>
          </c:spPr>
        </c:majorGridlines>
        <c:title>
          <c:tx>
            <c:rich>
              <a:bodyPr/>
              <a:lstStyle/>
              <a:p>
                <a:pPr>
                  <a:defRPr sz="800" b="0" i="0" u="none" strike="noStrike">
                    <a:solidFill>
                      <a:srgbClr val="6B7A8F"/>
                    </a:solidFill>
                    <a:latin typeface="Arial"/>
                  </a:defRPr>
                </a:pPr>
                <a:r>
                  <a:rPr sz="800" b="0" i="0" u="none" strike="noStrike">
                    <a:solidFill>
                      <a:srgbClr val="6B7A8F"/>
                    </a:solidFill>
                    <a:latin typeface="Arial"/>
                  </a:rPr>
                  <a:t>1차 핀 개수 [개]</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750" b="0" i="0" u="none" strike="noStrike">
                <a:solidFill>
                  <a:srgbClr val="6B7A8F"/>
                </a:solidFill>
                <a:latin typeface="Arial"/>
              </a:defRPr>
            </a:pPr>
            <a:endParaRPr lang="en-US"/>
          </a:p>
        </c:txPr>
        <c:crossAx val="2094734552"/>
        <c:crosses val="autoZero"/>
        <c:auto val="1"/>
        <c:lblAlgn val="ctr"/>
        <c:noMultiLvlLbl val="1"/>
      </c:valAx>
      <c:valAx>
        <c:axId val="2094734552"/>
        <c:scaling>
          <c:orientation val="minMax"/>
          <c:max val="3.1"/>
          <c:min val="1.4"/>
        </c:scaling>
        <c:delete val="0"/>
        <c:axPos val="l"/>
        <c:majorGridlines>
          <c:spPr>
            <a:ln w="6350" cap="flat">
              <a:solidFill>
                <a:srgbClr val="E6EBF1"/>
              </a:solidFill>
              <a:prstDash val="solid"/>
              <a:round/>
            </a:ln>
          </c:spPr>
        </c:majorGridlines>
        <c:title>
          <c:tx>
            <c:rich>
              <a:bodyPr/>
              <a:lstStyle/>
              <a:p>
                <a:pPr>
                  <a:defRPr sz="800" b="0" i="0" u="none" strike="noStrike">
                    <a:solidFill>
                      <a:srgbClr val="6B7A8F"/>
                    </a:solidFill>
                    <a:latin typeface="Arial"/>
                  </a:defRPr>
                </a:pPr>
                <a:r>
                  <a:rPr sz="800" b="0" i="0" u="none" strike="noStrike">
                    <a:solidFill>
                      <a:srgbClr val="6B7A8F"/>
                    </a:solidFill>
                    <a:latin typeface="Arial"/>
                  </a:rPr>
                  <a:t>1차 핀 두께 [mm]</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750" b="0" i="0" u="none" strike="noStrike">
                <a:solidFill>
                  <a:srgbClr val="6B7A8F"/>
                </a:solidFill>
                <a:latin typeface="Arial"/>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분기 입구 두께 [mm]</c:v>
                </c:pt>
              </c:strCache>
            </c:strRef>
          </c:tx>
          <c:spPr>
            <a:solidFill>
              <a:srgbClr val="16305B"/>
            </a:solidFill>
            <a:ln>
              <a:noFill/>
            </a:ln>
            <a:effectLst/>
          </c:spPr>
          <c:marker>
            <c:symbol val="circle"/>
            <c:size val="5"/>
            <c:spPr>
              <a:solidFill>
                <a:srgbClr val="16305B"/>
              </a:solidFill>
              <a:ln w="9525" cap="flat">
                <a:solidFill>
                  <a:srgbClr val="16305B"/>
                </a:solidFill>
                <a:prstDash val="solid"/>
                <a:round/>
              </a:ln>
              <a:effectLst/>
            </c:spPr>
          </c:marker>
          <c:xVal>
            <c:numRef>
              <c:f>Sheet1!$A$2:$A$81</c:f>
              <c:numCache>
                <c:formatCode>General</c:formatCode>
                <c:ptCount val="80"/>
                <c:pt idx="0">
                  <c:v>18.4</c:v>
                </c:pt>
                <c:pt idx="1">
                  <c:v>17</c:v>
                </c:pt>
                <c:pt idx="2">
                  <c:v>14.3</c:v>
                </c:pt>
                <c:pt idx="3">
                  <c:v>13.6</c:v>
                </c:pt>
                <c:pt idx="4">
                  <c:v>15</c:v>
                </c:pt>
                <c:pt idx="5">
                  <c:v>13.3</c:v>
                </c:pt>
                <c:pt idx="6">
                  <c:v>24.4</c:v>
                </c:pt>
                <c:pt idx="7">
                  <c:v>16.1</c:v>
                </c:pt>
                <c:pt idx="8">
                  <c:v>20.2</c:v>
                </c:pt>
                <c:pt idx="9">
                  <c:v>16.3</c:v>
                </c:pt>
                <c:pt idx="10">
                  <c:v>22.5</c:v>
                </c:pt>
                <c:pt idx="11">
                  <c:v>14.6</c:v>
                </c:pt>
                <c:pt idx="12">
                  <c:v>17.8</c:v>
                </c:pt>
                <c:pt idx="13">
                  <c:v>20</c:v>
                </c:pt>
                <c:pt idx="14">
                  <c:v>14.4</c:v>
                </c:pt>
                <c:pt idx="15">
                  <c:v>21.4</c:v>
                </c:pt>
                <c:pt idx="16">
                  <c:v>13.9</c:v>
                </c:pt>
                <c:pt idx="17">
                  <c:v>13.1</c:v>
                </c:pt>
                <c:pt idx="18">
                  <c:v>20.4</c:v>
                </c:pt>
                <c:pt idx="19">
                  <c:v>24.9</c:v>
                </c:pt>
                <c:pt idx="20">
                  <c:v>24.6</c:v>
                </c:pt>
                <c:pt idx="21">
                  <c:v>21.1</c:v>
                </c:pt>
                <c:pt idx="22">
                  <c:v>16.5</c:v>
                </c:pt>
                <c:pt idx="23">
                  <c:v>16.8</c:v>
                </c:pt>
                <c:pt idx="24">
                  <c:v>16.3</c:v>
                </c:pt>
                <c:pt idx="25">
                  <c:v>22.9</c:v>
                </c:pt>
                <c:pt idx="26">
                  <c:v>17.3</c:v>
                </c:pt>
                <c:pt idx="27">
                  <c:v>13.2</c:v>
                </c:pt>
                <c:pt idx="28">
                  <c:v>23.6</c:v>
                </c:pt>
                <c:pt idx="29">
                  <c:v>14.2</c:v>
                </c:pt>
                <c:pt idx="30">
                  <c:v>15.4</c:v>
                </c:pt>
                <c:pt idx="31">
                  <c:v>17.8</c:v>
                </c:pt>
                <c:pt idx="32">
                  <c:v>20.8</c:v>
                </c:pt>
                <c:pt idx="33">
                  <c:v>21.2</c:v>
                </c:pt>
                <c:pt idx="34">
                  <c:v>23.4</c:v>
                </c:pt>
                <c:pt idx="35">
                  <c:v>18.1</c:v>
                </c:pt>
                <c:pt idx="36">
                  <c:v>19.4</c:v>
                </c:pt>
                <c:pt idx="37">
                  <c:v>18</c:v>
                </c:pt>
                <c:pt idx="38">
                  <c:v>23.8</c:v>
                </c:pt>
                <c:pt idx="39">
                  <c:v>22.3</c:v>
                </c:pt>
                <c:pt idx="40">
                  <c:v>24</c:v>
                </c:pt>
                <c:pt idx="41">
                  <c:v>16.6</c:v>
                </c:pt>
                <c:pt idx="42">
                  <c:v>24.7</c:v>
                </c:pt>
                <c:pt idx="43">
                  <c:v>17.6</c:v>
                </c:pt>
                <c:pt idx="44">
                  <c:v>19.8</c:v>
                </c:pt>
                <c:pt idx="45">
                  <c:v>20.8</c:v>
                </c:pt>
                <c:pt idx="46">
                  <c:v>15.2</c:v>
                </c:pt>
                <c:pt idx="47">
                  <c:v>21.5</c:v>
                </c:pt>
                <c:pt idx="48">
                  <c:v>19.7</c:v>
                </c:pt>
                <c:pt idx="49">
                  <c:v>19.2</c:v>
                </c:pt>
                <c:pt idx="50">
                  <c:v>23.1</c:v>
                </c:pt>
                <c:pt idx="51">
                  <c:v>18.9</c:v>
                </c:pt>
                <c:pt idx="52">
                  <c:v>23.9</c:v>
                </c:pt>
                <c:pt idx="53">
                  <c:v>16</c:v>
                </c:pt>
                <c:pt idx="54">
                  <c:v>13.9</c:v>
                </c:pt>
                <c:pt idx="55">
                  <c:v>22.4</c:v>
                </c:pt>
                <c:pt idx="56">
                  <c:v>14.7</c:v>
                </c:pt>
                <c:pt idx="57">
                  <c:v>21.9</c:v>
                </c:pt>
                <c:pt idx="58">
                  <c:v>19.1</c:v>
                </c:pt>
                <c:pt idx="59">
                  <c:v>21.7</c:v>
                </c:pt>
                <c:pt idx="60">
                  <c:v>22.6</c:v>
                </c:pt>
                <c:pt idx="61">
                  <c:v>23.3</c:v>
                </c:pt>
                <c:pt idx="62">
                  <c:v>20.1</c:v>
                </c:pt>
                <c:pt idx="63">
                  <c:v>18.4</c:v>
                </c:pt>
                <c:pt idx="64">
                  <c:v>14.9</c:v>
                </c:pt>
                <c:pt idx="65">
                  <c:v>17.2</c:v>
                </c:pt>
                <c:pt idx="66">
                  <c:v>22</c:v>
                </c:pt>
                <c:pt idx="67">
                  <c:v>22.9</c:v>
                </c:pt>
                <c:pt idx="68">
                  <c:v>20.6</c:v>
                </c:pt>
                <c:pt idx="69">
                  <c:v>15.6</c:v>
                </c:pt>
                <c:pt idx="70">
                  <c:v>15.4</c:v>
                </c:pt>
                <c:pt idx="71">
                  <c:v>24.2</c:v>
                </c:pt>
                <c:pt idx="72">
                  <c:v>18.7</c:v>
                </c:pt>
                <c:pt idx="73">
                  <c:v>19.5</c:v>
                </c:pt>
                <c:pt idx="74">
                  <c:v>15.8</c:v>
                </c:pt>
                <c:pt idx="75">
                  <c:v>21.8</c:v>
                </c:pt>
                <c:pt idx="76">
                  <c:v>18.8</c:v>
                </c:pt>
                <c:pt idx="77">
                  <c:v>17.4</c:v>
                </c:pt>
                <c:pt idx="78">
                  <c:v>24.3</c:v>
                </c:pt>
                <c:pt idx="79">
                  <c:v>13.5</c:v>
                </c:pt>
              </c:numCache>
            </c:numRef>
          </c:xVal>
          <c:yVal>
            <c:numRef>
              <c:f>Sheet1!$B$2:$B$81</c:f>
              <c:numCache>
                <c:formatCode>General</c:formatCode>
                <c:ptCount val="80"/>
                <c:pt idx="0">
                  <c:v>8.3</c:v>
                </c:pt>
                <c:pt idx="1">
                  <c:v>4.5</c:v>
                </c:pt>
                <c:pt idx="2">
                  <c:v>5.1</c:v>
                </c:pt>
                <c:pt idx="3">
                  <c:v>4.8</c:v>
                </c:pt>
                <c:pt idx="4">
                  <c:v>4.5</c:v>
                </c:pt>
                <c:pt idx="5">
                  <c:v>5.8</c:v>
                </c:pt>
                <c:pt idx="6">
                  <c:v>10</c:v>
                </c:pt>
                <c:pt idx="7">
                  <c:v>4</c:v>
                </c:pt>
                <c:pt idx="8">
                  <c:v>7.4</c:v>
                </c:pt>
                <c:pt idx="9">
                  <c:v>5.6</c:v>
                </c:pt>
                <c:pt idx="10">
                  <c:v>9.6</c:v>
                </c:pt>
                <c:pt idx="11">
                  <c:v>9.8</c:v>
                </c:pt>
                <c:pt idx="12">
                  <c:v>8.8</c:v>
                </c:pt>
                <c:pt idx="13">
                  <c:v>7.7</c:v>
                </c:pt>
                <c:pt idx="14">
                  <c:v>8.4</c:v>
                </c:pt>
                <c:pt idx="15">
                  <c:v>3.1</c:v>
                </c:pt>
                <c:pt idx="16">
                  <c:v>7.9</c:v>
                </c:pt>
                <c:pt idx="17">
                  <c:v>3.8</c:v>
                </c:pt>
                <c:pt idx="18">
                  <c:v>7.1</c:v>
                </c:pt>
                <c:pt idx="19">
                  <c:v>6.6</c:v>
                </c:pt>
                <c:pt idx="20">
                  <c:v>7.8</c:v>
                </c:pt>
                <c:pt idx="21">
                  <c:v>7.1</c:v>
                </c:pt>
                <c:pt idx="22">
                  <c:v>4.3</c:v>
                </c:pt>
                <c:pt idx="23">
                  <c:v>9.7</c:v>
                </c:pt>
                <c:pt idx="24">
                  <c:v>8.5</c:v>
                </c:pt>
                <c:pt idx="25">
                  <c:v>4.1</c:v>
                </c:pt>
                <c:pt idx="26">
                  <c:v>7.9</c:v>
                </c:pt>
                <c:pt idx="27">
                  <c:v>8.6</c:v>
                </c:pt>
                <c:pt idx="28">
                  <c:v>5.7</c:v>
                </c:pt>
                <c:pt idx="29">
                  <c:v>6.8</c:v>
                </c:pt>
                <c:pt idx="30">
                  <c:v>9.4</c:v>
                </c:pt>
                <c:pt idx="31">
                  <c:v>5.3</c:v>
                </c:pt>
                <c:pt idx="32">
                  <c:v>9.2</c:v>
                </c:pt>
                <c:pt idx="33">
                  <c:v>3.5</c:v>
                </c:pt>
                <c:pt idx="34">
                  <c:v>9.5</c:v>
                </c:pt>
                <c:pt idx="35">
                  <c:v>3.2</c:v>
                </c:pt>
                <c:pt idx="36">
                  <c:v>6.5</c:v>
                </c:pt>
                <c:pt idx="37">
                  <c:v>8.2</c:v>
                </c:pt>
                <c:pt idx="38">
                  <c:v>8</c:v>
                </c:pt>
                <c:pt idx="39">
                  <c:v>7.3</c:v>
                </c:pt>
                <c:pt idx="40">
                  <c:v>8.9</c:v>
                </c:pt>
                <c:pt idx="41">
                  <c:v>5.2</c:v>
                </c:pt>
                <c:pt idx="42">
                  <c:v>5.4</c:v>
                </c:pt>
                <c:pt idx="43">
                  <c:v>6.6</c:v>
                </c:pt>
                <c:pt idx="44">
                  <c:v>9.1</c:v>
                </c:pt>
                <c:pt idx="45">
                  <c:v>6.4</c:v>
                </c:pt>
                <c:pt idx="46">
                  <c:v>7.6</c:v>
                </c:pt>
                <c:pt idx="47">
                  <c:v>9.2</c:v>
                </c:pt>
                <c:pt idx="48">
                  <c:v>5</c:v>
                </c:pt>
                <c:pt idx="49">
                  <c:v>4.3</c:v>
                </c:pt>
                <c:pt idx="50">
                  <c:v>9.4</c:v>
                </c:pt>
                <c:pt idx="51">
                  <c:v>6.1</c:v>
                </c:pt>
                <c:pt idx="52">
                  <c:v>6.2</c:v>
                </c:pt>
                <c:pt idx="53">
                  <c:v>8.7</c:v>
                </c:pt>
                <c:pt idx="54">
                  <c:v>8.1</c:v>
                </c:pt>
                <c:pt idx="55">
                  <c:v>3.6</c:v>
                </c:pt>
                <c:pt idx="56">
                  <c:v>9</c:v>
                </c:pt>
                <c:pt idx="57">
                  <c:v>9.9</c:v>
                </c:pt>
                <c:pt idx="58">
                  <c:v>6.3</c:v>
                </c:pt>
                <c:pt idx="59">
                  <c:v>6</c:v>
                </c:pt>
                <c:pt idx="60">
                  <c:v>7.5</c:v>
                </c:pt>
                <c:pt idx="61">
                  <c:v>4.6</c:v>
                </c:pt>
                <c:pt idx="62">
                  <c:v>6</c:v>
                </c:pt>
                <c:pt idx="63">
                  <c:v>3.7</c:v>
                </c:pt>
                <c:pt idx="64">
                  <c:v>3.3</c:v>
                </c:pt>
                <c:pt idx="65">
                  <c:v>5.5</c:v>
                </c:pt>
                <c:pt idx="66">
                  <c:v>4.7</c:v>
                </c:pt>
                <c:pt idx="67">
                  <c:v>7</c:v>
                </c:pt>
                <c:pt idx="68">
                  <c:v>5.8</c:v>
                </c:pt>
                <c:pt idx="69">
                  <c:v>5.1</c:v>
                </c:pt>
                <c:pt idx="70">
                  <c:v>8.4</c:v>
                </c:pt>
                <c:pt idx="71">
                  <c:v>3.5</c:v>
                </c:pt>
                <c:pt idx="72">
                  <c:v>4.2</c:v>
                </c:pt>
                <c:pt idx="73">
                  <c:v>6.9</c:v>
                </c:pt>
                <c:pt idx="74">
                  <c:v>7.4</c:v>
                </c:pt>
                <c:pt idx="75">
                  <c:v>3.1</c:v>
                </c:pt>
                <c:pt idx="76">
                  <c:v>6.7</c:v>
                </c:pt>
                <c:pt idx="77">
                  <c:v>3.4</c:v>
                </c:pt>
                <c:pt idx="78">
                  <c:v>4.9</c:v>
                </c:pt>
                <c:pt idx="79">
                  <c:v>3.9</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26"/>
          <c:min val="12"/>
        </c:scaling>
        <c:delete val="0"/>
        <c:axPos val="b"/>
        <c:majorGridlines>
          <c:spPr>
            <a:ln w="6350" cap="flat">
              <a:solidFill>
                <a:srgbClr val="E6EBF1"/>
              </a:solidFill>
              <a:prstDash val="solid"/>
              <a:round/>
            </a:ln>
          </c:spPr>
        </c:majorGridlines>
        <c:title>
          <c:tx>
            <c:rich>
              <a:bodyPr/>
              <a:lstStyle/>
              <a:p>
                <a:pPr>
                  <a:defRPr sz="800" b="0" i="0" u="none" strike="noStrike">
                    <a:solidFill>
                      <a:srgbClr val="6B7A8F"/>
                    </a:solidFill>
                    <a:latin typeface="Arial"/>
                  </a:defRPr>
                </a:pPr>
                <a:r>
                  <a:rPr sz="800" b="0" i="0" u="none" strike="noStrike">
                    <a:solidFill>
                      <a:srgbClr val="6B7A8F"/>
                    </a:solidFill>
                    <a:latin typeface="Arial"/>
                  </a:rPr>
                  <a:t>입구 유로 두께 [mm]</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750" b="0" i="0" u="none" strike="noStrike">
                <a:solidFill>
                  <a:srgbClr val="6B7A8F"/>
                </a:solidFill>
                <a:latin typeface="Arial"/>
              </a:defRPr>
            </a:pPr>
            <a:endParaRPr lang="en-US"/>
          </a:p>
        </c:txPr>
        <c:crossAx val="2094734552"/>
        <c:crosses val="autoZero"/>
        <c:auto val="1"/>
        <c:lblAlgn val="ctr"/>
        <c:noMultiLvlLbl val="1"/>
      </c:valAx>
      <c:valAx>
        <c:axId val="2094734552"/>
        <c:scaling>
          <c:orientation val="minMax"/>
          <c:max val="11"/>
          <c:min val="2"/>
        </c:scaling>
        <c:delete val="0"/>
        <c:axPos val="l"/>
        <c:majorGridlines>
          <c:spPr>
            <a:ln w="6350" cap="flat">
              <a:solidFill>
                <a:srgbClr val="E6EBF1"/>
              </a:solidFill>
              <a:prstDash val="solid"/>
              <a:round/>
            </a:ln>
          </c:spPr>
        </c:majorGridlines>
        <c:title>
          <c:tx>
            <c:rich>
              <a:bodyPr/>
              <a:lstStyle/>
              <a:p>
                <a:pPr>
                  <a:defRPr sz="800" b="0" i="0" u="none" strike="noStrike">
                    <a:solidFill>
                      <a:srgbClr val="6B7A8F"/>
                    </a:solidFill>
                    <a:latin typeface="Arial"/>
                  </a:defRPr>
                </a:pPr>
                <a:r>
                  <a:rPr sz="800" b="0" i="0" u="none" strike="noStrike">
                    <a:solidFill>
                      <a:srgbClr val="6B7A8F"/>
                    </a:solidFill>
                    <a:latin typeface="Arial"/>
                  </a:rPr>
                  <a:t>분기 입구 두께 [mm]</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750" b="0" i="0" u="none" strike="noStrike">
                <a:solidFill>
                  <a:srgbClr val="6B7A8F"/>
                </a:solidFill>
                <a:latin typeface="Arial"/>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예측</c:v>
                </c:pt>
              </c:strCache>
            </c:strRef>
          </c:tx>
          <c:spPr>
            <a:solidFill>
              <a:srgbClr val="2C4E82"/>
            </a:solidFill>
            <a:ln>
              <a:noFill/>
            </a:ln>
            <a:effectLst/>
          </c:spPr>
          <c:marker>
            <c:symbol val="circle"/>
            <c:size val="4"/>
            <c:spPr>
              <a:solidFill>
                <a:srgbClr val="2C4E82"/>
              </a:solidFill>
              <a:ln w="9525" cap="flat">
                <a:solidFill>
                  <a:srgbClr val="2C4E82"/>
                </a:solidFill>
                <a:prstDash val="solid"/>
                <a:round/>
              </a:ln>
              <a:effectLst/>
            </c:spPr>
          </c:marker>
          <c:xVal>
            <c:numRef>
              <c:f>Sheet1!$A$2:$A$81</c:f>
              <c:numCache>
                <c:formatCode>General</c:formatCode>
                <c:ptCount val="80"/>
                <c:pt idx="0">
                  <c:v>1821.47</c:v>
                </c:pt>
                <c:pt idx="1">
                  <c:v>2091.51</c:v>
                </c:pt>
                <c:pt idx="2">
                  <c:v>2119.6</c:v>
                </c:pt>
                <c:pt idx="3">
                  <c:v>2120.07</c:v>
                </c:pt>
                <c:pt idx="4">
                  <c:v>2127.3</c:v>
                </c:pt>
                <c:pt idx="5">
                  <c:v>2149.86</c:v>
                </c:pt>
                <c:pt idx="6">
                  <c:v>2174.07</c:v>
                </c:pt>
                <c:pt idx="7">
                  <c:v>2233.18</c:v>
                </c:pt>
                <c:pt idx="8">
                  <c:v>2295.8</c:v>
                </c:pt>
                <c:pt idx="9">
                  <c:v>2350.29</c:v>
                </c:pt>
                <c:pt idx="10">
                  <c:v>2364.83</c:v>
                </c:pt>
                <c:pt idx="11">
                  <c:v>2371</c:v>
                </c:pt>
                <c:pt idx="12">
                  <c:v>2381.96</c:v>
                </c:pt>
                <c:pt idx="13">
                  <c:v>2384.69</c:v>
                </c:pt>
                <c:pt idx="14">
                  <c:v>2468.05</c:v>
                </c:pt>
                <c:pt idx="15">
                  <c:v>2562.3</c:v>
                </c:pt>
                <c:pt idx="16">
                  <c:v>2600.35</c:v>
                </c:pt>
                <c:pt idx="17">
                  <c:v>2601.95</c:v>
                </c:pt>
                <c:pt idx="18">
                  <c:v>2641.13</c:v>
                </c:pt>
                <c:pt idx="19">
                  <c:v>2670.41</c:v>
                </c:pt>
                <c:pt idx="20">
                  <c:v>2701.53</c:v>
                </c:pt>
                <c:pt idx="21">
                  <c:v>2703.5</c:v>
                </c:pt>
                <c:pt idx="22">
                  <c:v>2707.6</c:v>
                </c:pt>
                <c:pt idx="23">
                  <c:v>2721.18</c:v>
                </c:pt>
                <c:pt idx="24">
                  <c:v>2791.78</c:v>
                </c:pt>
                <c:pt idx="25">
                  <c:v>2798.36</c:v>
                </c:pt>
                <c:pt idx="26">
                  <c:v>2817.77</c:v>
                </c:pt>
                <c:pt idx="27">
                  <c:v>2830.21</c:v>
                </c:pt>
                <c:pt idx="28">
                  <c:v>2921.7</c:v>
                </c:pt>
                <c:pt idx="29">
                  <c:v>2950.13</c:v>
                </c:pt>
                <c:pt idx="30">
                  <c:v>2986.47</c:v>
                </c:pt>
                <c:pt idx="31">
                  <c:v>3068.82</c:v>
                </c:pt>
                <c:pt idx="32">
                  <c:v>3106.3</c:v>
                </c:pt>
                <c:pt idx="33">
                  <c:v>3111.02</c:v>
                </c:pt>
                <c:pt idx="34">
                  <c:v>3138.4</c:v>
                </c:pt>
                <c:pt idx="35">
                  <c:v>3177.45</c:v>
                </c:pt>
                <c:pt idx="36">
                  <c:v>3184.12</c:v>
                </c:pt>
                <c:pt idx="37">
                  <c:v>3194.21</c:v>
                </c:pt>
                <c:pt idx="38">
                  <c:v>3214.4</c:v>
                </c:pt>
                <c:pt idx="39">
                  <c:v>3234.01</c:v>
                </c:pt>
                <c:pt idx="40">
                  <c:v>3245.27</c:v>
                </c:pt>
                <c:pt idx="41">
                  <c:v>3247.56</c:v>
                </c:pt>
                <c:pt idx="42">
                  <c:v>3248.42</c:v>
                </c:pt>
                <c:pt idx="43">
                  <c:v>3256.82</c:v>
                </c:pt>
                <c:pt idx="44">
                  <c:v>3264.21</c:v>
                </c:pt>
                <c:pt idx="45">
                  <c:v>3318.5</c:v>
                </c:pt>
                <c:pt idx="46">
                  <c:v>3365.29</c:v>
                </c:pt>
                <c:pt idx="47">
                  <c:v>3367.16</c:v>
                </c:pt>
                <c:pt idx="48">
                  <c:v>3384.3</c:v>
                </c:pt>
                <c:pt idx="49">
                  <c:v>3394.99</c:v>
                </c:pt>
                <c:pt idx="50">
                  <c:v>3419.65</c:v>
                </c:pt>
                <c:pt idx="51">
                  <c:v>3465.87</c:v>
                </c:pt>
                <c:pt idx="52">
                  <c:v>3524.54</c:v>
                </c:pt>
                <c:pt idx="53">
                  <c:v>3529.2</c:v>
                </c:pt>
                <c:pt idx="54">
                  <c:v>3535.24</c:v>
                </c:pt>
                <c:pt idx="55">
                  <c:v>3554.01</c:v>
                </c:pt>
                <c:pt idx="56">
                  <c:v>3577.86</c:v>
                </c:pt>
                <c:pt idx="57">
                  <c:v>3578.6</c:v>
                </c:pt>
                <c:pt idx="58">
                  <c:v>3581.43</c:v>
                </c:pt>
                <c:pt idx="59">
                  <c:v>3634.86</c:v>
                </c:pt>
                <c:pt idx="60">
                  <c:v>3636.99</c:v>
                </c:pt>
                <c:pt idx="61">
                  <c:v>3688.04</c:v>
                </c:pt>
                <c:pt idx="62">
                  <c:v>3690.17</c:v>
                </c:pt>
                <c:pt idx="63">
                  <c:v>3710.37</c:v>
                </c:pt>
                <c:pt idx="64">
                  <c:v>3724.98</c:v>
                </c:pt>
                <c:pt idx="65">
                  <c:v>3732.95</c:v>
                </c:pt>
                <c:pt idx="66">
                  <c:v>3747.86</c:v>
                </c:pt>
                <c:pt idx="67">
                  <c:v>3781.74</c:v>
                </c:pt>
                <c:pt idx="68">
                  <c:v>3852.68</c:v>
                </c:pt>
                <c:pt idx="69">
                  <c:v>3871.89</c:v>
                </c:pt>
                <c:pt idx="70">
                  <c:v>3886.03</c:v>
                </c:pt>
                <c:pt idx="71">
                  <c:v>3891.76</c:v>
                </c:pt>
                <c:pt idx="72">
                  <c:v>3924.22</c:v>
                </c:pt>
                <c:pt idx="73">
                  <c:v>3935.6</c:v>
                </c:pt>
                <c:pt idx="74">
                  <c:v>3990.2</c:v>
                </c:pt>
                <c:pt idx="75">
                  <c:v>4200.58</c:v>
                </c:pt>
                <c:pt idx="76">
                  <c:v>4209.4</c:v>
                </c:pt>
                <c:pt idx="77">
                  <c:v>4225.58</c:v>
                </c:pt>
                <c:pt idx="78">
                  <c:v>4458.14</c:v>
                </c:pt>
                <c:pt idx="79">
                  <c:v>4598.44</c:v>
                </c:pt>
              </c:numCache>
            </c:numRef>
          </c:xVal>
          <c:yVal>
            <c:numRef>
              <c:f>Sheet1!$B$2:$B$81</c:f>
              <c:numCache>
                <c:formatCode>General</c:formatCode>
                <c:ptCount val="80"/>
                <c:pt idx="0">
                  <c:v>1885.0729487761516</c:v>
                </c:pt>
                <c:pt idx="1">
                  <c:v>2167.3194424177905</c:v>
                </c:pt>
                <c:pt idx="2">
                  <c:v>2162.5176393152306</c:v>
                </c:pt>
                <c:pt idx="3">
                  <c:v>2197.9954893084705</c:v>
                </c:pt>
                <c:pt idx="4">
                  <c:v>2132.1598111197754</c:v>
                </c:pt>
                <c:pt idx="5">
                  <c:v>2199.9215244558022</c:v>
                </c:pt>
                <c:pt idx="6">
                  <c:v>2171.5465799519825</c:v>
                </c:pt>
                <c:pt idx="7">
                  <c:v>2255.5784788541414</c:v>
                </c:pt>
                <c:pt idx="8">
                  <c:v>2234.7407551734377</c:v>
                </c:pt>
                <c:pt idx="9">
                  <c:v>2341.219884682385</c:v>
                </c:pt>
                <c:pt idx="10">
                  <c:v>2355.040118432123</c:v>
                </c:pt>
                <c:pt idx="11">
                  <c:v>2329.9081105375776</c:v>
                </c:pt>
                <c:pt idx="12">
                  <c:v>2461.7838138509337</c:v>
                </c:pt>
                <c:pt idx="13">
                  <c:v>2088.235242714532</c:v>
                </c:pt>
                <c:pt idx="14">
                  <c:v>2619.4978171208827</c:v>
                </c:pt>
                <c:pt idx="15">
                  <c:v>2609.8637665227616</c:v>
                </c:pt>
                <c:pt idx="16">
                  <c:v>2654.2628917142188</c:v>
                </c:pt>
                <c:pt idx="17">
                  <c:v>2703.0656854602344</c:v>
                </c:pt>
                <c:pt idx="18">
                  <c:v>2589.0238286017657</c:v>
                </c:pt>
                <c:pt idx="19">
                  <c:v>2629.059582940397</c:v>
                </c:pt>
                <c:pt idx="20">
                  <c:v>2694.2178933622977</c:v>
                </c:pt>
                <c:pt idx="21">
                  <c:v>2795.4168052242176</c:v>
                </c:pt>
                <c:pt idx="22">
                  <c:v>2743.0686206658843</c:v>
                </c:pt>
                <c:pt idx="23">
                  <c:v>2825.521950882869</c:v>
                </c:pt>
                <c:pt idx="24">
                  <c:v>2820.217361745604</c:v>
                </c:pt>
                <c:pt idx="25">
                  <c:v>2790.42224235058</c:v>
                </c:pt>
                <c:pt idx="26">
                  <c:v>2820.4198176436976</c:v>
                </c:pt>
                <c:pt idx="27">
                  <c:v>2857.4661659300295</c:v>
                </c:pt>
                <c:pt idx="28">
                  <c:v>2753.475895167379</c:v>
                </c:pt>
                <c:pt idx="29">
                  <c:v>2895.343182909642</c:v>
                </c:pt>
                <c:pt idx="30">
                  <c:v>2851.5130640672155</c:v>
                </c:pt>
                <c:pt idx="31">
                  <c:v>3220.598983678345</c:v>
                </c:pt>
                <c:pt idx="32">
                  <c:v>2985.3097712370836</c:v>
                </c:pt>
                <c:pt idx="33">
                  <c:v>3063.7422505810896</c:v>
                </c:pt>
                <c:pt idx="34">
                  <c:v>3086.261444948537</c:v>
                </c:pt>
                <c:pt idx="35">
                  <c:v>3169.918207009258</c:v>
                </c:pt>
                <c:pt idx="36">
                  <c:v>3250.311169331402</c:v>
                </c:pt>
                <c:pt idx="37">
                  <c:v>3373.262513596256</c:v>
                </c:pt>
                <c:pt idx="38">
                  <c:v>3253.805704756671</c:v>
                </c:pt>
                <c:pt idx="39">
                  <c:v>3063.671596355533</c:v>
                </c:pt>
                <c:pt idx="40">
                  <c:v>3203.6584665648966</c:v>
                </c:pt>
                <c:pt idx="41">
                  <c:v>3193.4473410120836</c:v>
                </c:pt>
                <c:pt idx="42">
                  <c:v>3279.9955206112922</c:v>
                </c:pt>
                <c:pt idx="43">
                  <c:v>3228.2516983603095</c:v>
                </c:pt>
                <c:pt idx="44">
                  <c:v>3151.1466767166216</c:v>
                </c:pt>
                <c:pt idx="45">
                  <c:v>3397.455334178516</c:v>
                </c:pt>
                <c:pt idx="46">
                  <c:v>3355.660612278647</c:v>
                </c:pt>
                <c:pt idx="47">
                  <c:v>3366.502212198537</c:v>
                </c:pt>
                <c:pt idx="48">
                  <c:v>3366.691605126127</c:v>
                </c:pt>
                <c:pt idx="49">
                  <c:v>3295.9941575631883</c:v>
                </c:pt>
                <c:pt idx="50">
                  <c:v>3315.4416982406424</c:v>
                </c:pt>
                <c:pt idx="51">
                  <c:v>3420.656490650121</c:v>
                </c:pt>
                <c:pt idx="52">
                  <c:v>3552.2136373849457</c:v>
                </c:pt>
                <c:pt idx="53">
                  <c:v>3617.094116393074</c:v>
                </c:pt>
                <c:pt idx="54">
                  <c:v>3451.8098493823536</c:v>
                </c:pt>
                <c:pt idx="55">
                  <c:v>3494.8979118059824</c:v>
                </c:pt>
                <c:pt idx="56">
                  <c:v>3739.7773222152064</c:v>
                </c:pt>
                <c:pt idx="57">
                  <c:v>3623.012974352936</c:v>
                </c:pt>
                <c:pt idx="58">
                  <c:v>3551.16112885127</c:v>
                </c:pt>
                <c:pt idx="59">
                  <c:v>3782.896617304972</c:v>
                </c:pt>
                <c:pt idx="60">
                  <c:v>3616.656870908893</c:v>
                </c:pt>
                <c:pt idx="61">
                  <c:v>3567.507942981992</c:v>
                </c:pt>
                <c:pt idx="62">
                  <c:v>3653.439060554465</c:v>
                </c:pt>
                <c:pt idx="63">
                  <c:v>3485.0356202500575</c:v>
                </c:pt>
                <c:pt idx="64">
                  <c:v>3782.3548263931884</c:v>
                </c:pt>
                <c:pt idx="65">
                  <c:v>3840.700297478419</c:v>
                </c:pt>
                <c:pt idx="66">
                  <c:v>3704.7685632607754</c:v>
                </c:pt>
                <c:pt idx="67">
                  <c:v>3946.489425705163</c:v>
                </c:pt>
                <c:pt idx="68">
                  <c:v>3601.1106710467543</c:v>
                </c:pt>
                <c:pt idx="69">
                  <c:v>3880.146307062004</c:v>
                </c:pt>
                <c:pt idx="70">
                  <c:v>3872.0587753268896</c:v>
                </c:pt>
                <c:pt idx="71">
                  <c:v>3852.469332878124</c:v>
                </c:pt>
                <c:pt idx="72">
                  <c:v>3840.3495308699908</c:v>
                </c:pt>
                <c:pt idx="73">
                  <c:v>3800.576188663806</c:v>
                </c:pt>
                <c:pt idx="74">
                  <c:v>3775.3380564036192</c:v>
                </c:pt>
                <c:pt idx="75">
                  <c:v>4134.218720385623</c:v>
                </c:pt>
                <c:pt idx="76">
                  <c:v>4367.4158047562505</c:v>
                </c:pt>
                <c:pt idx="77">
                  <c:v>4349.433506964005</c:v>
                </c:pt>
                <c:pt idx="78">
                  <c:v>4126.910020515687</c:v>
                </c:pt>
                <c:pt idx="79">
                  <c:v>4531.091756984303</c:v>
                </c:pt>
              </c:numCache>
            </c:numRef>
          </c:yVal>
          <c:smooth val="0"/>
        </c:ser>
        <c:ser>
          <c:idx val="1"/>
          <c:order val="1"/>
          <c:tx>
            <c:strRef>
              <c:f>Sheet1!$C$1</c:f>
              <c:strCache>
                <c:ptCount val="1"/>
                <c:pt idx="0">
                  <c:v>실측=예측</c:v>
                </c:pt>
              </c:strCache>
            </c:strRef>
          </c:tx>
          <c:spPr>
            <a:solidFill>
              <a:srgbClr val="C0392B"/>
            </a:solidFill>
            <a:ln w="12700" cap="flat">
              <a:solidFill>
                <a:srgbClr val="C0392B"/>
              </a:solidFill>
              <a:prstDash val="solid"/>
              <a:round/>
            </a:ln>
            <a:effectLst/>
          </c:spPr>
          <c:marker>
            <c:symbol val="none"/>
          </c:marker>
          <c:xVal>
            <c:numRef>
              <c:f>Sheet1!$A$2:$A$81</c:f>
              <c:numCache>
                <c:formatCode>General</c:formatCode>
                <c:ptCount val="80"/>
                <c:pt idx="0">
                  <c:v>1821.47</c:v>
                </c:pt>
                <c:pt idx="1">
                  <c:v>2091.51</c:v>
                </c:pt>
                <c:pt idx="2">
                  <c:v>2119.6</c:v>
                </c:pt>
                <c:pt idx="3">
                  <c:v>2120.07</c:v>
                </c:pt>
                <c:pt idx="4">
                  <c:v>2127.3</c:v>
                </c:pt>
                <c:pt idx="5">
                  <c:v>2149.86</c:v>
                </c:pt>
                <c:pt idx="6">
                  <c:v>2174.07</c:v>
                </c:pt>
                <c:pt idx="7">
                  <c:v>2233.18</c:v>
                </c:pt>
                <c:pt idx="8">
                  <c:v>2295.8</c:v>
                </c:pt>
                <c:pt idx="9">
                  <c:v>2350.29</c:v>
                </c:pt>
                <c:pt idx="10">
                  <c:v>2364.83</c:v>
                </c:pt>
                <c:pt idx="11">
                  <c:v>2371</c:v>
                </c:pt>
                <c:pt idx="12">
                  <c:v>2381.96</c:v>
                </c:pt>
                <c:pt idx="13">
                  <c:v>2384.69</c:v>
                </c:pt>
                <c:pt idx="14">
                  <c:v>2468.05</c:v>
                </c:pt>
                <c:pt idx="15">
                  <c:v>2562.3</c:v>
                </c:pt>
                <c:pt idx="16">
                  <c:v>2600.35</c:v>
                </c:pt>
                <c:pt idx="17">
                  <c:v>2601.95</c:v>
                </c:pt>
                <c:pt idx="18">
                  <c:v>2641.13</c:v>
                </c:pt>
                <c:pt idx="19">
                  <c:v>2670.41</c:v>
                </c:pt>
                <c:pt idx="20">
                  <c:v>2701.53</c:v>
                </c:pt>
                <c:pt idx="21">
                  <c:v>2703.5</c:v>
                </c:pt>
                <c:pt idx="22">
                  <c:v>2707.6</c:v>
                </c:pt>
                <c:pt idx="23">
                  <c:v>2721.18</c:v>
                </c:pt>
                <c:pt idx="24">
                  <c:v>2791.78</c:v>
                </c:pt>
                <c:pt idx="25">
                  <c:v>2798.36</c:v>
                </c:pt>
                <c:pt idx="26">
                  <c:v>2817.77</c:v>
                </c:pt>
                <c:pt idx="27">
                  <c:v>2830.21</c:v>
                </c:pt>
                <c:pt idx="28">
                  <c:v>2921.7</c:v>
                </c:pt>
                <c:pt idx="29">
                  <c:v>2950.13</c:v>
                </c:pt>
                <c:pt idx="30">
                  <c:v>2986.47</c:v>
                </c:pt>
                <c:pt idx="31">
                  <c:v>3068.82</c:v>
                </c:pt>
                <c:pt idx="32">
                  <c:v>3106.3</c:v>
                </c:pt>
                <c:pt idx="33">
                  <c:v>3111.02</c:v>
                </c:pt>
                <c:pt idx="34">
                  <c:v>3138.4</c:v>
                </c:pt>
                <c:pt idx="35">
                  <c:v>3177.45</c:v>
                </c:pt>
                <c:pt idx="36">
                  <c:v>3184.12</c:v>
                </c:pt>
                <c:pt idx="37">
                  <c:v>3194.21</c:v>
                </c:pt>
                <c:pt idx="38">
                  <c:v>3214.4</c:v>
                </c:pt>
                <c:pt idx="39">
                  <c:v>3234.01</c:v>
                </c:pt>
                <c:pt idx="40">
                  <c:v>3245.27</c:v>
                </c:pt>
                <c:pt idx="41">
                  <c:v>3247.56</c:v>
                </c:pt>
                <c:pt idx="42">
                  <c:v>3248.42</c:v>
                </c:pt>
                <c:pt idx="43">
                  <c:v>3256.82</c:v>
                </c:pt>
                <c:pt idx="44">
                  <c:v>3264.21</c:v>
                </c:pt>
                <c:pt idx="45">
                  <c:v>3318.5</c:v>
                </c:pt>
                <c:pt idx="46">
                  <c:v>3365.29</c:v>
                </c:pt>
                <c:pt idx="47">
                  <c:v>3367.16</c:v>
                </c:pt>
                <c:pt idx="48">
                  <c:v>3384.3</c:v>
                </c:pt>
                <c:pt idx="49">
                  <c:v>3394.99</c:v>
                </c:pt>
                <c:pt idx="50">
                  <c:v>3419.65</c:v>
                </c:pt>
                <c:pt idx="51">
                  <c:v>3465.87</c:v>
                </c:pt>
                <c:pt idx="52">
                  <c:v>3524.54</c:v>
                </c:pt>
                <c:pt idx="53">
                  <c:v>3529.2</c:v>
                </c:pt>
                <c:pt idx="54">
                  <c:v>3535.24</c:v>
                </c:pt>
                <c:pt idx="55">
                  <c:v>3554.01</c:v>
                </c:pt>
                <c:pt idx="56">
                  <c:v>3577.86</c:v>
                </c:pt>
                <c:pt idx="57">
                  <c:v>3578.6</c:v>
                </c:pt>
                <c:pt idx="58">
                  <c:v>3581.43</c:v>
                </c:pt>
                <c:pt idx="59">
                  <c:v>3634.86</c:v>
                </c:pt>
                <c:pt idx="60">
                  <c:v>3636.99</c:v>
                </c:pt>
                <c:pt idx="61">
                  <c:v>3688.04</c:v>
                </c:pt>
                <c:pt idx="62">
                  <c:v>3690.17</c:v>
                </c:pt>
                <c:pt idx="63">
                  <c:v>3710.37</c:v>
                </c:pt>
                <c:pt idx="64">
                  <c:v>3724.98</c:v>
                </c:pt>
                <c:pt idx="65">
                  <c:v>3732.95</c:v>
                </c:pt>
                <c:pt idx="66">
                  <c:v>3747.86</c:v>
                </c:pt>
                <c:pt idx="67">
                  <c:v>3781.74</c:v>
                </c:pt>
                <c:pt idx="68">
                  <c:v>3852.68</c:v>
                </c:pt>
                <c:pt idx="69">
                  <c:v>3871.89</c:v>
                </c:pt>
                <c:pt idx="70">
                  <c:v>3886.03</c:v>
                </c:pt>
                <c:pt idx="71">
                  <c:v>3891.76</c:v>
                </c:pt>
                <c:pt idx="72">
                  <c:v>3924.22</c:v>
                </c:pt>
                <c:pt idx="73">
                  <c:v>3935.6</c:v>
                </c:pt>
                <c:pt idx="74">
                  <c:v>3990.2</c:v>
                </c:pt>
                <c:pt idx="75">
                  <c:v>4200.58</c:v>
                </c:pt>
                <c:pt idx="76">
                  <c:v>4209.4</c:v>
                </c:pt>
                <c:pt idx="77">
                  <c:v>4225.58</c:v>
                </c:pt>
                <c:pt idx="78">
                  <c:v>4458.14</c:v>
                </c:pt>
                <c:pt idx="79">
                  <c:v>4598.44</c:v>
                </c:pt>
              </c:numCache>
            </c:numRef>
          </c:xVal>
          <c:yVal>
            <c:numRef>
              <c:f>Sheet1!$C$2:$C$81</c:f>
              <c:numCache>
                <c:formatCode>General</c:formatCode>
                <c:ptCount val="80"/>
                <c:pt idx="0">
                  <c:v>1821.47</c:v>
                </c:pt>
                <c:pt idx="1">
                  <c:v>2091.51</c:v>
                </c:pt>
                <c:pt idx="2">
                  <c:v>2119.6</c:v>
                </c:pt>
                <c:pt idx="3">
                  <c:v>2120.07</c:v>
                </c:pt>
                <c:pt idx="4">
                  <c:v>2127.3</c:v>
                </c:pt>
                <c:pt idx="5">
                  <c:v>2149.86</c:v>
                </c:pt>
                <c:pt idx="6">
                  <c:v>2174.07</c:v>
                </c:pt>
                <c:pt idx="7">
                  <c:v>2233.18</c:v>
                </c:pt>
                <c:pt idx="8">
                  <c:v>2295.8</c:v>
                </c:pt>
                <c:pt idx="9">
                  <c:v>2350.29</c:v>
                </c:pt>
                <c:pt idx="10">
                  <c:v>2364.83</c:v>
                </c:pt>
                <c:pt idx="11">
                  <c:v>2371</c:v>
                </c:pt>
                <c:pt idx="12">
                  <c:v>2381.96</c:v>
                </c:pt>
                <c:pt idx="13">
                  <c:v>2384.69</c:v>
                </c:pt>
                <c:pt idx="14">
                  <c:v>2468.05</c:v>
                </c:pt>
                <c:pt idx="15">
                  <c:v>2562.3</c:v>
                </c:pt>
                <c:pt idx="16">
                  <c:v>2600.35</c:v>
                </c:pt>
                <c:pt idx="17">
                  <c:v>2601.95</c:v>
                </c:pt>
                <c:pt idx="18">
                  <c:v>2641.13</c:v>
                </c:pt>
                <c:pt idx="19">
                  <c:v>2670.41</c:v>
                </c:pt>
                <c:pt idx="20">
                  <c:v>2701.53</c:v>
                </c:pt>
                <c:pt idx="21">
                  <c:v>2703.5</c:v>
                </c:pt>
                <c:pt idx="22">
                  <c:v>2707.6</c:v>
                </c:pt>
                <c:pt idx="23">
                  <c:v>2721.18</c:v>
                </c:pt>
                <c:pt idx="24">
                  <c:v>2791.78</c:v>
                </c:pt>
                <c:pt idx="25">
                  <c:v>2798.36</c:v>
                </c:pt>
                <c:pt idx="26">
                  <c:v>2817.77</c:v>
                </c:pt>
                <c:pt idx="27">
                  <c:v>2830.21</c:v>
                </c:pt>
                <c:pt idx="28">
                  <c:v>2921.7</c:v>
                </c:pt>
                <c:pt idx="29">
                  <c:v>2950.13</c:v>
                </c:pt>
                <c:pt idx="30">
                  <c:v>2986.47</c:v>
                </c:pt>
                <c:pt idx="31">
                  <c:v>3068.82</c:v>
                </c:pt>
                <c:pt idx="32">
                  <c:v>3106.3</c:v>
                </c:pt>
                <c:pt idx="33">
                  <c:v>3111.02</c:v>
                </c:pt>
                <c:pt idx="34">
                  <c:v>3138.4</c:v>
                </c:pt>
                <c:pt idx="35">
                  <c:v>3177.45</c:v>
                </c:pt>
                <c:pt idx="36">
                  <c:v>3184.12</c:v>
                </c:pt>
                <c:pt idx="37">
                  <c:v>3194.21</c:v>
                </c:pt>
                <c:pt idx="38">
                  <c:v>3214.4</c:v>
                </c:pt>
                <c:pt idx="39">
                  <c:v>3234.01</c:v>
                </c:pt>
                <c:pt idx="40">
                  <c:v>3245.27</c:v>
                </c:pt>
                <c:pt idx="41">
                  <c:v>3247.56</c:v>
                </c:pt>
                <c:pt idx="42">
                  <c:v>3248.42</c:v>
                </c:pt>
                <c:pt idx="43">
                  <c:v>3256.82</c:v>
                </c:pt>
                <c:pt idx="44">
                  <c:v>3264.21</c:v>
                </c:pt>
                <c:pt idx="45">
                  <c:v>3318.5</c:v>
                </c:pt>
                <c:pt idx="46">
                  <c:v>3365.29</c:v>
                </c:pt>
                <c:pt idx="47">
                  <c:v>3367.16</c:v>
                </c:pt>
                <c:pt idx="48">
                  <c:v>3384.3</c:v>
                </c:pt>
                <c:pt idx="49">
                  <c:v>3394.99</c:v>
                </c:pt>
                <c:pt idx="50">
                  <c:v>3419.65</c:v>
                </c:pt>
                <c:pt idx="51">
                  <c:v>3465.87</c:v>
                </c:pt>
                <c:pt idx="52">
                  <c:v>3524.54</c:v>
                </c:pt>
                <c:pt idx="53">
                  <c:v>3529.2</c:v>
                </c:pt>
                <c:pt idx="54">
                  <c:v>3535.24</c:v>
                </c:pt>
                <c:pt idx="55">
                  <c:v>3554.01</c:v>
                </c:pt>
                <c:pt idx="56">
                  <c:v>3577.86</c:v>
                </c:pt>
                <c:pt idx="57">
                  <c:v>3578.6</c:v>
                </c:pt>
                <c:pt idx="58">
                  <c:v>3581.43</c:v>
                </c:pt>
                <c:pt idx="59">
                  <c:v>3634.86</c:v>
                </c:pt>
                <c:pt idx="60">
                  <c:v>3636.99</c:v>
                </c:pt>
                <c:pt idx="61">
                  <c:v>3688.04</c:v>
                </c:pt>
                <c:pt idx="62">
                  <c:v>3690.17</c:v>
                </c:pt>
                <c:pt idx="63">
                  <c:v>3710.37</c:v>
                </c:pt>
                <c:pt idx="64">
                  <c:v>3724.98</c:v>
                </c:pt>
                <c:pt idx="65">
                  <c:v>3732.95</c:v>
                </c:pt>
                <c:pt idx="66">
                  <c:v>3747.86</c:v>
                </c:pt>
                <c:pt idx="67">
                  <c:v>3781.74</c:v>
                </c:pt>
                <c:pt idx="68">
                  <c:v>3852.68</c:v>
                </c:pt>
                <c:pt idx="69">
                  <c:v>3871.89</c:v>
                </c:pt>
                <c:pt idx="70">
                  <c:v>3886.03</c:v>
                </c:pt>
                <c:pt idx="71">
                  <c:v>3891.76</c:v>
                </c:pt>
                <c:pt idx="72">
                  <c:v>3924.22</c:v>
                </c:pt>
                <c:pt idx="73">
                  <c:v>3935.6</c:v>
                </c:pt>
                <c:pt idx="74">
                  <c:v>3990.2</c:v>
                </c:pt>
                <c:pt idx="75">
                  <c:v>4200.58</c:v>
                </c:pt>
                <c:pt idx="76">
                  <c:v>4209.4</c:v>
                </c:pt>
                <c:pt idx="77">
                  <c:v>4225.58</c:v>
                </c:pt>
                <c:pt idx="78">
                  <c:v>4458.14</c:v>
                </c:pt>
                <c:pt idx="79">
                  <c:v>4598.44</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5000"/>
          <c:min val="1500"/>
        </c:scaling>
        <c:delete val="0"/>
        <c:axPos val="b"/>
        <c:title>
          <c:tx>
            <c:rich>
              <a:bodyPr/>
              <a:lstStyle/>
              <a:p>
                <a:pPr>
                  <a:defRPr sz="700" b="0" i="0" u="none" strike="noStrike">
                    <a:solidFill>
                      <a:srgbClr val="6B7A8F"/>
                    </a:solidFill>
                    <a:latin typeface="Arial"/>
                  </a:defRPr>
                </a:pPr>
                <a:r>
                  <a:rPr sz="700" b="0" i="0" u="none" strike="noStrike">
                    <a:solidFill>
                      <a:srgbClr val="6B7A8F"/>
                    </a:solidFill>
                    <a:latin typeface="Arial"/>
                  </a:rPr>
                  <a:t>실측</a:t>
                </a:r>
              </a:p>
            </c:rich>
          </c:tx>
          <c:layout/>
          <c:overlay val="0"/>
        </c:title>
        <c:numFmt formatCode="0" sourceLinked="1"/>
        <c:majorTickMark val="none"/>
        <c:minorTickMark val="none"/>
        <c:tickLblPos val="nextTo"/>
        <c:spPr>
          <a:ln w="12700" cap="flat">
            <a:solidFill>
              <a:srgbClr val="888888"/>
            </a:solidFill>
            <a:prstDash val="solid"/>
            <a:round/>
          </a:ln>
        </c:spPr>
        <c:txPr>
          <a:bodyPr/>
          <a:lstStyle/>
          <a:p>
            <a:pPr>
              <a:defRPr sz="700" b="0" i="0" u="none" strike="noStrike">
                <a:solidFill>
                  <a:srgbClr val="6B7A8F"/>
                </a:solidFill>
                <a:latin typeface="Arial"/>
              </a:defRPr>
            </a:pPr>
            <a:endParaRPr lang="en-US"/>
          </a:p>
        </c:txPr>
        <c:crossAx val="2094734552"/>
        <c:crossesAt val="1500"/>
        <c:auto val="1"/>
        <c:lblAlgn val="ctr"/>
        <c:noMultiLvlLbl val="1"/>
        <c:majorUnit val="1000"/>
      </c:valAx>
      <c:valAx>
        <c:axId val="2094734552"/>
        <c:scaling>
          <c:orientation val="minMax"/>
          <c:max val="5000"/>
          <c:min val="1500"/>
        </c:scaling>
        <c:delete val="0"/>
        <c:axPos val="l"/>
        <c:majorGridlines>
          <c:spPr>
            <a:ln w="6350" cap="flat">
              <a:solidFill>
                <a:srgbClr val="EEF1F5"/>
              </a:solidFill>
              <a:prstDash val="solid"/>
              <a:round/>
            </a:ln>
          </c:spPr>
        </c:majorGridlines>
        <c:title>
          <c:tx>
            <c:rich>
              <a:bodyPr/>
              <a:lstStyle/>
              <a:p>
                <a:pPr>
                  <a:defRPr sz="700" b="0" i="0" u="none" strike="noStrike">
                    <a:solidFill>
                      <a:srgbClr val="6B7A8F"/>
                    </a:solidFill>
                    <a:latin typeface="Arial"/>
                  </a:defRPr>
                </a:pPr>
                <a:r>
                  <a:rPr sz="700" b="0" i="0" u="none" strike="noStrike">
                    <a:solidFill>
                      <a:srgbClr val="6B7A8F"/>
                    </a:solidFill>
                    <a:latin typeface="Arial"/>
                  </a:rPr>
                  <a:t>예측</a:t>
                </a:r>
              </a:p>
            </c:rich>
          </c:tx>
          <c:layout/>
          <c:overlay val="0"/>
        </c:title>
        <c:numFmt formatCode="0" sourceLinked="0"/>
        <c:majorTickMark val="none"/>
        <c:minorTickMark val="none"/>
        <c:tickLblPos val="nextTo"/>
        <c:spPr>
          <a:ln w="12700" cap="flat">
            <a:solidFill>
              <a:srgbClr val="888888"/>
            </a:solidFill>
            <a:prstDash val="solid"/>
            <a:round/>
          </a:ln>
        </c:spPr>
        <c:txPr>
          <a:bodyPr/>
          <a:lstStyle/>
          <a:p>
            <a:pPr>
              <a:defRPr sz="700" b="0" i="0" u="none" strike="noStrike">
                <a:solidFill>
                  <a:srgbClr val="6B7A8F"/>
                </a:solidFill>
                <a:latin typeface="Arial"/>
              </a:defRPr>
            </a:pPr>
            <a:endParaRPr lang="en-US"/>
          </a:p>
        </c:txPr>
        <c:crossAx val="2094734554"/>
        <c:crossesAt val="1500"/>
        <c:crossBetween val="midCat"/>
        <c:majorUnit val="1000"/>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예측</c:v>
                </c:pt>
              </c:strCache>
            </c:strRef>
          </c:tx>
          <c:spPr>
            <a:solidFill>
              <a:srgbClr val="2C4E82"/>
            </a:solidFill>
            <a:ln>
              <a:noFill/>
            </a:ln>
            <a:effectLst/>
          </c:spPr>
          <c:marker>
            <c:symbol val="circle"/>
            <c:size val="4"/>
            <c:spPr>
              <a:solidFill>
                <a:srgbClr val="2C4E82"/>
              </a:solidFill>
              <a:ln w="9525" cap="flat">
                <a:solidFill>
                  <a:srgbClr val="2C4E82"/>
                </a:solidFill>
                <a:prstDash val="solid"/>
                <a:round/>
              </a:ln>
              <a:effectLst/>
            </c:spPr>
          </c:marker>
          <c:xVal>
            <c:numRef>
              <c:f>Sheet1!$A$2:$A$81</c:f>
              <c:numCache>
                <c:formatCode>General</c:formatCode>
                <c:ptCount val="80"/>
                <c:pt idx="0">
                  <c:v>0.584882426</c:v>
                </c:pt>
                <c:pt idx="1">
                  <c:v>0.605650738</c:v>
                </c:pt>
                <c:pt idx="2">
                  <c:v>0.726824545</c:v>
                </c:pt>
                <c:pt idx="3">
                  <c:v>0.728470038</c:v>
                </c:pt>
                <c:pt idx="4">
                  <c:v>0.734951316</c:v>
                </c:pt>
                <c:pt idx="5">
                  <c:v>0.748612919</c:v>
                </c:pt>
                <c:pt idx="6">
                  <c:v>0.757203623</c:v>
                </c:pt>
                <c:pt idx="7">
                  <c:v>0.765743386</c:v>
                </c:pt>
                <c:pt idx="8">
                  <c:v>0.772550667</c:v>
                </c:pt>
                <c:pt idx="9">
                  <c:v>0.781788783</c:v>
                </c:pt>
                <c:pt idx="10">
                  <c:v>0.795183524</c:v>
                </c:pt>
                <c:pt idx="11">
                  <c:v>0.795405597</c:v>
                </c:pt>
                <c:pt idx="12">
                  <c:v>0.796146445</c:v>
                </c:pt>
                <c:pt idx="13">
                  <c:v>0.808740892</c:v>
                </c:pt>
                <c:pt idx="14">
                  <c:v>0.810370518</c:v>
                </c:pt>
                <c:pt idx="15">
                  <c:v>0.819771382</c:v>
                </c:pt>
                <c:pt idx="16">
                  <c:v>0.821629501</c:v>
                </c:pt>
                <c:pt idx="17">
                  <c:v>0.828424868</c:v>
                </c:pt>
                <c:pt idx="18">
                  <c:v>0.843086075</c:v>
                </c:pt>
                <c:pt idx="19">
                  <c:v>0.844375699</c:v>
                </c:pt>
                <c:pt idx="20">
                  <c:v>0.862420517</c:v>
                </c:pt>
                <c:pt idx="21">
                  <c:v>0.865380588</c:v>
                </c:pt>
                <c:pt idx="22">
                  <c:v>0.871431161</c:v>
                </c:pt>
                <c:pt idx="23">
                  <c:v>0.873308103</c:v>
                </c:pt>
                <c:pt idx="24">
                  <c:v>0.884681361</c:v>
                </c:pt>
                <c:pt idx="25">
                  <c:v>0.885521395</c:v>
                </c:pt>
                <c:pt idx="26">
                  <c:v>0.893496611</c:v>
                </c:pt>
                <c:pt idx="27">
                  <c:v>0.901432885</c:v>
                </c:pt>
                <c:pt idx="28">
                  <c:v>0.9111329</c:v>
                </c:pt>
                <c:pt idx="29">
                  <c:v>0.919437971</c:v>
                </c:pt>
                <c:pt idx="30">
                  <c:v>0.935863374</c:v>
                </c:pt>
                <c:pt idx="31">
                  <c:v>0.969067194</c:v>
                </c:pt>
                <c:pt idx="32">
                  <c:v>0.971794981</c:v>
                </c:pt>
                <c:pt idx="33">
                  <c:v>0.992008445</c:v>
                </c:pt>
                <c:pt idx="34">
                  <c:v>0.996138481</c:v>
                </c:pt>
                <c:pt idx="35">
                  <c:v>1.010692418</c:v>
                </c:pt>
                <c:pt idx="36">
                  <c:v>1.021856809</c:v>
                </c:pt>
                <c:pt idx="37">
                  <c:v>1.027783872</c:v>
                </c:pt>
                <c:pt idx="38">
                  <c:v>1.032446115</c:v>
                </c:pt>
                <c:pt idx="39">
                  <c:v>1.032783478</c:v>
                </c:pt>
                <c:pt idx="40">
                  <c:v>1.033468543</c:v>
                </c:pt>
                <c:pt idx="41">
                  <c:v>1.041539733</c:v>
                </c:pt>
                <c:pt idx="42">
                  <c:v>1.054351128</c:v>
                </c:pt>
                <c:pt idx="43">
                  <c:v>1.054519587</c:v>
                </c:pt>
                <c:pt idx="44">
                  <c:v>1.065134546</c:v>
                </c:pt>
                <c:pt idx="45">
                  <c:v>1.068463662</c:v>
                </c:pt>
                <c:pt idx="46">
                  <c:v>1.083845877</c:v>
                </c:pt>
                <c:pt idx="47">
                  <c:v>1.08543856</c:v>
                </c:pt>
                <c:pt idx="48">
                  <c:v>1.094505515</c:v>
                </c:pt>
                <c:pt idx="49">
                  <c:v>1.108262504</c:v>
                </c:pt>
                <c:pt idx="50">
                  <c:v>1.113285924</c:v>
                </c:pt>
                <c:pt idx="51">
                  <c:v>1.116022496</c:v>
                </c:pt>
                <c:pt idx="52">
                  <c:v>1.124155157</c:v>
                </c:pt>
                <c:pt idx="53">
                  <c:v>1.135657194</c:v>
                </c:pt>
                <c:pt idx="54">
                  <c:v>1.14031284</c:v>
                </c:pt>
                <c:pt idx="55">
                  <c:v>1.155297231</c:v>
                </c:pt>
                <c:pt idx="56">
                  <c:v>1.156021578</c:v>
                </c:pt>
                <c:pt idx="57">
                  <c:v>1.156105283</c:v>
                </c:pt>
                <c:pt idx="58">
                  <c:v>1.15620245</c:v>
                </c:pt>
                <c:pt idx="59">
                  <c:v>1.163640909</c:v>
                </c:pt>
                <c:pt idx="60">
                  <c:v>1.170975867</c:v>
                </c:pt>
                <c:pt idx="61">
                  <c:v>1.183900632</c:v>
                </c:pt>
                <c:pt idx="62">
                  <c:v>1.197018043</c:v>
                </c:pt>
                <c:pt idx="63">
                  <c:v>1.208517797</c:v>
                </c:pt>
                <c:pt idx="64">
                  <c:v>1.247310638</c:v>
                </c:pt>
                <c:pt idx="65">
                  <c:v>1.254194501</c:v>
                </c:pt>
                <c:pt idx="66">
                  <c:v>1.289034723</c:v>
                </c:pt>
                <c:pt idx="67">
                  <c:v>1.30235535</c:v>
                </c:pt>
                <c:pt idx="68">
                  <c:v>1.31320588</c:v>
                </c:pt>
                <c:pt idx="69">
                  <c:v>1.321613762</c:v>
                </c:pt>
                <c:pt idx="70">
                  <c:v>1.34560481</c:v>
                </c:pt>
                <c:pt idx="71">
                  <c:v>1.36072877</c:v>
                </c:pt>
                <c:pt idx="72">
                  <c:v>1.432112942</c:v>
                </c:pt>
                <c:pt idx="73">
                  <c:v>1.438402324</c:v>
                </c:pt>
                <c:pt idx="74">
                  <c:v>1.448915893</c:v>
                </c:pt>
                <c:pt idx="75">
                  <c:v>1.456922837</c:v>
                </c:pt>
                <c:pt idx="76">
                  <c:v>1.4676181</c:v>
                </c:pt>
                <c:pt idx="77">
                  <c:v>1.482587711</c:v>
                </c:pt>
                <c:pt idx="78">
                  <c:v>1.49555186</c:v>
                </c:pt>
                <c:pt idx="79">
                  <c:v>1.894579299</c:v>
                </c:pt>
              </c:numCache>
            </c:numRef>
          </c:xVal>
          <c:yVal>
            <c:numRef>
              <c:f>Sheet1!$B$2:$B$81</c:f>
              <c:numCache>
                <c:formatCode>General</c:formatCode>
                <c:ptCount val="80"/>
                <c:pt idx="0">
                  <c:v>0.6178298389458924</c:v>
                </c:pt>
                <c:pt idx="1">
                  <c:v>0.6356988130286223</c:v>
                </c:pt>
                <c:pt idx="2">
                  <c:v>0.7235102745217472</c:v>
                </c:pt>
                <c:pt idx="3">
                  <c:v>0.7103006976315137</c:v>
                </c:pt>
                <c:pt idx="4">
                  <c:v>0.7514211288885446</c:v>
                </c:pt>
                <c:pt idx="5">
                  <c:v>0.7815027803905544</c:v>
                </c:pt>
                <c:pt idx="6">
                  <c:v>0.7409721899830584</c:v>
                </c:pt>
                <c:pt idx="7">
                  <c:v>0.7506918862672347</c:v>
                </c:pt>
                <c:pt idx="8">
                  <c:v>0.7738543144321353</c:v>
                </c:pt>
                <c:pt idx="9">
                  <c:v>0.7960760494769914</c:v>
                </c:pt>
                <c:pt idx="10">
                  <c:v>0.8132435784692865</c:v>
                </c:pt>
                <c:pt idx="11">
                  <c:v>0.7900414042506095</c:v>
                </c:pt>
                <c:pt idx="12">
                  <c:v>0.7832450713397551</c:v>
                </c:pt>
                <c:pt idx="13">
                  <c:v>0.8829343238321491</c:v>
                </c:pt>
                <c:pt idx="14">
                  <c:v>0.8096705277464337</c:v>
                </c:pt>
                <c:pt idx="15">
                  <c:v>0.8306189679741667</c:v>
                </c:pt>
                <c:pt idx="16">
                  <c:v>0.8488464580131851</c:v>
                </c:pt>
                <c:pt idx="17">
                  <c:v>0.839189505184528</c:v>
                </c:pt>
                <c:pt idx="18">
                  <c:v>0.824366969820407</c:v>
                </c:pt>
                <c:pt idx="19">
                  <c:v>0.8728374170667839</c:v>
                </c:pt>
                <c:pt idx="20">
                  <c:v>0.8564508268503273</c:v>
                </c:pt>
                <c:pt idx="21">
                  <c:v>0.8511898585066336</c:v>
                </c:pt>
                <c:pt idx="22">
                  <c:v>0.8794485267803299</c:v>
                </c:pt>
                <c:pt idx="23">
                  <c:v>0.8990410208352373</c:v>
                </c:pt>
                <c:pt idx="24">
                  <c:v>0.9032757739880117</c:v>
                </c:pt>
                <c:pt idx="25">
                  <c:v>0.8820664948623146</c:v>
                </c:pt>
                <c:pt idx="26">
                  <c:v>0.8713796770205684</c:v>
                </c:pt>
                <c:pt idx="27">
                  <c:v>0.9096021378051525</c:v>
                </c:pt>
                <c:pt idx="28">
                  <c:v>0.8857122758114937</c:v>
                </c:pt>
                <c:pt idx="29">
                  <c:v>0.8603522158736812</c:v>
                </c:pt>
                <c:pt idx="30">
                  <c:v>0.9407460783235936</c:v>
                </c:pt>
                <c:pt idx="31">
                  <c:v>0.959301581813618</c:v>
                </c:pt>
                <c:pt idx="32">
                  <c:v>0.9827972309030636</c:v>
                </c:pt>
                <c:pt idx="33">
                  <c:v>0.989742597686508</c:v>
                </c:pt>
                <c:pt idx="34">
                  <c:v>1.024792734754425</c:v>
                </c:pt>
                <c:pt idx="35">
                  <c:v>0.9845545931104814</c:v>
                </c:pt>
                <c:pt idx="36">
                  <c:v>1.051186900880139</c:v>
                </c:pt>
                <c:pt idx="37">
                  <c:v>1.046242118668267</c:v>
                </c:pt>
                <c:pt idx="38">
                  <c:v>1.0276873788827738</c:v>
                </c:pt>
                <c:pt idx="39">
                  <c:v>1.0286854479765044</c:v>
                </c:pt>
                <c:pt idx="40">
                  <c:v>1.0237012770103762</c:v>
                </c:pt>
                <c:pt idx="41">
                  <c:v>1.0500079449602755</c:v>
                </c:pt>
                <c:pt idx="42">
                  <c:v>1.0444506702680445</c:v>
                </c:pt>
                <c:pt idx="43">
                  <c:v>1.0169727800865993</c:v>
                </c:pt>
                <c:pt idx="44">
                  <c:v>1.0419610512815802</c:v>
                </c:pt>
                <c:pt idx="45">
                  <c:v>1.077255594629233</c:v>
                </c:pt>
                <c:pt idx="46">
                  <c:v>1.0642182745759314</c:v>
                </c:pt>
                <c:pt idx="47">
                  <c:v>1.0681094750236877</c:v>
                </c:pt>
                <c:pt idx="48">
                  <c:v>1.1067155457089748</c:v>
                </c:pt>
                <c:pt idx="49">
                  <c:v>1.118671322051823</c:v>
                </c:pt>
                <c:pt idx="50">
                  <c:v>1.129390429854523</c:v>
                </c:pt>
                <c:pt idx="51">
                  <c:v>1.0913854860955414</c:v>
                </c:pt>
                <c:pt idx="52">
                  <c:v>1.1332942949257876</c:v>
                </c:pt>
                <c:pt idx="53">
                  <c:v>1.1453653392037406</c:v>
                </c:pt>
                <c:pt idx="54">
                  <c:v>1.1426727263706593</c:v>
                </c:pt>
                <c:pt idx="55">
                  <c:v>1.1398803120947403</c:v>
                </c:pt>
                <c:pt idx="56">
                  <c:v>1.1308206904929952</c:v>
                </c:pt>
                <c:pt idx="57">
                  <c:v>1.1811230932397663</c:v>
                </c:pt>
                <c:pt idx="58">
                  <c:v>1.1182148427353826</c:v>
                </c:pt>
                <c:pt idx="59">
                  <c:v>1.1588015982150592</c:v>
                </c:pt>
                <c:pt idx="60">
                  <c:v>1.1585129100995617</c:v>
                </c:pt>
                <c:pt idx="61">
                  <c:v>1.15243507736639</c:v>
                </c:pt>
                <c:pt idx="62">
                  <c:v>1.1755284541828022</c:v>
                </c:pt>
                <c:pt idx="63">
                  <c:v>1.2056576024685666</c:v>
                </c:pt>
                <c:pt idx="64">
                  <c:v>1.2504765197851277</c:v>
                </c:pt>
                <c:pt idx="65">
                  <c:v>1.2682882793924628</c:v>
                </c:pt>
                <c:pt idx="66">
                  <c:v>1.366893837179022</c:v>
                </c:pt>
                <c:pt idx="67">
                  <c:v>1.3366487536536327</c:v>
                </c:pt>
                <c:pt idx="68">
                  <c:v>1.3310294711517259</c:v>
                </c:pt>
                <c:pt idx="69">
                  <c:v>1.2991295065755422</c:v>
                </c:pt>
                <c:pt idx="70">
                  <c:v>1.2946384002090692</c:v>
                </c:pt>
                <c:pt idx="71">
                  <c:v>1.4100263133777031</c:v>
                </c:pt>
                <c:pt idx="72">
                  <c:v>1.4201154932026814</c:v>
                </c:pt>
                <c:pt idx="73">
                  <c:v>1.3798489310574902</c:v>
                </c:pt>
                <c:pt idx="74">
                  <c:v>1.4059719386013114</c:v>
                </c:pt>
                <c:pt idx="75">
                  <c:v>1.4455150660035883</c:v>
                </c:pt>
                <c:pt idx="76">
                  <c:v>1.439246334499035</c:v>
                </c:pt>
                <c:pt idx="77">
                  <c:v>1.5001717077045131</c:v>
                </c:pt>
                <c:pt idx="78">
                  <c:v>1.4535932495461894</c:v>
                </c:pt>
                <c:pt idx="79">
                  <c:v>1.8719418810989064</c:v>
                </c:pt>
              </c:numCache>
            </c:numRef>
          </c:yVal>
          <c:smooth val="0"/>
        </c:ser>
        <c:ser>
          <c:idx val="1"/>
          <c:order val="1"/>
          <c:tx>
            <c:strRef>
              <c:f>Sheet1!$C$1</c:f>
              <c:strCache>
                <c:ptCount val="1"/>
                <c:pt idx="0">
                  <c:v>실측=예측</c:v>
                </c:pt>
              </c:strCache>
            </c:strRef>
          </c:tx>
          <c:spPr>
            <a:solidFill>
              <a:srgbClr val="C0392B"/>
            </a:solidFill>
            <a:ln w="12700" cap="flat">
              <a:solidFill>
                <a:srgbClr val="C0392B"/>
              </a:solidFill>
              <a:prstDash val="solid"/>
              <a:round/>
            </a:ln>
            <a:effectLst/>
          </c:spPr>
          <c:marker>
            <c:symbol val="none"/>
          </c:marker>
          <c:xVal>
            <c:numRef>
              <c:f>Sheet1!$A$2:$A$81</c:f>
              <c:numCache>
                <c:formatCode>General</c:formatCode>
                <c:ptCount val="80"/>
                <c:pt idx="0">
                  <c:v>0.584882426</c:v>
                </c:pt>
                <c:pt idx="1">
                  <c:v>0.605650738</c:v>
                </c:pt>
                <c:pt idx="2">
                  <c:v>0.726824545</c:v>
                </c:pt>
                <c:pt idx="3">
                  <c:v>0.728470038</c:v>
                </c:pt>
                <c:pt idx="4">
                  <c:v>0.734951316</c:v>
                </c:pt>
                <c:pt idx="5">
                  <c:v>0.748612919</c:v>
                </c:pt>
                <c:pt idx="6">
                  <c:v>0.757203623</c:v>
                </c:pt>
                <c:pt idx="7">
                  <c:v>0.765743386</c:v>
                </c:pt>
                <c:pt idx="8">
                  <c:v>0.772550667</c:v>
                </c:pt>
                <c:pt idx="9">
                  <c:v>0.781788783</c:v>
                </c:pt>
                <c:pt idx="10">
                  <c:v>0.795183524</c:v>
                </c:pt>
                <c:pt idx="11">
                  <c:v>0.795405597</c:v>
                </c:pt>
                <c:pt idx="12">
                  <c:v>0.796146445</c:v>
                </c:pt>
                <c:pt idx="13">
                  <c:v>0.808740892</c:v>
                </c:pt>
                <c:pt idx="14">
                  <c:v>0.810370518</c:v>
                </c:pt>
                <c:pt idx="15">
                  <c:v>0.819771382</c:v>
                </c:pt>
                <c:pt idx="16">
                  <c:v>0.821629501</c:v>
                </c:pt>
                <c:pt idx="17">
                  <c:v>0.828424868</c:v>
                </c:pt>
                <c:pt idx="18">
                  <c:v>0.843086075</c:v>
                </c:pt>
                <c:pt idx="19">
                  <c:v>0.844375699</c:v>
                </c:pt>
                <c:pt idx="20">
                  <c:v>0.862420517</c:v>
                </c:pt>
                <c:pt idx="21">
                  <c:v>0.865380588</c:v>
                </c:pt>
                <c:pt idx="22">
                  <c:v>0.871431161</c:v>
                </c:pt>
                <c:pt idx="23">
                  <c:v>0.873308103</c:v>
                </c:pt>
                <c:pt idx="24">
                  <c:v>0.884681361</c:v>
                </c:pt>
                <c:pt idx="25">
                  <c:v>0.885521395</c:v>
                </c:pt>
                <c:pt idx="26">
                  <c:v>0.893496611</c:v>
                </c:pt>
                <c:pt idx="27">
                  <c:v>0.901432885</c:v>
                </c:pt>
                <c:pt idx="28">
                  <c:v>0.9111329</c:v>
                </c:pt>
                <c:pt idx="29">
                  <c:v>0.919437971</c:v>
                </c:pt>
                <c:pt idx="30">
                  <c:v>0.935863374</c:v>
                </c:pt>
                <c:pt idx="31">
                  <c:v>0.969067194</c:v>
                </c:pt>
                <c:pt idx="32">
                  <c:v>0.971794981</c:v>
                </c:pt>
                <c:pt idx="33">
                  <c:v>0.992008445</c:v>
                </c:pt>
                <c:pt idx="34">
                  <c:v>0.996138481</c:v>
                </c:pt>
                <c:pt idx="35">
                  <c:v>1.010692418</c:v>
                </c:pt>
                <c:pt idx="36">
                  <c:v>1.021856809</c:v>
                </c:pt>
                <c:pt idx="37">
                  <c:v>1.027783872</c:v>
                </c:pt>
                <c:pt idx="38">
                  <c:v>1.032446115</c:v>
                </c:pt>
                <c:pt idx="39">
                  <c:v>1.032783478</c:v>
                </c:pt>
                <c:pt idx="40">
                  <c:v>1.033468543</c:v>
                </c:pt>
                <c:pt idx="41">
                  <c:v>1.041539733</c:v>
                </c:pt>
                <c:pt idx="42">
                  <c:v>1.054351128</c:v>
                </c:pt>
                <c:pt idx="43">
                  <c:v>1.054519587</c:v>
                </c:pt>
                <c:pt idx="44">
                  <c:v>1.065134546</c:v>
                </c:pt>
                <c:pt idx="45">
                  <c:v>1.068463662</c:v>
                </c:pt>
                <c:pt idx="46">
                  <c:v>1.083845877</c:v>
                </c:pt>
                <c:pt idx="47">
                  <c:v>1.08543856</c:v>
                </c:pt>
                <c:pt idx="48">
                  <c:v>1.094505515</c:v>
                </c:pt>
                <c:pt idx="49">
                  <c:v>1.108262504</c:v>
                </c:pt>
                <c:pt idx="50">
                  <c:v>1.113285924</c:v>
                </c:pt>
                <c:pt idx="51">
                  <c:v>1.116022496</c:v>
                </c:pt>
                <c:pt idx="52">
                  <c:v>1.124155157</c:v>
                </c:pt>
                <c:pt idx="53">
                  <c:v>1.135657194</c:v>
                </c:pt>
                <c:pt idx="54">
                  <c:v>1.14031284</c:v>
                </c:pt>
                <c:pt idx="55">
                  <c:v>1.155297231</c:v>
                </c:pt>
                <c:pt idx="56">
                  <c:v>1.156021578</c:v>
                </c:pt>
                <c:pt idx="57">
                  <c:v>1.156105283</c:v>
                </c:pt>
                <c:pt idx="58">
                  <c:v>1.15620245</c:v>
                </c:pt>
                <c:pt idx="59">
                  <c:v>1.163640909</c:v>
                </c:pt>
                <c:pt idx="60">
                  <c:v>1.170975867</c:v>
                </c:pt>
                <c:pt idx="61">
                  <c:v>1.183900632</c:v>
                </c:pt>
                <c:pt idx="62">
                  <c:v>1.197018043</c:v>
                </c:pt>
                <c:pt idx="63">
                  <c:v>1.208517797</c:v>
                </c:pt>
                <c:pt idx="64">
                  <c:v>1.247310638</c:v>
                </c:pt>
                <c:pt idx="65">
                  <c:v>1.254194501</c:v>
                </c:pt>
                <c:pt idx="66">
                  <c:v>1.289034723</c:v>
                </c:pt>
                <c:pt idx="67">
                  <c:v>1.30235535</c:v>
                </c:pt>
                <c:pt idx="68">
                  <c:v>1.31320588</c:v>
                </c:pt>
                <c:pt idx="69">
                  <c:v>1.321613762</c:v>
                </c:pt>
                <c:pt idx="70">
                  <c:v>1.34560481</c:v>
                </c:pt>
                <c:pt idx="71">
                  <c:v>1.36072877</c:v>
                </c:pt>
                <c:pt idx="72">
                  <c:v>1.432112942</c:v>
                </c:pt>
                <c:pt idx="73">
                  <c:v>1.438402324</c:v>
                </c:pt>
                <c:pt idx="74">
                  <c:v>1.448915893</c:v>
                </c:pt>
                <c:pt idx="75">
                  <c:v>1.456922837</c:v>
                </c:pt>
                <c:pt idx="76">
                  <c:v>1.4676181</c:v>
                </c:pt>
                <c:pt idx="77">
                  <c:v>1.482587711</c:v>
                </c:pt>
                <c:pt idx="78">
                  <c:v>1.49555186</c:v>
                </c:pt>
                <c:pt idx="79">
                  <c:v>1.894579299</c:v>
                </c:pt>
              </c:numCache>
            </c:numRef>
          </c:xVal>
          <c:yVal>
            <c:numRef>
              <c:f>Sheet1!$C$2:$C$81</c:f>
              <c:numCache>
                <c:formatCode>General</c:formatCode>
                <c:ptCount val="80"/>
                <c:pt idx="0">
                  <c:v>0.584882426</c:v>
                </c:pt>
                <c:pt idx="1">
                  <c:v>0.605650738</c:v>
                </c:pt>
                <c:pt idx="2">
                  <c:v>0.726824545</c:v>
                </c:pt>
                <c:pt idx="3">
                  <c:v>0.728470038</c:v>
                </c:pt>
                <c:pt idx="4">
                  <c:v>0.734951316</c:v>
                </c:pt>
                <c:pt idx="5">
                  <c:v>0.748612919</c:v>
                </c:pt>
                <c:pt idx="6">
                  <c:v>0.757203623</c:v>
                </c:pt>
                <c:pt idx="7">
                  <c:v>0.765743386</c:v>
                </c:pt>
                <c:pt idx="8">
                  <c:v>0.772550667</c:v>
                </c:pt>
                <c:pt idx="9">
                  <c:v>0.781788783</c:v>
                </c:pt>
                <c:pt idx="10">
                  <c:v>0.795183524</c:v>
                </c:pt>
                <c:pt idx="11">
                  <c:v>0.795405597</c:v>
                </c:pt>
                <c:pt idx="12">
                  <c:v>0.796146445</c:v>
                </c:pt>
                <c:pt idx="13">
                  <c:v>0.808740892</c:v>
                </c:pt>
                <c:pt idx="14">
                  <c:v>0.810370518</c:v>
                </c:pt>
                <c:pt idx="15">
                  <c:v>0.819771382</c:v>
                </c:pt>
                <c:pt idx="16">
                  <c:v>0.821629501</c:v>
                </c:pt>
                <c:pt idx="17">
                  <c:v>0.828424868</c:v>
                </c:pt>
                <c:pt idx="18">
                  <c:v>0.843086075</c:v>
                </c:pt>
                <c:pt idx="19">
                  <c:v>0.844375699</c:v>
                </c:pt>
                <c:pt idx="20">
                  <c:v>0.862420517</c:v>
                </c:pt>
                <c:pt idx="21">
                  <c:v>0.865380588</c:v>
                </c:pt>
                <c:pt idx="22">
                  <c:v>0.871431161</c:v>
                </c:pt>
                <c:pt idx="23">
                  <c:v>0.873308103</c:v>
                </c:pt>
                <c:pt idx="24">
                  <c:v>0.884681361</c:v>
                </c:pt>
                <c:pt idx="25">
                  <c:v>0.885521395</c:v>
                </c:pt>
                <c:pt idx="26">
                  <c:v>0.893496611</c:v>
                </c:pt>
                <c:pt idx="27">
                  <c:v>0.901432885</c:v>
                </c:pt>
                <c:pt idx="28">
                  <c:v>0.9111329</c:v>
                </c:pt>
                <c:pt idx="29">
                  <c:v>0.919437971</c:v>
                </c:pt>
                <c:pt idx="30">
                  <c:v>0.935863374</c:v>
                </c:pt>
                <c:pt idx="31">
                  <c:v>0.969067194</c:v>
                </c:pt>
                <c:pt idx="32">
                  <c:v>0.971794981</c:v>
                </c:pt>
                <c:pt idx="33">
                  <c:v>0.992008445</c:v>
                </c:pt>
                <c:pt idx="34">
                  <c:v>0.996138481</c:v>
                </c:pt>
                <c:pt idx="35">
                  <c:v>1.010692418</c:v>
                </c:pt>
                <c:pt idx="36">
                  <c:v>1.021856809</c:v>
                </c:pt>
                <c:pt idx="37">
                  <c:v>1.027783872</c:v>
                </c:pt>
                <c:pt idx="38">
                  <c:v>1.032446115</c:v>
                </c:pt>
                <c:pt idx="39">
                  <c:v>1.032783478</c:v>
                </c:pt>
                <c:pt idx="40">
                  <c:v>1.033468543</c:v>
                </c:pt>
                <c:pt idx="41">
                  <c:v>1.041539733</c:v>
                </c:pt>
                <c:pt idx="42">
                  <c:v>1.054351128</c:v>
                </c:pt>
                <c:pt idx="43">
                  <c:v>1.054519587</c:v>
                </c:pt>
                <c:pt idx="44">
                  <c:v>1.065134546</c:v>
                </c:pt>
                <c:pt idx="45">
                  <c:v>1.068463662</c:v>
                </c:pt>
                <c:pt idx="46">
                  <c:v>1.083845877</c:v>
                </c:pt>
                <c:pt idx="47">
                  <c:v>1.08543856</c:v>
                </c:pt>
                <c:pt idx="48">
                  <c:v>1.094505515</c:v>
                </c:pt>
                <c:pt idx="49">
                  <c:v>1.108262504</c:v>
                </c:pt>
                <c:pt idx="50">
                  <c:v>1.113285924</c:v>
                </c:pt>
                <c:pt idx="51">
                  <c:v>1.116022496</c:v>
                </c:pt>
                <c:pt idx="52">
                  <c:v>1.124155157</c:v>
                </c:pt>
                <c:pt idx="53">
                  <c:v>1.135657194</c:v>
                </c:pt>
                <c:pt idx="54">
                  <c:v>1.14031284</c:v>
                </c:pt>
                <c:pt idx="55">
                  <c:v>1.155297231</c:v>
                </c:pt>
                <c:pt idx="56">
                  <c:v>1.156021578</c:v>
                </c:pt>
                <c:pt idx="57">
                  <c:v>1.156105283</c:v>
                </c:pt>
                <c:pt idx="58">
                  <c:v>1.15620245</c:v>
                </c:pt>
                <c:pt idx="59">
                  <c:v>1.163640909</c:v>
                </c:pt>
                <c:pt idx="60">
                  <c:v>1.170975867</c:v>
                </c:pt>
                <c:pt idx="61">
                  <c:v>1.183900632</c:v>
                </c:pt>
                <c:pt idx="62">
                  <c:v>1.197018043</c:v>
                </c:pt>
                <c:pt idx="63">
                  <c:v>1.208517797</c:v>
                </c:pt>
                <c:pt idx="64">
                  <c:v>1.247310638</c:v>
                </c:pt>
                <c:pt idx="65">
                  <c:v>1.254194501</c:v>
                </c:pt>
                <c:pt idx="66">
                  <c:v>1.289034723</c:v>
                </c:pt>
                <c:pt idx="67">
                  <c:v>1.30235535</c:v>
                </c:pt>
                <c:pt idx="68">
                  <c:v>1.31320588</c:v>
                </c:pt>
                <c:pt idx="69">
                  <c:v>1.321613762</c:v>
                </c:pt>
                <c:pt idx="70">
                  <c:v>1.34560481</c:v>
                </c:pt>
                <c:pt idx="71">
                  <c:v>1.36072877</c:v>
                </c:pt>
                <c:pt idx="72">
                  <c:v>1.432112942</c:v>
                </c:pt>
                <c:pt idx="73">
                  <c:v>1.438402324</c:v>
                </c:pt>
                <c:pt idx="74">
                  <c:v>1.448915893</c:v>
                </c:pt>
                <c:pt idx="75">
                  <c:v>1.456922837</c:v>
                </c:pt>
                <c:pt idx="76">
                  <c:v>1.4676181</c:v>
                </c:pt>
                <c:pt idx="77">
                  <c:v>1.482587711</c:v>
                </c:pt>
                <c:pt idx="78">
                  <c:v>1.49555186</c:v>
                </c:pt>
                <c:pt idx="79">
                  <c:v>1.894579299</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2"/>
          <c:min val="0.4"/>
        </c:scaling>
        <c:delete val="0"/>
        <c:axPos val="b"/>
        <c:title>
          <c:tx>
            <c:rich>
              <a:bodyPr/>
              <a:lstStyle/>
              <a:p>
                <a:pPr>
                  <a:defRPr sz="700" b="0" i="0" u="none" strike="noStrike">
                    <a:solidFill>
                      <a:srgbClr val="6B7A8F"/>
                    </a:solidFill>
                    <a:latin typeface="Arial"/>
                  </a:defRPr>
                </a:pPr>
                <a:r>
                  <a:rPr sz="700" b="0" i="0" u="none" strike="noStrike">
                    <a:solidFill>
                      <a:srgbClr val="6B7A8F"/>
                    </a:solidFill>
                    <a:latin typeface="Arial"/>
                  </a:rPr>
                  <a:t>실측</a:t>
                </a:r>
              </a:p>
            </c:rich>
          </c:tx>
          <c:layout/>
          <c:overlay val="0"/>
        </c:title>
        <c:numFmt formatCode="0.0" sourceLinked="1"/>
        <c:majorTickMark val="none"/>
        <c:minorTickMark val="none"/>
        <c:tickLblPos val="nextTo"/>
        <c:spPr>
          <a:ln w="12700" cap="flat">
            <a:solidFill>
              <a:srgbClr val="888888"/>
            </a:solidFill>
            <a:prstDash val="solid"/>
            <a:round/>
          </a:ln>
        </c:spPr>
        <c:txPr>
          <a:bodyPr/>
          <a:lstStyle/>
          <a:p>
            <a:pPr>
              <a:defRPr sz="700" b="0" i="0" u="none" strike="noStrike">
                <a:solidFill>
                  <a:srgbClr val="6B7A8F"/>
                </a:solidFill>
                <a:latin typeface="Arial"/>
              </a:defRPr>
            </a:pPr>
            <a:endParaRPr lang="en-US"/>
          </a:p>
        </c:txPr>
        <c:crossAx val="2094734552"/>
        <c:crossesAt val="0.4"/>
        <c:auto val="1"/>
        <c:lblAlgn val="ctr"/>
        <c:noMultiLvlLbl val="1"/>
        <c:majorUnit val="0.4"/>
      </c:valAx>
      <c:valAx>
        <c:axId val="2094734552"/>
        <c:scaling>
          <c:orientation val="minMax"/>
          <c:max val="2"/>
          <c:min val="0.4"/>
        </c:scaling>
        <c:delete val="0"/>
        <c:axPos val="l"/>
        <c:majorGridlines>
          <c:spPr>
            <a:ln w="6350" cap="flat">
              <a:solidFill>
                <a:srgbClr val="EEF1F5"/>
              </a:solidFill>
              <a:prstDash val="solid"/>
              <a:round/>
            </a:ln>
          </c:spPr>
        </c:majorGridlines>
        <c:title>
          <c:tx>
            <c:rich>
              <a:bodyPr/>
              <a:lstStyle/>
              <a:p>
                <a:pPr>
                  <a:defRPr sz="700" b="0" i="0" u="none" strike="noStrike">
                    <a:solidFill>
                      <a:srgbClr val="6B7A8F"/>
                    </a:solidFill>
                    <a:latin typeface="Arial"/>
                  </a:defRPr>
                </a:pPr>
                <a:r>
                  <a:rPr sz="700" b="0" i="0" u="none" strike="noStrike">
                    <a:solidFill>
                      <a:srgbClr val="6B7A8F"/>
                    </a:solidFill>
                    <a:latin typeface="Arial"/>
                  </a:rPr>
                  <a:t>예측</a:t>
                </a:r>
              </a:p>
            </c:rich>
          </c:tx>
          <c:layout/>
          <c:overlay val="0"/>
        </c:title>
        <c:numFmt formatCode="0.0" sourceLinked="0"/>
        <c:majorTickMark val="none"/>
        <c:minorTickMark val="none"/>
        <c:tickLblPos val="nextTo"/>
        <c:spPr>
          <a:ln w="12700" cap="flat">
            <a:solidFill>
              <a:srgbClr val="888888"/>
            </a:solidFill>
            <a:prstDash val="solid"/>
            <a:round/>
          </a:ln>
        </c:spPr>
        <c:txPr>
          <a:bodyPr/>
          <a:lstStyle/>
          <a:p>
            <a:pPr>
              <a:defRPr sz="700" b="0" i="0" u="none" strike="noStrike">
                <a:solidFill>
                  <a:srgbClr val="6B7A8F"/>
                </a:solidFill>
                <a:latin typeface="Arial"/>
              </a:defRPr>
            </a:pPr>
            <a:endParaRPr lang="en-US"/>
          </a:p>
        </c:txPr>
        <c:crossAx val="2094734554"/>
        <c:crossesAt val="0.4"/>
        <c:crossBetween val="midCat"/>
        <c:majorUnit val="0.4"/>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예측</c:v>
                </c:pt>
              </c:strCache>
            </c:strRef>
          </c:tx>
          <c:spPr>
            <a:solidFill>
              <a:srgbClr val="2C4E82"/>
            </a:solidFill>
            <a:ln>
              <a:noFill/>
            </a:ln>
            <a:effectLst/>
          </c:spPr>
          <c:marker>
            <c:symbol val="circle"/>
            <c:size val="4"/>
            <c:spPr>
              <a:solidFill>
                <a:srgbClr val="2C4E82"/>
              </a:solidFill>
              <a:ln w="9525" cap="flat">
                <a:solidFill>
                  <a:srgbClr val="2C4E82"/>
                </a:solidFill>
                <a:prstDash val="solid"/>
                <a:round/>
              </a:ln>
              <a:effectLst/>
            </c:spPr>
          </c:marker>
          <c:xVal>
            <c:numRef>
              <c:f>Sheet1!$A$2:$A$81</c:f>
              <c:numCache>
                <c:formatCode>General</c:formatCode>
                <c:ptCount val="80"/>
                <c:pt idx="0">
                  <c:v>121.753</c:v>
                </c:pt>
                <c:pt idx="1">
                  <c:v>121.891</c:v>
                </c:pt>
                <c:pt idx="2">
                  <c:v>121.969</c:v>
                </c:pt>
                <c:pt idx="3">
                  <c:v>122.11</c:v>
                </c:pt>
                <c:pt idx="4">
                  <c:v>122.229</c:v>
                </c:pt>
                <c:pt idx="5">
                  <c:v>122.449</c:v>
                </c:pt>
                <c:pt idx="6">
                  <c:v>122.468</c:v>
                </c:pt>
                <c:pt idx="7">
                  <c:v>122.615</c:v>
                </c:pt>
                <c:pt idx="8">
                  <c:v>122.724</c:v>
                </c:pt>
                <c:pt idx="9">
                  <c:v>122.749</c:v>
                </c:pt>
                <c:pt idx="10">
                  <c:v>123.428</c:v>
                </c:pt>
                <c:pt idx="11">
                  <c:v>123.43</c:v>
                </c:pt>
                <c:pt idx="12">
                  <c:v>123.572</c:v>
                </c:pt>
                <c:pt idx="13">
                  <c:v>123.754</c:v>
                </c:pt>
                <c:pt idx="14">
                  <c:v>123.824</c:v>
                </c:pt>
                <c:pt idx="15">
                  <c:v>123.831</c:v>
                </c:pt>
                <c:pt idx="16">
                  <c:v>123.995</c:v>
                </c:pt>
                <c:pt idx="17">
                  <c:v>124.081</c:v>
                </c:pt>
                <c:pt idx="18">
                  <c:v>124.108</c:v>
                </c:pt>
                <c:pt idx="19">
                  <c:v>124.312</c:v>
                </c:pt>
                <c:pt idx="20">
                  <c:v>124.314</c:v>
                </c:pt>
                <c:pt idx="21">
                  <c:v>124.565</c:v>
                </c:pt>
                <c:pt idx="22">
                  <c:v>124.6</c:v>
                </c:pt>
                <c:pt idx="23">
                  <c:v>124.629</c:v>
                </c:pt>
                <c:pt idx="24">
                  <c:v>124.804</c:v>
                </c:pt>
                <c:pt idx="25">
                  <c:v>124.831</c:v>
                </c:pt>
                <c:pt idx="26">
                  <c:v>124.912</c:v>
                </c:pt>
                <c:pt idx="27">
                  <c:v>124.952</c:v>
                </c:pt>
                <c:pt idx="28">
                  <c:v>125.011</c:v>
                </c:pt>
                <c:pt idx="29">
                  <c:v>125.015</c:v>
                </c:pt>
                <c:pt idx="30">
                  <c:v>125.053</c:v>
                </c:pt>
                <c:pt idx="31">
                  <c:v>125.068</c:v>
                </c:pt>
                <c:pt idx="32">
                  <c:v>125.088</c:v>
                </c:pt>
                <c:pt idx="33">
                  <c:v>125.103</c:v>
                </c:pt>
                <c:pt idx="34">
                  <c:v>125.225</c:v>
                </c:pt>
                <c:pt idx="35">
                  <c:v>125.247</c:v>
                </c:pt>
                <c:pt idx="36">
                  <c:v>125.334</c:v>
                </c:pt>
                <c:pt idx="37">
                  <c:v>125.36</c:v>
                </c:pt>
                <c:pt idx="38">
                  <c:v>125.417</c:v>
                </c:pt>
                <c:pt idx="39">
                  <c:v>125.57</c:v>
                </c:pt>
                <c:pt idx="40">
                  <c:v>125.59</c:v>
                </c:pt>
                <c:pt idx="41">
                  <c:v>125.657</c:v>
                </c:pt>
                <c:pt idx="42">
                  <c:v>125.703</c:v>
                </c:pt>
                <c:pt idx="43">
                  <c:v>125.974</c:v>
                </c:pt>
                <c:pt idx="44">
                  <c:v>125.997</c:v>
                </c:pt>
                <c:pt idx="45">
                  <c:v>126.056</c:v>
                </c:pt>
                <c:pt idx="46">
                  <c:v>126.098</c:v>
                </c:pt>
                <c:pt idx="47">
                  <c:v>126.106</c:v>
                </c:pt>
                <c:pt idx="48">
                  <c:v>126.327</c:v>
                </c:pt>
                <c:pt idx="49">
                  <c:v>126.354</c:v>
                </c:pt>
                <c:pt idx="50">
                  <c:v>126.468</c:v>
                </c:pt>
                <c:pt idx="51">
                  <c:v>126.531</c:v>
                </c:pt>
                <c:pt idx="52">
                  <c:v>126.552</c:v>
                </c:pt>
                <c:pt idx="53">
                  <c:v>126.594</c:v>
                </c:pt>
                <c:pt idx="54">
                  <c:v>126.626</c:v>
                </c:pt>
                <c:pt idx="55">
                  <c:v>126.63</c:v>
                </c:pt>
                <c:pt idx="56">
                  <c:v>126.641</c:v>
                </c:pt>
                <c:pt idx="57">
                  <c:v>126.643</c:v>
                </c:pt>
                <c:pt idx="58">
                  <c:v>126.659</c:v>
                </c:pt>
                <c:pt idx="59">
                  <c:v>126.672</c:v>
                </c:pt>
                <c:pt idx="60">
                  <c:v>126.705</c:v>
                </c:pt>
                <c:pt idx="61">
                  <c:v>126.762</c:v>
                </c:pt>
                <c:pt idx="62">
                  <c:v>126.78</c:v>
                </c:pt>
                <c:pt idx="63">
                  <c:v>126.95</c:v>
                </c:pt>
                <c:pt idx="64">
                  <c:v>127.004</c:v>
                </c:pt>
                <c:pt idx="65">
                  <c:v>127.098</c:v>
                </c:pt>
                <c:pt idx="66">
                  <c:v>127.117</c:v>
                </c:pt>
                <c:pt idx="67">
                  <c:v>127.416</c:v>
                </c:pt>
                <c:pt idx="68">
                  <c:v>127.464</c:v>
                </c:pt>
                <c:pt idx="69">
                  <c:v>127.628</c:v>
                </c:pt>
                <c:pt idx="70">
                  <c:v>127.697</c:v>
                </c:pt>
                <c:pt idx="71">
                  <c:v>128.023</c:v>
                </c:pt>
                <c:pt idx="72">
                  <c:v>128.039</c:v>
                </c:pt>
                <c:pt idx="73">
                  <c:v>128.225</c:v>
                </c:pt>
                <c:pt idx="74">
                  <c:v>128.541</c:v>
                </c:pt>
                <c:pt idx="75">
                  <c:v>128.653</c:v>
                </c:pt>
                <c:pt idx="76">
                  <c:v>128.844</c:v>
                </c:pt>
                <c:pt idx="77">
                  <c:v>129.176</c:v>
                </c:pt>
                <c:pt idx="78">
                  <c:v>129.597</c:v>
                </c:pt>
                <c:pt idx="79">
                  <c:v>131.924</c:v>
                </c:pt>
              </c:numCache>
            </c:numRef>
          </c:xVal>
          <c:yVal>
            <c:numRef>
              <c:f>Sheet1!$B$2:$B$81</c:f>
              <c:numCache>
                <c:formatCode>General</c:formatCode>
                <c:ptCount val="80"/>
                <c:pt idx="0">
                  <c:v>122.08993956536254</c:v>
                </c:pt>
                <c:pt idx="1">
                  <c:v>122.2097929243702</c:v>
                </c:pt>
                <c:pt idx="2">
                  <c:v>122.2914404425097</c:v>
                </c:pt>
                <c:pt idx="3">
                  <c:v>122.17057621287172</c:v>
                </c:pt>
                <c:pt idx="4">
                  <c:v>121.37291145040169</c:v>
                </c:pt>
                <c:pt idx="5">
                  <c:v>122.00230782717573</c:v>
                </c:pt>
                <c:pt idx="6">
                  <c:v>122.36361663626282</c:v>
                </c:pt>
                <c:pt idx="7">
                  <c:v>122.6944969382331</c:v>
                </c:pt>
                <c:pt idx="8">
                  <c:v>123.23079134861372</c:v>
                </c:pt>
                <c:pt idx="9">
                  <c:v>123.00136002473533</c:v>
                </c:pt>
                <c:pt idx="10">
                  <c:v>123.2630737499331</c:v>
                </c:pt>
                <c:pt idx="11">
                  <c:v>122.90744026804933</c:v>
                </c:pt>
                <c:pt idx="12">
                  <c:v>123.3019079614546</c:v>
                </c:pt>
                <c:pt idx="13">
                  <c:v>123.74597400848047</c:v>
                </c:pt>
                <c:pt idx="14">
                  <c:v>123.8120377127502</c:v>
                </c:pt>
                <c:pt idx="15">
                  <c:v>124.11979028260981</c:v>
                </c:pt>
                <c:pt idx="16">
                  <c:v>123.78892115140319</c:v>
                </c:pt>
                <c:pt idx="17">
                  <c:v>124.0970819808097</c:v>
                </c:pt>
                <c:pt idx="18">
                  <c:v>124.03125376281398</c:v>
                </c:pt>
                <c:pt idx="19">
                  <c:v>124.89290331086444</c:v>
                </c:pt>
                <c:pt idx="20">
                  <c:v>124.63612838749945</c:v>
                </c:pt>
                <c:pt idx="21">
                  <c:v>124.56666750842558</c:v>
                </c:pt>
                <c:pt idx="22">
                  <c:v>124.64665886415884</c:v>
                </c:pt>
                <c:pt idx="23">
                  <c:v>124.21940194942398</c:v>
                </c:pt>
                <c:pt idx="24">
                  <c:v>125.16830403581613</c:v>
                </c:pt>
                <c:pt idx="25">
                  <c:v>124.49122171503932</c:v>
                </c:pt>
                <c:pt idx="26">
                  <c:v>125.22411983580392</c:v>
                </c:pt>
                <c:pt idx="27">
                  <c:v>124.9241487582192</c:v>
                </c:pt>
                <c:pt idx="28">
                  <c:v>125.15894036840348</c:v>
                </c:pt>
                <c:pt idx="29">
                  <c:v>125.22535797187236</c:v>
                </c:pt>
                <c:pt idx="30">
                  <c:v>124.69628926427588</c:v>
                </c:pt>
                <c:pt idx="31">
                  <c:v>124.91590714730204</c:v>
                </c:pt>
                <c:pt idx="32">
                  <c:v>125.46658671306464</c:v>
                </c:pt>
                <c:pt idx="33">
                  <c:v>125.50805522253681</c:v>
                </c:pt>
                <c:pt idx="34">
                  <c:v>125.26783379223812</c:v>
                </c:pt>
                <c:pt idx="35">
                  <c:v>125.4292815106608</c:v>
                </c:pt>
                <c:pt idx="36">
                  <c:v>125.3301287076687</c:v>
                </c:pt>
                <c:pt idx="37">
                  <c:v>125.05184771223942</c:v>
                </c:pt>
                <c:pt idx="38">
                  <c:v>125.46530868769919</c:v>
                </c:pt>
                <c:pt idx="39">
                  <c:v>125.71231170158667</c:v>
                </c:pt>
                <c:pt idx="40">
                  <c:v>125.42021772028461</c:v>
                </c:pt>
                <c:pt idx="41">
                  <c:v>125.83247665985809</c:v>
                </c:pt>
                <c:pt idx="42">
                  <c:v>125.57701363112484</c:v>
                </c:pt>
                <c:pt idx="43">
                  <c:v>126.2904021268758</c:v>
                </c:pt>
                <c:pt idx="44">
                  <c:v>125.93588160792835</c:v>
                </c:pt>
                <c:pt idx="45">
                  <c:v>126.13142156720473</c:v>
                </c:pt>
                <c:pt idx="46">
                  <c:v>125.96216010784568</c:v>
                </c:pt>
                <c:pt idx="47">
                  <c:v>125.92050805110023</c:v>
                </c:pt>
                <c:pt idx="48">
                  <c:v>126.24765941647898</c:v>
                </c:pt>
                <c:pt idx="49">
                  <c:v>126.12843385836892</c:v>
                </c:pt>
                <c:pt idx="50">
                  <c:v>125.54106692760588</c:v>
                </c:pt>
                <c:pt idx="51">
                  <c:v>125.90180179839854</c:v>
                </c:pt>
                <c:pt idx="52">
                  <c:v>125.34248248303503</c:v>
                </c:pt>
                <c:pt idx="53">
                  <c:v>126.85026682592495</c:v>
                </c:pt>
                <c:pt idx="54">
                  <c:v>126.66678148258617</c:v>
                </c:pt>
                <c:pt idx="55">
                  <c:v>126.5200838514378</c:v>
                </c:pt>
                <c:pt idx="56">
                  <c:v>126.78016741743967</c:v>
                </c:pt>
                <c:pt idx="57">
                  <c:v>126.34982488208242</c:v>
                </c:pt>
                <c:pt idx="58">
                  <c:v>126.53055938874283</c:v>
                </c:pt>
                <c:pt idx="59">
                  <c:v>126.56221157995516</c:v>
                </c:pt>
                <c:pt idx="60">
                  <c:v>126.8062154458575</c:v>
                </c:pt>
                <c:pt idx="61">
                  <c:v>126.3224949608308</c:v>
                </c:pt>
                <c:pt idx="62">
                  <c:v>126.44879920528456</c:v>
                </c:pt>
                <c:pt idx="63">
                  <c:v>126.80556789689058</c:v>
                </c:pt>
                <c:pt idx="64">
                  <c:v>127.07944843080438</c:v>
                </c:pt>
                <c:pt idx="65">
                  <c:v>127.22884880032002</c:v>
                </c:pt>
                <c:pt idx="66">
                  <c:v>126.88401784916175</c:v>
                </c:pt>
                <c:pt idx="67">
                  <c:v>127.35683256097752</c:v>
                </c:pt>
                <c:pt idx="68">
                  <c:v>127.3675472254236</c:v>
                </c:pt>
                <c:pt idx="69">
                  <c:v>127.95949854949062</c:v>
                </c:pt>
                <c:pt idx="70">
                  <c:v>128.0170557968366</c:v>
                </c:pt>
                <c:pt idx="71">
                  <c:v>128.05812083837782</c:v>
                </c:pt>
                <c:pt idx="72">
                  <c:v>128.46527744399688</c:v>
                </c:pt>
                <c:pt idx="73">
                  <c:v>128.13608249080792</c:v>
                </c:pt>
                <c:pt idx="74">
                  <c:v>128.11247203789435</c:v>
                </c:pt>
                <c:pt idx="75">
                  <c:v>128.78283990605064</c:v>
                </c:pt>
                <c:pt idx="76">
                  <c:v>128.68698468400237</c:v>
                </c:pt>
                <c:pt idx="77">
                  <c:v>129.55507550404548</c:v>
                </c:pt>
                <c:pt idx="78">
                  <c:v>129.34034188077152</c:v>
                </c:pt>
                <c:pt idx="79">
                  <c:v>131.13800676732387</c:v>
                </c:pt>
              </c:numCache>
            </c:numRef>
          </c:yVal>
          <c:smooth val="0"/>
        </c:ser>
        <c:ser>
          <c:idx val="1"/>
          <c:order val="1"/>
          <c:tx>
            <c:strRef>
              <c:f>Sheet1!$C$1</c:f>
              <c:strCache>
                <c:ptCount val="1"/>
                <c:pt idx="0">
                  <c:v>실측=예측</c:v>
                </c:pt>
              </c:strCache>
            </c:strRef>
          </c:tx>
          <c:spPr>
            <a:solidFill>
              <a:srgbClr val="C0392B"/>
            </a:solidFill>
            <a:ln w="12700" cap="flat">
              <a:solidFill>
                <a:srgbClr val="C0392B"/>
              </a:solidFill>
              <a:prstDash val="solid"/>
              <a:round/>
            </a:ln>
            <a:effectLst/>
          </c:spPr>
          <c:marker>
            <c:symbol val="none"/>
          </c:marker>
          <c:xVal>
            <c:numRef>
              <c:f>Sheet1!$A$2:$A$81</c:f>
              <c:numCache>
                <c:formatCode>General</c:formatCode>
                <c:ptCount val="80"/>
                <c:pt idx="0">
                  <c:v>121.753</c:v>
                </c:pt>
                <c:pt idx="1">
                  <c:v>121.891</c:v>
                </c:pt>
                <c:pt idx="2">
                  <c:v>121.969</c:v>
                </c:pt>
                <c:pt idx="3">
                  <c:v>122.11</c:v>
                </c:pt>
                <c:pt idx="4">
                  <c:v>122.229</c:v>
                </c:pt>
                <c:pt idx="5">
                  <c:v>122.449</c:v>
                </c:pt>
                <c:pt idx="6">
                  <c:v>122.468</c:v>
                </c:pt>
                <c:pt idx="7">
                  <c:v>122.615</c:v>
                </c:pt>
                <c:pt idx="8">
                  <c:v>122.724</c:v>
                </c:pt>
                <c:pt idx="9">
                  <c:v>122.749</c:v>
                </c:pt>
                <c:pt idx="10">
                  <c:v>123.428</c:v>
                </c:pt>
                <c:pt idx="11">
                  <c:v>123.43</c:v>
                </c:pt>
                <c:pt idx="12">
                  <c:v>123.572</c:v>
                </c:pt>
                <c:pt idx="13">
                  <c:v>123.754</c:v>
                </c:pt>
                <c:pt idx="14">
                  <c:v>123.824</c:v>
                </c:pt>
                <c:pt idx="15">
                  <c:v>123.831</c:v>
                </c:pt>
                <c:pt idx="16">
                  <c:v>123.995</c:v>
                </c:pt>
                <c:pt idx="17">
                  <c:v>124.081</c:v>
                </c:pt>
                <c:pt idx="18">
                  <c:v>124.108</c:v>
                </c:pt>
                <c:pt idx="19">
                  <c:v>124.312</c:v>
                </c:pt>
                <c:pt idx="20">
                  <c:v>124.314</c:v>
                </c:pt>
                <c:pt idx="21">
                  <c:v>124.565</c:v>
                </c:pt>
                <c:pt idx="22">
                  <c:v>124.6</c:v>
                </c:pt>
                <c:pt idx="23">
                  <c:v>124.629</c:v>
                </c:pt>
                <c:pt idx="24">
                  <c:v>124.804</c:v>
                </c:pt>
                <c:pt idx="25">
                  <c:v>124.831</c:v>
                </c:pt>
                <c:pt idx="26">
                  <c:v>124.912</c:v>
                </c:pt>
                <c:pt idx="27">
                  <c:v>124.952</c:v>
                </c:pt>
                <c:pt idx="28">
                  <c:v>125.011</c:v>
                </c:pt>
                <c:pt idx="29">
                  <c:v>125.015</c:v>
                </c:pt>
                <c:pt idx="30">
                  <c:v>125.053</c:v>
                </c:pt>
                <c:pt idx="31">
                  <c:v>125.068</c:v>
                </c:pt>
                <c:pt idx="32">
                  <c:v>125.088</c:v>
                </c:pt>
                <c:pt idx="33">
                  <c:v>125.103</c:v>
                </c:pt>
                <c:pt idx="34">
                  <c:v>125.225</c:v>
                </c:pt>
                <c:pt idx="35">
                  <c:v>125.247</c:v>
                </c:pt>
                <c:pt idx="36">
                  <c:v>125.334</c:v>
                </c:pt>
                <c:pt idx="37">
                  <c:v>125.36</c:v>
                </c:pt>
                <c:pt idx="38">
                  <c:v>125.417</c:v>
                </c:pt>
                <c:pt idx="39">
                  <c:v>125.57</c:v>
                </c:pt>
                <c:pt idx="40">
                  <c:v>125.59</c:v>
                </c:pt>
                <c:pt idx="41">
                  <c:v>125.657</c:v>
                </c:pt>
                <c:pt idx="42">
                  <c:v>125.703</c:v>
                </c:pt>
                <c:pt idx="43">
                  <c:v>125.974</c:v>
                </c:pt>
                <c:pt idx="44">
                  <c:v>125.997</c:v>
                </c:pt>
                <c:pt idx="45">
                  <c:v>126.056</c:v>
                </c:pt>
                <c:pt idx="46">
                  <c:v>126.098</c:v>
                </c:pt>
                <c:pt idx="47">
                  <c:v>126.106</c:v>
                </c:pt>
                <c:pt idx="48">
                  <c:v>126.327</c:v>
                </c:pt>
                <c:pt idx="49">
                  <c:v>126.354</c:v>
                </c:pt>
                <c:pt idx="50">
                  <c:v>126.468</c:v>
                </c:pt>
                <c:pt idx="51">
                  <c:v>126.531</c:v>
                </c:pt>
                <c:pt idx="52">
                  <c:v>126.552</c:v>
                </c:pt>
                <c:pt idx="53">
                  <c:v>126.594</c:v>
                </c:pt>
                <c:pt idx="54">
                  <c:v>126.626</c:v>
                </c:pt>
                <c:pt idx="55">
                  <c:v>126.63</c:v>
                </c:pt>
                <c:pt idx="56">
                  <c:v>126.641</c:v>
                </c:pt>
                <c:pt idx="57">
                  <c:v>126.643</c:v>
                </c:pt>
                <c:pt idx="58">
                  <c:v>126.659</c:v>
                </c:pt>
                <c:pt idx="59">
                  <c:v>126.672</c:v>
                </c:pt>
                <c:pt idx="60">
                  <c:v>126.705</c:v>
                </c:pt>
                <c:pt idx="61">
                  <c:v>126.762</c:v>
                </c:pt>
                <c:pt idx="62">
                  <c:v>126.78</c:v>
                </c:pt>
                <c:pt idx="63">
                  <c:v>126.95</c:v>
                </c:pt>
                <c:pt idx="64">
                  <c:v>127.004</c:v>
                </c:pt>
                <c:pt idx="65">
                  <c:v>127.098</c:v>
                </c:pt>
                <c:pt idx="66">
                  <c:v>127.117</c:v>
                </c:pt>
                <c:pt idx="67">
                  <c:v>127.416</c:v>
                </c:pt>
                <c:pt idx="68">
                  <c:v>127.464</c:v>
                </c:pt>
                <c:pt idx="69">
                  <c:v>127.628</c:v>
                </c:pt>
                <c:pt idx="70">
                  <c:v>127.697</c:v>
                </c:pt>
                <c:pt idx="71">
                  <c:v>128.023</c:v>
                </c:pt>
                <c:pt idx="72">
                  <c:v>128.039</c:v>
                </c:pt>
                <c:pt idx="73">
                  <c:v>128.225</c:v>
                </c:pt>
                <c:pt idx="74">
                  <c:v>128.541</c:v>
                </c:pt>
                <c:pt idx="75">
                  <c:v>128.653</c:v>
                </c:pt>
                <c:pt idx="76">
                  <c:v>128.844</c:v>
                </c:pt>
                <c:pt idx="77">
                  <c:v>129.176</c:v>
                </c:pt>
                <c:pt idx="78">
                  <c:v>129.597</c:v>
                </c:pt>
                <c:pt idx="79">
                  <c:v>131.924</c:v>
                </c:pt>
              </c:numCache>
            </c:numRef>
          </c:xVal>
          <c:yVal>
            <c:numRef>
              <c:f>Sheet1!$C$2:$C$81</c:f>
              <c:numCache>
                <c:formatCode>General</c:formatCode>
                <c:ptCount val="80"/>
                <c:pt idx="0">
                  <c:v>121.753</c:v>
                </c:pt>
                <c:pt idx="1">
                  <c:v>121.891</c:v>
                </c:pt>
                <c:pt idx="2">
                  <c:v>121.969</c:v>
                </c:pt>
                <c:pt idx="3">
                  <c:v>122.11</c:v>
                </c:pt>
                <c:pt idx="4">
                  <c:v>122.229</c:v>
                </c:pt>
                <c:pt idx="5">
                  <c:v>122.449</c:v>
                </c:pt>
                <c:pt idx="6">
                  <c:v>122.468</c:v>
                </c:pt>
                <c:pt idx="7">
                  <c:v>122.615</c:v>
                </c:pt>
                <c:pt idx="8">
                  <c:v>122.724</c:v>
                </c:pt>
                <c:pt idx="9">
                  <c:v>122.749</c:v>
                </c:pt>
                <c:pt idx="10">
                  <c:v>123.428</c:v>
                </c:pt>
                <c:pt idx="11">
                  <c:v>123.43</c:v>
                </c:pt>
                <c:pt idx="12">
                  <c:v>123.572</c:v>
                </c:pt>
                <c:pt idx="13">
                  <c:v>123.754</c:v>
                </c:pt>
                <c:pt idx="14">
                  <c:v>123.824</c:v>
                </c:pt>
                <c:pt idx="15">
                  <c:v>123.831</c:v>
                </c:pt>
                <c:pt idx="16">
                  <c:v>123.995</c:v>
                </c:pt>
                <c:pt idx="17">
                  <c:v>124.081</c:v>
                </c:pt>
                <c:pt idx="18">
                  <c:v>124.108</c:v>
                </c:pt>
                <c:pt idx="19">
                  <c:v>124.312</c:v>
                </c:pt>
                <c:pt idx="20">
                  <c:v>124.314</c:v>
                </c:pt>
                <c:pt idx="21">
                  <c:v>124.565</c:v>
                </c:pt>
                <c:pt idx="22">
                  <c:v>124.6</c:v>
                </c:pt>
                <c:pt idx="23">
                  <c:v>124.629</c:v>
                </c:pt>
                <c:pt idx="24">
                  <c:v>124.804</c:v>
                </c:pt>
                <c:pt idx="25">
                  <c:v>124.831</c:v>
                </c:pt>
                <c:pt idx="26">
                  <c:v>124.912</c:v>
                </c:pt>
                <c:pt idx="27">
                  <c:v>124.952</c:v>
                </c:pt>
                <c:pt idx="28">
                  <c:v>125.011</c:v>
                </c:pt>
                <c:pt idx="29">
                  <c:v>125.015</c:v>
                </c:pt>
                <c:pt idx="30">
                  <c:v>125.053</c:v>
                </c:pt>
                <c:pt idx="31">
                  <c:v>125.068</c:v>
                </c:pt>
                <c:pt idx="32">
                  <c:v>125.088</c:v>
                </c:pt>
                <c:pt idx="33">
                  <c:v>125.103</c:v>
                </c:pt>
                <c:pt idx="34">
                  <c:v>125.225</c:v>
                </c:pt>
                <c:pt idx="35">
                  <c:v>125.247</c:v>
                </c:pt>
                <c:pt idx="36">
                  <c:v>125.334</c:v>
                </c:pt>
                <c:pt idx="37">
                  <c:v>125.36</c:v>
                </c:pt>
                <c:pt idx="38">
                  <c:v>125.417</c:v>
                </c:pt>
                <c:pt idx="39">
                  <c:v>125.57</c:v>
                </c:pt>
                <c:pt idx="40">
                  <c:v>125.59</c:v>
                </c:pt>
                <c:pt idx="41">
                  <c:v>125.657</c:v>
                </c:pt>
                <c:pt idx="42">
                  <c:v>125.703</c:v>
                </c:pt>
                <c:pt idx="43">
                  <c:v>125.974</c:v>
                </c:pt>
                <c:pt idx="44">
                  <c:v>125.997</c:v>
                </c:pt>
                <c:pt idx="45">
                  <c:v>126.056</c:v>
                </c:pt>
                <c:pt idx="46">
                  <c:v>126.098</c:v>
                </c:pt>
                <c:pt idx="47">
                  <c:v>126.106</c:v>
                </c:pt>
                <c:pt idx="48">
                  <c:v>126.327</c:v>
                </c:pt>
                <c:pt idx="49">
                  <c:v>126.354</c:v>
                </c:pt>
                <c:pt idx="50">
                  <c:v>126.468</c:v>
                </c:pt>
                <c:pt idx="51">
                  <c:v>126.531</c:v>
                </c:pt>
                <c:pt idx="52">
                  <c:v>126.552</c:v>
                </c:pt>
                <c:pt idx="53">
                  <c:v>126.594</c:v>
                </c:pt>
                <c:pt idx="54">
                  <c:v>126.626</c:v>
                </c:pt>
                <c:pt idx="55">
                  <c:v>126.63</c:v>
                </c:pt>
                <c:pt idx="56">
                  <c:v>126.641</c:v>
                </c:pt>
                <c:pt idx="57">
                  <c:v>126.643</c:v>
                </c:pt>
                <c:pt idx="58">
                  <c:v>126.659</c:v>
                </c:pt>
                <c:pt idx="59">
                  <c:v>126.672</c:v>
                </c:pt>
                <c:pt idx="60">
                  <c:v>126.705</c:v>
                </c:pt>
                <c:pt idx="61">
                  <c:v>126.762</c:v>
                </c:pt>
                <c:pt idx="62">
                  <c:v>126.78</c:v>
                </c:pt>
                <c:pt idx="63">
                  <c:v>126.95</c:v>
                </c:pt>
                <c:pt idx="64">
                  <c:v>127.004</c:v>
                </c:pt>
                <c:pt idx="65">
                  <c:v>127.098</c:v>
                </c:pt>
                <c:pt idx="66">
                  <c:v>127.117</c:v>
                </c:pt>
                <c:pt idx="67">
                  <c:v>127.416</c:v>
                </c:pt>
                <c:pt idx="68">
                  <c:v>127.464</c:v>
                </c:pt>
                <c:pt idx="69">
                  <c:v>127.628</c:v>
                </c:pt>
                <c:pt idx="70">
                  <c:v>127.697</c:v>
                </c:pt>
                <c:pt idx="71">
                  <c:v>128.023</c:v>
                </c:pt>
                <c:pt idx="72">
                  <c:v>128.039</c:v>
                </c:pt>
                <c:pt idx="73">
                  <c:v>128.225</c:v>
                </c:pt>
                <c:pt idx="74">
                  <c:v>128.541</c:v>
                </c:pt>
                <c:pt idx="75">
                  <c:v>128.653</c:v>
                </c:pt>
                <c:pt idx="76">
                  <c:v>128.844</c:v>
                </c:pt>
                <c:pt idx="77">
                  <c:v>129.176</c:v>
                </c:pt>
                <c:pt idx="78">
                  <c:v>129.597</c:v>
                </c:pt>
                <c:pt idx="79">
                  <c:v>131.924</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32"/>
          <c:min val="120"/>
        </c:scaling>
        <c:delete val="0"/>
        <c:axPos val="b"/>
        <c:title>
          <c:tx>
            <c:rich>
              <a:bodyPr/>
              <a:lstStyle/>
              <a:p>
                <a:pPr>
                  <a:defRPr sz="700" b="0" i="0" u="none" strike="noStrike">
                    <a:solidFill>
                      <a:srgbClr val="6B7A8F"/>
                    </a:solidFill>
                    <a:latin typeface="Arial"/>
                  </a:defRPr>
                </a:pPr>
                <a:r>
                  <a:rPr sz="700" b="0" i="0" u="none" strike="noStrike">
                    <a:solidFill>
                      <a:srgbClr val="6B7A8F"/>
                    </a:solidFill>
                    <a:latin typeface="Arial"/>
                  </a:rPr>
                  <a:t>실측</a:t>
                </a:r>
              </a:p>
            </c:rich>
          </c:tx>
          <c:layout/>
          <c:overlay val="0"/>
        </c:title>
        <c:numFmt formatCode="0" sourceLinked="1"/>
        <c:majorTickMark val="none"/>
        <c:minorTickMark val="none"/>
        <c:tickLblPos val="nextTo"/>
        <c:spPr>
          <a:ln w="12700" cap="flat">
            <a:solidFill>
              <a:srgbClr val="888888"/>
            </a:solidFill>
            <a:prstDash val="solid"/>
            <a:round/>
          </a:ln>
        </c:spPr>
        <c:txPr>
          <a:bodyPr/>
          <a:lstStyle/>
          <a:p>
            <a:pPr>
              <a:defRPr sz="700" b="0" i="0" u="none" strike="noStrike">
                <a:solidFill>
                  <a:srgbClr val="6B7A8F"/>
                </a:solidFill>
                <a:latin typeface="Arial"/>
              </a:defRPr>
            </a:pPr>
            <a:endParaRPr lang="en-US"/>
          </a:p>
        </c:txPr>
        <c:crossAx val="2094734552"/>
        <c:crossesAt val="120"/>
        <c:auto val="1"/>
        <c:lblAlgn val="ctr"/>
        <c:noMultiLvlLbl val="1"/>
        <c:majorUnit val="4"/>
      </c:valAx>
      <c:valAx>
        <c:axId val="2094734552"/>
        <c:scaling>
          <c:orientation val="minMax"/>
          <c:max val="132"/>
          <c:min val="120"/>
        </c:scaling>
        <c:delete val="0"/>
        <c:axPos val="l"/>
        <c:majorGridlines>
          <c:spPr>
            <a:ln w="6350" cap="flat">
              <a:solidFill>
                <a:srgbClr val="EEF1F5"/>
              </a:solidFill>
              <a:prstDash val="solid"/>
              <a:round/>
            </a:ln>
          </c:spPr>
        </c:majorGridlines>
        <c:title>
          <c:tx>
            <c:rich>
              <a:bodyPr/>
              <a:lstStyle/>
              <a:p>
                <a:pPr>
                  <a:defRPr sz="700" b="0" i="0" u="none" strike="noStrike">
                    <a:solidFill>
                      <a:srgbClr val="6B7A8F"/>
                    </a:solidFill>
                    <a:latin typeface="Arial"/>
                  </a:defRPr>
                </a:pPr>
                <a:r>
                  <a:rPr sz="700" b="0" i="0" u="none" strike="noStrike">
                    <a:solidFill>
                      <a:srgbClr val="6B7A8F"/>
                    </a:solidFill>
                    <a:latin typeface="Arial"/>
                  </a:rPr>
                  <a:t>예측</a:t>
                </a:r>
              </a:p>
            </c:rich>
          </c:tx>
          <c:layout/>
          <c:overlay val="0"/>
        </c:title>
        <c:numFmt formatCode="0" sourceLinked="0"/>
        <c:majorTickMark val="none"/>
        <c:minorTickMark val="none"/>
        <c:tickLblPos val="nextTo"/>
        <c:spPr>
          <a:ln w="12700" cap="flat">
            <a:solidFill>
              <a:srgbClr val="888888"/>
            </a:solidFill>
            <a:prstDash val="solid"/>
            <a:round/>
          </a:ln>
        </c:spPr>
        <c:txPr>
          <a:bodyPr/>
          <a:lstStyle/>
          <a:p>
            <a:pPr>
              <a:defRPr sz="700" b="0" i="0" u="none" strike="noStrike">
                <a:solidFill>
                  <a:srgbClr val="6B7A8F"/>
                </a:solidFill>
                <a:latin typeface="Arial"/>
              </a:defRPr>
            </a:pPr>
            <a:endParaRPr lang="en-US"/>
          </a:p>
        </c:txPr>
        <c:crossAx val="2094734554"/>
        <c:crossesAt val="120"/>
        <c:crossBetween val="midCat"/>
        <c:majorUnit val="4"/>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예측</c:v>
                </c:pt>
              </c:strCache>
            </c:strRef>
          </c:tx>
          <c:spPr>
            <a:solidFill>
              <a:srgbClr val="2C4E82"/>
            </a:solidFill>
            <a:ln>
              <a:noFill/>
            </a:ln>
            <a:effectLst/>
          </c:spPr>
          <c:marker>
            <c:symbol val="circle"/>
            <c:size val="4"/>
            <c:spPr>
              <a:solidFill>
                <a:srgbClr val="2C4E82"/>
              </a:solidFill>
              <a:ln w="9525" cap="flat">
                <a:solidFill>
                  <a:srgbClr val="2C4E82"/>
                </a:solidFill>
                <a:prstDash val="solid"/>
                <a:round/>
              </a:ln>
              <a:effectLst/>
            </c:spPr>
          </c:marker>
          <c:xVal>
            <c:numRef>
              <c:f>Sheet1!$A$2:$A$81</c:f>
              <c:numCache>
                <c:formatCode>General</c:formatCode>
                <c:ptCount val="80"/>
                <c:pt idx="0">
                  <c:v>0.005568505</c:v>
                </c:pt>
                <c:pt idx="1">
                  <c:v>0.005925801</c:v>
                </c:pt>
                <c:pt idx="2">
                  <c:v>0.007112878</c:v>
                </c:pt>
                <c:pt idx="3">
                  <c:v>0.007549102</c:v>
                </c:pt>
                <c:pt idx="4">
                  <c:v>0.007831943</c:v>
                </c:pt>
                <c:pt idx="5">
                  <c:v>0.007942743</c:v>
                </c:pt>
                <c:pt idx="6">
                  <c:v>0.00806561</c:v>
                </c:pt>
                <c:pt idx="7">
                  <c:v>0.008270759</c:v>
                </c:pt>
                <c:pt idx="8">
                  <c:v>0.008388427</c:v>
                </c:pt>
                <c:pt idx="9">
                  <c:v>0.008601173</c:v>
                </c:pt>
                <c:pt idx="10">
                  <c:v>0.008782279</c:v>
                </c:pt>
                <c:pt idx="11">
                  <c:v>0.009127144</c:v>
                </c:pt>
                <c:pt idx="12">
                  <c:v>0.00917502</c:v>
                </c:pt>
                <c:pt idx="13">
                  <c:v>0.009304805</c:v>
                </c:pt>
                <c:pt idx="14">
                  <c:v>0.009522164</c:v>
                </c:pt>
                <c:pt idx="15">
                  <c:v>0.009604771</c:v>
                </c:pt>
                <c:pt idx="16">
                  <c:v>0.009743069</c:v>
                </c:pt>
                <c:pt idx="17">
                  <c:v>0.009764347</c:v>
                </c:pt>
                <c:pt idx="18">
                  <c:v>0.009810392</c:v>
                </c:pt>
                <c:pt idx="19">
                  <c:v>0.010067082</c:v>
                </c:pt>
                <c:pt idx="20">
                  <c:v>0.010091195</c:v>
                </c:pt>
                <c:pt idx="21">
                  <c:v>0.010919271</c:v>
                </c:pt>
                <c:pt idx="22">
                  <c:v>0.010995623</c:v>
                </c:pt>
                <c:pt idx="23">
                  <c:v>0.011176608</c:v>
                </c:pt>
                <c:pt idx="24">
                  <c:v>0.011284976</c:v>
                </c:pt>
                <c:pt idx="25">
                  <c:v>0.011550345</c:v>
                </c:pt>
                <c:pt idx="26">
                  <c:v>0.01232387</c:v>
                </c:pt>
                <c:pt idx="27">
                  <c:v>0.012465981</c:v>
                </c:pt>
                <c:pt idx="28">
                  <c:v>0.012839193</c:v>
                </c:pt>
                <c:pt idx="29">
                  <c:v>0.013253761</c:v>
                </c:pt>
                <c:pt idx="30">
                  <c:v>0.013418301</c:v>
                </c:pt>
                <c:pt idx="31">
                  <c:v>0.013434057</c:v>
                </c:pt>
                <c:pt idx="32">
                  <c:v>0.013439613</c:v>
                </c:pt>
                <c:pt idx="33">
                  <c:v>0.013520101</c:v>
                </c:pt>
                <c:pt idx="34">
                  <c:v>0.013609889</c:v>
                </c:pt>
                <c:pt idx="35">
                  <c:v>0.013968956</c:v>
                </c:pt>
                <c:pt idx="36">
                  <c:v>0.014315877</c:v>
                </c:pt>
                <c:pt idx="37">
                  <c:v>0.015833021</c:v>
                </c:pt>
                <c:pt idx="38">
                  <c:v>0.016282621</c:v>
                </c:pt>
                <c:pt idx="39">
                  <c:v>0.016375626</c:v>
                </c:pt>
                <c:pt idx="40">
                  <c:v>0.01695344</c:v>
                </c:pt>
                <c:pt idx="41">
                  <c:v>0.016960853</c:v>
                </c:pt>
                <c:pt idx="42">
                  <c:v>0.017042008</c:v>
                </c:pt>
                <c:pt idx="43">
                  <c:v>0.017641687</c:v>
                </c:pt>
                <c:pt idx="44">
                  <c:v>0.017671778</c:v>
                </c:pt>
                <c:pt idx="45">
                  <c:v>0.017996288</c:v>
                </c:pt>
                <c:pt idx="46">
                  <c:v>0.018616686</c:v>
                </c:pt>
                <c:pt idx="47">
                  <c:v>0.021018165</c:v>
                </c:pt>
                <c:pt idx="48">
                  <c:v>0.021609769</c:v>
                </c:pt>
                <c:pt idx="49">
                  <c:v>0.022257404</c:v>
                </c:pt>
                <c:pt idx="50">
                  <c:v>0.022575757</c:v>
                </c:pt>
                <c:pt idx="51">
                  <c:v>0.023138111</c:v>
                </c:pt>
                <c:pt idx="52">
                  <c:v>0.024027944</c:v>
                </c:pt>
                <c:pt idx="53">
                  <c:v>0.024669394</c:v>
                </c:pt>
                <c:pt idx="54">
                  <c:v>0.025146204</c:v>
                </c:pt>
                <c:pt idx="55">
                  <c:v>0.029418014</c:v>
                </c:pt>
                <c:pt idx="56">
                  <c:v>0.030428627</c:v>
                </c:pt>
                <c:pt idx="57">
                  <c:v>0.032736337</c:v>
                </c:pt>
                <c:pt idx="58">
                  <c:v>0.037486085</c:v>
                </c:pt>
                <c:pt idx="59">
                  <c:v>0.038273077</c:v>
                </c:pt>
                <c:pt idx="60">
                  <c:v>0.03984174</c:v>
                </c:pt>
                <c:pt idx="61">
                  <c:v>0.040542784</c:v>
                </c:pt>
                <c:pt idx="62">
                  <c:v>0.042985576</c:v>
                </c:pt>
                <c:pt idx="63">
                  <c:v>0.044453967</c:v>
                </c:pt>
                <c:pt idx="64">
                  <c:v>0.046780058</c:v>
                </c:pt>
                <c:pt idx="65">
                  <c:v>0.049687364</c:v>
                </c:pt>
                <c:pt idx="66">
                  <c:v>0.050134985</c:v>
                </c:pt>
                <c:pt idx="67">
                  <c:v>0.050636811</c:v>
                </c:pt>
                <c:pt idx="68">
                  <c:v>0.05167791</c:v>
                </c:pt>
                <c:pt idx="69">
                  <c:v>0.053022845</c:v>
                </c:pt>
                <c:pt idx="70">
                  <c:v>0.054918347</c:v>
                </c:pt>
                <c:pt idx="71">
                  <c:v>0.062443284</c:v>
                </c:pt>
                <c:pt idx="72">
                  <c:v>0.06888325</c:v>
                </c:pt>
                <c:pt idx="73">
                  <c:v>0.069121852</c:v>
                </c:pt>
                <c:pt idx="74">
                  <c:v>0.070826432</c:v>
                </c:pt>
                <c:pt idx="75">
                  <c:v>0.071970246</c:v>
                </c:pt>
                <c:pt idx="76">
                  <c:v>0.072357824</c:v>
                </c:pt>
                <c:pt idx="77">
                  <c:v>0.083792086</c:v>
                </c:pt>
                <c:pt idx="78">
                  <c:v>0.119789561</c:v>
                </c:pt>
                <c:pt idx="79">
                  <c:v>0.126276279</c:v>
                </c:pt>
              </c:numCache>
            </c:numRef>
          </c:xVal>
          <c:yVal>
            <c:numRef>
              <c:f>Sheet1!$B$2:$B$81</c:f>
              <c:numCache>
                <c:formatCode>General</c:formatCode>
                <c:ptCount val="80"/>
                <c:pt idx="0">
                  <c:v>0.005821675551366652</c:v>
                </c:pt>
                <c:pt idx="1">
                  <c:v>0.00798361809653821</c:v>
                </c:pt>
                <c:pt idx="2">
                  <c:v>0.007010338457516484</c:v>
                </c:pt>
                <c:pt idx="3">
                  <c:v>0.01100606617475691</c:v>
                </c:pt>
                <c:pt idx="4">
                  <c:v>0.00966346400798293</c:v>
                </c:pt>
                <c:pt idx="5">
                  <c:v>0.006169337649205322</c:v>
                </c:pt>
                <c:pt idx="6">
                  <c:v>0.01260048900620077</c:v>
                </c:pt>
                <c:pt idx="7">
                  <c:v>0.008775970413523529</c:v>
                </c:pt>
                <c:pt idx="8">
                  <c:v>0.013215392200036188</c:v>
                </c:pt>
                <c:pt idx="9">
                  <c:v>0.008826926690181869</c:v>
                </c:pt>
                <c:pt idx="10">
                  <c:v>0.008455285666268547</c:v>
                </c:pt>
                <c:pt idx="11">
                  <c:v>0.010978927548658424</c:v>
                </c:pt>
                <c:pt idx="12">
                  <c:v>0.00706461514329668</c:v>
                </c:pt>
                <c:pt idx="13">
                  <c:v>0.009407003849337344</c:v>
                </c:pt>
                <c:pt idx="14">
                  <c:v>0.011091798802753343</c:v>
                </c:pt>
                <c:pt idx="15">
                  <c:v>0.008054929067503033</c:v>
                </c:pt>
                <c:pt idx="16">
                  <c:v>0.011937450856352448</c:v>
                </c:pt>
                <c:pt idx="17">
                  <c:v>0.013602346601819703</c:v>
                </c:pt>
                <c:pt idx="18">
                  <c:v>0.010712909651995724</c:v>
                </c:pt>
                <c:pt idx="19">
                  <c:v>0.013684642526251269</c:v>
                </c:pt>
                <c:pt idx="20">
                  <c:v>0.01619093157038077</c:v>
                </c:pt>
                <c:pt idx="21">
                  <c:v>0.01009346161210951</c:v>
                </c:pt>
                <c:pt idx="22">
                  <c:v>0.00868366883465629</c:v>
                </c:pt>
                <c:pt idx="23">
                  <c:v>0.013750046711096564</c:v>
                </c:pt>
                <c:pt idx="24">
                  <c:v>0.0113023255618654</c:v>
                </c:pt>
                <c:pt idx="25">
                  <c:v>0.01109669182342679</c:v>
                </c:pt>
                <c:pt idx="26">
                  <c:v>0.008839370471592039</c:v>
                </c:pt>
                <c:pt idx="27">
                  <c:v>0.011762076685365132</c:v>
                </c:pt>
                <c:pt idx="28">
                  <c:v>0.013163369395452054</c:v>
                </c:pt>
                <c:pt idx="29">
                  <c:v>0.014475050063676402</c:v>
                </c:pt>
                <c:pt idx="30">
                  <c:v>0.010180483750433438</c:v>
                </c:pt>
                <c:pt idx="31">
                  <c:v>0.01141595654150503</c:v>
                </c:pt>
                <c:pt idx="32">
                  <c:v>0.01584692024654407</c:v>
                </c:pt>
                <c:pt idx="33">
                  <c:v>0.008321787962496573</c:v>
                </c:pt>
                <c:pt idx="34">
                  <c:v>0.0071006696988094795</c:v>
                </c:pt>
                <c:pt idx="35">
                  <c:v>0.010080897096426154</c:v>
                </c:pt>
                <c:pt idx="36">
                  <c:v>0.012750774606736341</c:v>
                </c:pt>
                <c:pt idx="37">
                  <c:v>0.008810875699972385</c:v>
                </c:pt>
                <c:pt idx="38">
                  <c:v>0.01468181505030486</c:v>
                </c:pt>
                <c:pt idx="39">
                  <c:v>0.013570462397571694</c:v>
                </c:pt>
                <c:pt idx="40">
                  <c:v>0.01630829642392135</c:v>
                </c:pt>
                <c:pt idx="41">
                  <c:v>0.016644661977291045</c:v>
                </c:pt>
                <c:pt idx="42">
                  <c:v>0.014870798854292435</c:v>
                </c:pt>
                <c:pt idx="43">
                  <c:v>0.016778185793976816</c:v>
                </c:pt>
                <c:pt idx="44">
                  <c:v>0.02094970007490904</c:v>
                </c:pt>
                <c:pt idx="45">
                  <c:v>0.012402043162547421</c:v>
                </c:pt>
                <c:pt idx="46">
                  <c:v>0.020959315374233185</c:v>
                </c:pt>
                <c:pt idx="47">
                  <c:v>0.019601564493858564</c:v>
                </c:pt>
                <c:pt idx="48">
                  <c:v>0.02031579897612345</c:v>
                </c:pt>
                <c:pt idx="49">
                  <c:v>0.021184807294900132</c:v>
                </c:pt>
                <c:pt idx="50">
                  <c:v>0.022188399622861447</c:v>
                </c:pt>
                <c:pt idx="51">
                  <c:v>0.02183066194188119</c:v>
                </c:pt>
                <c:pt idx="52">
                  <c:v>0.02374697145030387</c:v>
                </c:pt>
                <c:pt idx="53">
                  <c:v>0.020712762737214094</c:v>
                </c:pt>
                <c:pt idx="54">
                  <c:v>0.025288126348261965</c:v>
                </c:pt>
                <c:pt idx="55">
                  <c:v>0.027688928024930583</c:v>
                </c:pt>
                <c:pt idx="56">
                  <c:v>0.03339485048478812</c:v>
                </c:pt>
                <c:pt idx="57">
                  <c:v>0.04262300612013572</c:v>
                </c:pt>
                <c:pt idx="58">
                  <c:v>0.03836155684624135</c:v>
                </c:pt>
                <c:pt idx="59">
                  <c:v>0.0372476440597564</c:v>
                </c:pt>
                <c:pt idx="60">
                  <c:v>0.041454847530309244</c:v>
                </c:pt>
                <c:pt idx="61">
                  <c:v>0.03951113559262127</c:v>
                </c:pt>
                <c:pt idx="62">
                  <c:v>0.04298787712679308</c:v>
                </c:pt>
                <c:pt idx="63">
                  <c:v>0.04663720790941391</c:v>
                </c:pt>
                <c:pt idx="64">
                  <c:v>0.04299462796265152</c:v>
                </c:pt>
                <c:pt idx="65">
                  <c:v>0.04755870167990557</c:v>
                </c:pt>
                <c:pt idx="66">
                  <c:v>0.04911442766198343</c:v>
                </c:pt>
                <c:pt idx="67">
                  <c:v>0.061676916300121024</c:v>
                </c:pt>
                <c:pt idx="68">
                  <c:v>0.056221762531404734</c:v>
                </c:pt>
                <c:pt idx="69">
                  <c:v>0.05342264631947634</c:v>
                </c:pt>
                <c:pt idx="70">
                  <c:v>0.05548126981568416</c:v>
                </c:pt>
                <c:pt idx="71">
                  <c:v>0.06350321512948538</c:v>
                </c:pt>
                <c:pt idx="72">
                  <c:v>0.057725094605451395</c:v>
                </c:pt>
                <c:pt idx="73">
                  <c:v>0.07623468156040464</c:v>
                </c:pt>
                <c:pt idx="74">
                  <c:v>0.07044991183447175</c:v>
                </c:pt>
                <c:pt idx="75">
                  <c:v>0.07152604197974843</c:v>
                </c:pt>
                <c:pt idx="76">
                  <c:v>0.07611723062294382</c:v>
                </c:pt>
                <c:pt idx="77">
                  <c:v>0.08801801274624063</c:v>
                </c:pt>
                <c:pt idx="78">
                  <c:v>0.12074728638489436</c:v>
                </c:pt>
                <c:pt idx="79">
                  <c:v>0.11111050063279748</c:v>
                </c:pt>
              </c:numCache>
            </c:numRef>
          </c:yVal>
          <c:smooth val="0"/>
        </c:ser>
        <c:ser>
          <c:idx val="1"/>
          <c:order val="1"/>
          <c:tx>
            <c:strRef>
              <c:f>Sheet1!$C$1</c:f>
              <c:strCache>
                <c:ptCount val="1"/>
                <c:pt idx="0">
                  <c:v>실측=예측</c:v>
                </c:pt>
              </c:strCache>
            </c:strRef>
          </c:tx>
          <c:spPr>
            <a:solidFill>
              <a:srgbClr val="C0392B"/>
            </a:solidFill>
            <a:ln w="12700" cap="flat">
              <a:solidFill>
                <a:srgbClr val="C0392B"/>
              </a:solidFill>
              <a:prstDash val="solid"/>
              <a:round/>
            </a:ln>
            <a:effectLst/>
          </c:spPr>
          <c:marker>
            <c:symbol val="none"/>
          </c:marker>
          <c:xVal>
            <c:numRef>
              <c:f>Sheet1!$A$2:$A$81</c:f>
              <c:numCache>
                <c:formatCode>General</c:formatCode>
                <c:ptCount val="80"/>
                <c:pt idx="0">
                  <c:v>0.005568505</c:v>
                </c:pt>
                <c:pt idx="1">
                  <c:v>0.005925801</c:v>
                </c:pt>
                <c:pt idx="2">
                  <c:v>0.007112878</c:v>
                </c:pt>
                <c:pt idx="3">
                  <c:v>0.007549102</c:v>
                </c:pt>
                <c:pt idx="4">
                  <c:v>0.007831943</c:v>
                </c:pt>
                <c:pt idx="5">
                  <c:v>0.007942743</c:v>
                </c:pt>
                <c:pt idx="6">
                  <c:v>0.00806561</c:v>
                </c:pt>
                <c:pt idx="7">
                  <c:v>0.008270759</c:v>
                </c:pt>
                <c:pt idx="8">
                  <c:v>0.008388427</c:v>
                </c:pt>
                <c:pt idx="9">
                  <c:v>0.008601173</c:v>
                </c:pt>
                <c:pt idx="10">
                  <c:v>0.008782279</c:v>
                </c:pt>
                <c:pt idx="11">
                  <c:v>0.009127144</c:v>
                </c:pt>
                <c:pt idx="12">
                  <c:v>0.00917502</c:v>
                </c:pt>
                <c:pt idx="13">
                  <c:v>0.009304805</c:v>
                </c:pt>
                <c:pt idx="14">
                  <c:v>0.009522164</c:v>
                </c:pt>
                <c:pt idx="15">
                  <c:v>0.009604771</c:v>
                </c:pt>
                <c:pt idx="16">
                  <c:v>0.009743069</c:v>
                </c:pt>
                <c:pt idx="17">
                  <c:v>0.009764347</c:v>
                </c:pt>
                <c:pt idx="18">
                  <c:v>0.009810392</c:v>
                </c:pt>
                <c:pt idx="19">
                  <c:v>0.010067082</c:v>
                </c:pt>
                <c:pt idx="20">
                  <c:v>0.010091195</c:v>
                </c:pt>
                <c:pt idx="21">
                  <c:v>0.010919271</c:v>
                </c:pt>
                <c:pt idx="22">
                  <c:v>0.010995623</c:v>
                </c:pt>
                <c:pt idx="23">
                  <c:v>0.011176608</c:v>
                </c:pt>
                <c:pt idx="24">
                  <c:v>0.011284976</c:v>
                </c:pt>
                <c:pt idx="25">
                  <c:v>0.011550345</c:v>
                </c:pt>
                <c:pt idx="26">
                  <c:v>0.01232387</c:v>
                </c:pt>
                <c:pt idx="27">
                  <c:v>0.012465981</c:v>
                </c:pt>
                <c:pt idx="28">
                  <c:v>0.012839193</c:v>
                </c:pt>
                <c:pt idx="29">
                  <c:v>0.013253761</c:v>
                </c:pt>
                <c:pt idx="30">
                  <c:v>0.013418301</c:v>
                </c:pt>
                <c:pt idx="31">
                  <c:v>0.013434057</c:v>
                </c:pt>
                <c:pt idx="32">
                  <c:v>0.013439613</c:v>
                </c:pt>
                <c:pt idx="33">
                  <c:v>0.013520101</c:v>
                </c:pt>
                <c:pt idx="34">
                  <c:v>0.013609889</c:v>
                </c:pt>
                <c:pt idx="35">
                  <c:v>0.013968956</c:v>
                </c:pt>
                <c:pt idx="36">
                  <c:v>0.014315877</c:v>
                </c:pt>
                <c:pt idx="37">
                  <c:v>0.015833021</c:v>
                </c:pt>
                <c:pt idx="38">
                  <c:v>0.016282621</c:v>
                </c:pt>
                <c:pt idx="39">
                  <c:v>0.016375626</c:v>
                </c:pt>
                <c:pt idx="40">
                  <c:v>0.01695344</c:v>
                </c:pt>
                <c:pt idx="41">
                  <c:v>0.016960853</c:v>
                </c:pt>
                <c:pt idx="42">
                  <c:v>0.017042008</c:v>
                </c:pt>
                <c:pt idx="43">
                  <c:v>0.017641687</c:v>
                </c:pt>
                <c:pt idx="44">
                  <c:v>0.017671778</c:v>
                </c:pt>
                <c:pt idx="45">
                  <c:v>0.017996288</c:v>
                </c:pt>
                <c:pt idx="46">
                  <c:v>0.018616686</c:v>
                </c:pt>
                <c:pt idx="47">
                  <c:v>0.021018165</c:v>
                </c:pt>
                <c:pt idx="48">
                  <c:v>0.021609769</c:v>
                </c:pt>
                <c:pt idx="49">
                  <c:v>0.022257404</c:v>
                </c:pt>
                <c:pt idx="50">
                  <c:v>0.022575757</c:v>
                </c:pt>
                <c:pt idx="51">
                  <c:v>0.023138111</c:v>
                </c:pt>
                <c:pt idx="52">
                  <c:v>0.024027944</c:v>
                </c:pt>
                <c:pt idx="53">
                  <c:v>0.024669394</c:v>
                </c:pt>
                <c:pt idx="54">
                  <c:v>0.025146204</c:v>
                </c:pt>
                <c:pt idx="55">
                  <c:v>0.029418014</c:v>
                </c:pt>
                <c:pt idx="56">
                  <c:v>0.030428627</c:v>
                </c:pt>
                <c:pt idx="57">
                  <c:v>0.032736337</c:v>
                </c:pt>
                <c:pt idx="58">
                  <c:v>0.037486085</c:v>
                </c:pt>
                <c:pt idx="59">
                  <c:v>0.038273077</c:v>
                </c:pt>
                <c:pt idx="60">
                  <c:v>0.03984174</c:v>
                </c:pt>
                <c:pt idx="61">
                  <c:v>0.040542784</c:v>
                </c:pt>
                <c:pt idx="62">
                  <c:v>0.042985576</c:v>
                </c:pt>
                <c:pt idx="63">
                  <c:v>0.044453967</c:v>
                </c:pt>
                <c:pt idx="64">
                  <c:v>0.046780058</c:v>
                </c:pt>
                <c:pt idx="65">
                  <c:v>0.049687364</c:v>
                </c:pt>
                <c:pt idx="66">
                  <c:v>0.050134985</c:v>
                </c:pt>
                <c:pt idx="67">
                  <c:v>0.050636811</c:v>
                </c:pt>
                <c:pt idx="68">
                  <c:v>0.05167791</c:v>
                </c:pt>
                <c:pt idx="69">
                  <c:v>0.053022845</c:v>
                </c:pt>
                <c:pt idx="70">
                  <c:v>0.054918347</c:v>
                </c:pt>
                <c:pt idx="71">
                  <c:v>0.062443284</c:v>
                </c:pt>
                <c:pt idx="72">
                  <c:v>0.06888325</c:v>
                </c:pt>
                <c:pt idx="73">
                  <c:v>0.069121852</c:v>
                </c:pt>
                <c:pt idx="74">
                  <c:v>0.070826432</c:v>
                </c:pt>
                <c:pt idx="75">
                  <c:v>0.071970246</c:v>
                </c:pt>
                <c:pt idx="76">
                  <c:v>0.072357824</c:v>
                </c:pt>
                <c:pt idx="77">
                  <c:v>0.083792086</c:v>
                </c:pt>
                <c:pt idx="78">
                  <c:v>0.119789561</c:v>
                </c:pt>
                <c:pt idx="79">
                  <c:v>0.126276279</c:v>
                </c:pt>
              </c:numCache>
            </c:numRef>
          </c:xVal>
          <c:yVal>
            <c:numRef>
              <c:f>Sheet1!$C$2:$C$81</c:f>
              <c:numCache>
                <c:formatCode>General</c:formatCode>
                <c:ptCount val="80"/>
                <c:pt idx="0">
                  <c:v>0.005568505</c:v>
                </c:pt>
                <c:pt idx="1">
                  <c:v>0.005925801</c:v>
                </c:pt>
                <c:pt idx="2">
                  <c:v>0.007112878</c:v>
                </c:pt>
                <c:pt idx="3">
                  <c:v>0.007549102</c:v>
                </c:pt>
                <c:pt idx="4">
                  <c:v>0.007831943</c:v>
                </c:pt>
                <c:pt idx="5">
                  <c:v>0.007942743</c:v>
                </c:pt>
                <c:pt idx="6">
                  <c:v>0.00806561</c:v>
                </c:pt>
                <c:pt idx="7">
                  <c:v>0.008270759</c:v>
                </c:pt>
                <c:pt idx="8">
                  <c:v>0.008388427</c:v>
                </c:pt>
                <c:pt idx="9">
                  <c:v>0.008601173</c:v>
                </c:pt>
                <c:pt idx="10">
                  <c:v>0.008782279</c:v>
                </c:pt>
                <c:pt idx="11">
                  <c:v>0.009127144</c:v>
                </c:pt>
                <c:pt idx="12">
                  <c:v>0.00917502</c:v>
                </c:pt>
                <c:pt idx="13">
                  <c:v>0.009304805</c:v>
                </c:pt>
                <c:pt idx="14">
                  <c:v>0.009522164</c:v>
                </c:pt>
                <c:pt idx="15">
                  <c:v>0.009604771</c:v>
                </c:pt>
                <c:pt idx="16">
                  <c:v>0.009743069</c:v>
                </c:pt>
                <c:pt idx="17">
                  <c:v>0.009764347</c:v>
                </c:pt>
                <c:pt idx="18">
                  <c:v>0.009810392</c:v>
                </c:pt>
                <c:pt idx="19">
                  <c:v>0.010067082</c:v>
                </c:pt>
                <c:pt idx="20">
                  <c:v>0.010091195</c:v>
                </c:pt>
                <c:pt idx="21">
                  <c:v>0.010919271</c:v>
                </c:pt>
                <c:pt idx="22">
                  <c:v>0.010995623</c:v>
                </c:pt>
                <c:pt idx="23">
                  <c:v>0.011176608</c:v>
                </c:pt>
                <c:pt idx="24">
                  <c:v>0.011284976</c:v>
                </c:pt>
                <c:pt idx="25">
                  <c:v>0.011550345</c:v>
                </c:pt>
                <c:pt idx="26">
                  <c:v>0.01232387</c:v>
                </c:pt>
                <c:pt idx="27">
                  <c:v>0.012465981</c:v>
                </c:pt>
                <c:pt idx="28">
                  <c:v>0.012839193</c:v>
                </c:pt>
                <c:pt idx="29">
                  <c:v>0.013253761</c:v>
                </c:pt>
                <c:pt idx="30">
                  <c:v>0.013418301</c:v>
                </c:pt>
                <c:pt idx="31">
                  <c:v>0.013434057</c:v>
                </c:pt>
                <c:pt idx="32">
                  <c:v>0.013439613</c:v>
                </c:pt>
                <c:pt idx="33">
                  <c:v>0.013520101</c:v>
                </c:pt>
                <c:pt idx="34">
                  <c:v>0.013609889</c:v>
                </c:pt>
                <c:pt idx="35">
                  <c:v>0.013968956</c:v>
                </c:pt>
                <c:pt idx="36">
                  <c:v>0.014315877</c:v>
                </c:pt>
                <c:pt idx="37">
                  <c:v>0.015833021</c:v>
                </c:pt>
                <c:pt idx="38">
                  <c:v>0.016282621</c:v>
                </c:pt>
                <c:pt idx="39">
                  <c:v>0.016375626</c:v>
                </c:pt>
                <c:pt idx="40">
                  <c:v>0.01695344</c:v>
                </c:pt>
                <c:pt idx="41">
                  <c:v>0.016960853</c:v>
                </c:pt>
                <c:pt idx="42">
                  <c:v>0.017042008</c:v>
                </c:pt>
                <c:pt idx="43">
                  <c:v>0.017641687</c:v>
                </c:pt>
                <c:pt idx="44">
                  <c:v>0.017671778</c:v>
                </c:pt>
                <c:pt idx="45">
                  <c:v>0.017996288</c:v>
                </c:pt>
                <c:pt idx="46">
                  <c:v>0.018616686</c:v>
                </c:pt>
                <c:pt idx="47">
                  <c:v>0.021018165</c:v>
                </c:pt>
                <c:pt idx="48">
                  <c:v>0.021609769</c:v>
                </c:pt>
                <c:pt idx="49">
                  <c:v>0.022257404</c:v>
                </c:pt>
                <c:pt idx="50">
                  <c:v>0.022575757</c:v>
                </c:pt>
                <c:pt idx="51">
                  <c:v>0.023138111</c:v>
                </c:pt>
                <c:pt idx="52">
                  <c:v>0.024027944</c:v>
                </c:pt>
                <c:pt idx="53">
                  <c:v>0.024669394</c:v>
                </c:pt>
                <c:pt idx="54">
                  <c:v>0.025146204</c:v>
                </c:pt>
                <c:pt idx="55">
                  <c:v>0.029418014</c:v>
                </c:pt>
                <c:pt idx="56">
                  <c:v>0.030428627</c:v>
                </c:pt>
                <c:pt idx="57">
                  <c:v>0.032736337</c:v>
                </c:pt>
                <c:pt idx="58">
                  <c:v>0.037486085</c:v>
                </c:pt>
                <c:pt idx="59">
                  <c:v>0.038273077</c:v>
                </c:pt>
                <c:pt idx="60">
                  <c:v>0.03984174</c:v>
                </c:pt>
                <c:pt idx="61">
                  <c:v>0.040542784</c:v>
                </c:pt>
                <c:pt idx="62">
                  <c:v>0.042985576</c:v>
                </c:pt>
                <c:pt idx="63">
                  <c:v>0.044453967</c:v>
                </c:pt>
                <c:pt idx="64">
                  <c:v>0.046780058</c:v>
                </c:pt>
                <c:pt idx="65">
                  <c:v>0.049687364</c:v>
                </c:pt>
                <c:pt idx="66">
                  <c:v>0.050134985</c:v>
                </c:pt>
                <c:pt idx="67">
                  <c:v>0.050636811</c:v>
                </c:pt>
                <c:pt idx="68">
                  <c:v>0.05167791</c:v>
                </c:pt>
                <c:pt idx="69">
                  <c:v>0.053022845</c:v>
                </c:pt>
                <c:pt idx="70">
                  <c:v>0.054918347</c:v>
                </c:pt>
                <c:pt idx="71">
                  <c:v>0.062443284</c:v>
                </c:pt>
                <c:pt idx="72">
                  <c:v>0.06888325</c:v>
                </c:pt>
                <c:pt idx="73">
                  <c:v>0.069121852</c:v>
                </c:pt>
                <c:pt idx="74">
                  <c:v>0.070826432</c:v>
                </c:pt>
                <c:pt idx="75">
                  <c:v>0.071970246</c:v>
                </c:pt>
                <c:pt idx="76">
                  <c:v>0.072357824</c:v>
                </c:pt>
                <c:pt idx="77">
                  <c:v>0.083792086</c:v>
                </c:pt>
                <c:pt idx="78">
                  <c:v>0.119789561</c:v>
                </c:pt>
                <c:pt idx="79">
                  <c:v>0.126276279</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0.14"/>
          <c:min val="0"/>
        </c:scaling>
        <c:delete val="0"/>
        <c:axPos val="b"/>
        <c:title>
          <c:tx>
            <c:rich>
              <a:bodyPr/>
              <a:lstStyle/>
              <a:p>
                <a:pPr>
                  <a:defRPr sz="700" b="0" i="0" u="none" strike="noStrike">
                    <a:solidFill>
                      <a:srgbClr val="6B7A8F"/>
                    </a:solidFill>
                    <a:latin typeface="Arial"/>
                  </a:defRPr>
                </a:pPr>
                <a:r>
                  <a:rPr sz="700" b="0" i="0" u="none" strike="noStrike">
                    <a:solidFill>
                      <a:srgbClr val="6B7A8F"/>
                    </a:solidFill>
                    <a:latin typeface="Arial"/>
                  </a:rPr>
                  <a:t>실측</a:t>
                </a:r>
              </a:p>
            </c:rich>
          </c:tx>
          <c:layout/>
          <c:overlay val="0"/>
        </c:title>
        <c:numFmt formatCode="0.00" sourceLinked="1"/>
        <c:majorTickMark val="none"/>
        <c:minorTickMark val="none"/>
        <c:tickLblPos val="nextTo"/>
        <c:spPr>
          <a:ln w="12700" cap="flat">
            <a:solidFill>
              <a:srgbClr val="888888"/>
            </a:solidFill>
            <a:prstDash val="solid"/>
            <a:round/>
          </a:ln>
        </c:spPr>
        <c:txPr>
          <a:bodyPr/>
          <a:lstStyle/>
          <a:p>
            <a:pPr>
              <a:defRPr sz="700" b="0" i="0" u="none" strike="noStrike">
                <a:solidFill>
                  <a:srgbClr val="6B7A8F"/>
                </a:solidFill>
                <a:latin typeface="Arial"/>
              </a:defRPr>
            </a:pPr>
            <a:endParaRPr lang="en-US"/>
          </a:p>
        </c:txPr>
        <c:crossAx val="2094734552"/>
        <c:crossesAt val="autoZero"/>
        <c:auto val="1"/>
        <c:lblAlgn val="ctr"/>
        <c:noMultiLvlLbl val="1"/>
        <c:majorUnit val="0.04"/>
      </c:valAx>
      <c:valAx>
        <c:axId val="2094734552"/>
        <c:scaling>
          <c:orientation val="minMax"/>
          <c:max val="0.14"/>
          <c:min val="0"/>
        </c:scaling>
        <c:delete val="0"/>
        <c:axPos val="l"/>
        <c:majorGridlines>
          <c:spPr>
            <a:ln w="6350" cap="flat">
              <a:solidFill>
                <a:srgbClr val="EEF1F5"/>
              </a:solidFill>
              <a:prstDash val="solid"/>
              <a:round/>
            </a:ln>
          </c:spPr>
        </c:majorGridlines>
        <c:title>
          <c:tx>
            <c:rich>
              <a:bodyPr/>
              <a:lstStyle/>
              <a:p>
                <a:pPr>
                  <a:defRPr sz="700" b="0" i="0" u="none" strike="noStrike">
                    <a:solidFill>
                      <a:srgbClr val="6B7A8F"/>
                    </a:solidFill>
                    <a:latin typeface="Arial"/>
                  </a:defRPr>
                </a:pPr>
                <a:r>
                  <a:rPr sz="700" b="0" i="0" u="none" strike="noStrike">
                    <a:solidFill>
                      <a:srgbClr val="6B7A8F"/>
                    </a:solidFill>
                    <a:latin typeface="Arial"/>
                  </a:rPr>
                  <a:t>예측</a:t>
                </a:r>
              </a:p>
            </c:rich>
          </c:tx>
          <c:layout/>
          <c:overlay val="0"/>
        </c:title>
        <c:numFmt formatCode="0.00" sourceLinked="0"/>
        <c:majorTickMark val="none"/>
        <c:minorTickMark val="none"/>
        <c:tickLblPos val="nextTo"/>
        <c:spPr>
          <a:ln w="12700" cap="flat">
            <a:solidFill>
              <a:srgbClr val="888888"/>
            </a:solidFill>
            <a:prstDash val="solid"/>
            <a:round/>
          </a:ln>
        </c:spPr>
        <c:txPr>
          <a:bodyPr/>
          <a:lstStyle/>
          <a:p>
            <a:pPr>
              <a:defRPr sz="700" b="0" i="0" u="none" strike="noStrike">
                <a:solidFill>
                  <a:srgbClr val="6B7A8F"/>
                </a:solidFill>
                <a:latin typeface="Arial"/>
              </a:defRPr>
            </a:pPr>
            <a:endParaRPr lang="en-US"/>
          </a:p>
        </c:txPr>
        <c:crossAx val="2094734554"/>
        <c:crossesAt val="0"/>
        <c:crossBetween val="midCat"/>
        <c:majorUnit val="0.04"/>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예측</c:v>
                </c:pt>
              </c:strCache>
            </c:strRef>
          </c:tx>
          <c:spPr>
            <a:solidFill>
              <a:srgbClr val="0090B0"/>
            </a:solidFill>
            <a:ln>
              <a:noFill/>
            </a:ln>
            <a:effectLst/>
          </c:spPr>
          <c:marker>
            <c:symbol val="circle"/>
            <c:size val="4"/>
            <c:spPr>
              <a:solidFill>
                <a:srgbClr val="0090B0"/>
              </a:solidFill>
              <a:ln w="9525" cap="flat">
                <a:solidFill>
                  <a:srgbClr val="0090B0"/>
                </a:solidFill>
                <a:prstDash val="solid"/>
                <a:round/>
              </a:ln>
              <a:effectLst/>
            </c:spPr>
          </c:marker>
          <c:xVal>
            <c:numRef>
              <c:f>Sheet1!$A$2:$A$81</c:f>
              <c:numCache>
                <c:formatCode>General</c:formatCode>
                <c:ptCount val="80"/>
                <c:pt idx="0">
                  <c:v>0.002086048</c:v>
                </c:pt>
                <c:pt idx="1">
                  <c:v>0.002277239</c:v>
                </c:pt>
                <c:pt idx="2">
                  <c:v>0.002356456</c:v>
                </c:pt>
                <c:pt idx="3">
                  <c:v>0.002412828</c:v>
                </c:pt>
                <c:pt idx="4">
                  <c:v>0.002502999</c:v>
                </c:pt>
                <c:pt idx="5">
                  <c:v>0.002593537</c:v>
                </c:pt>
                <c:pt idx="6">
                  <c:v>0.002603317</c:v>
                </c:pt>
                <c:pt idx="7">
                  <c:v>0.002933632</c:v>
                </c:pt>
                <c:pt idx="8">
                  <c:v>0.003215548</c:v>
                </c:pt>
                <c:pt idx="9">
                  <c:v>0.003287937</c:v>
                </c:pt>
                <c:pt idx="10">
                  <c:v>0.003292869</c:v>
                </c:pt>
                <c:pt idx="11">
                  <c:v>0.003292968</c:v>
                </c:pt>
                <c:pt idx="12">
                  <c:v>0.003525045</c:v>
                </c:pt>
                <c:pt idx="13">
                  <c:v>0.003779495</c:v>
                </c:pt>
                <c:pt idx="14">
                  <c:v>0.003961715</c:v>
                </c:pt>
                <c:pt idx="15">
                  <c:v>0.003972279</c:v>
                </c:pt>
                <c:pt idx="16">
                  <c:v>0.004002817</c:v>
                </c:pt>
                <c:pt idx="17">
                  <c:v>0.004148323</c:v>
                </c:pt>
                <c:pt idx="18">
                  <c:v>0.004179593</c:v>
                </c:pt>
                <c:pt idx="19">
                  <c:v>0.00422012</c:v>
                </c:pt>
                <c:pt idx="20">
                  <c:v>0.00422961</c:v>
                </c:pt>
                <c:pt idx="21">
                  <c:v>0.004238379</c:v>
                </c:pt>
                <c:pt idx="22">
                  <c:v>0.004335112</c:v>
                </c:pt>
                <c:pt idx="23">
                  <c:v>0.004339508</c:v>
                </c:pt>
                <c:pt idx="24">
                  <c:v>0.004343244</c:v>
                </c:pt>
                <c:pt idx="25">
                  <c:v>0.004350372</c:v>
                </c:pt>
                <c:pt idx="26">
                  <c:v>0.004483284</c:v>
                </c:pt>
                <c:pt idx="27">
                  <c:v>0.004710575</c:v>
                </c:pt>
                <c:pt idx="28">
                  <c:v>0.004749843</c:v>
                </c:pt>
                <c:pt idx="29">
                  <c:v>0.004981335</c:v>
                </c:pt>
                <c:pt idx="30">
                  <c:v>0.005056663</c:v>
                </c:pt>
                <c:pt idx="31">
                  <c:v>0.005198242</c:v>
                </c:pt>
                <c:pt idx="32">
                  <c:v>0.005215538</c:v>
                </c:pt>
                <c:pt idx="33">
                  <c:v>0.005220103</c:v>
                </c:pt>
                <c:pt idx="34">
                  <c:v>0.005303539</c:v>
                </c:pt>
                <c:pt idx="35">
                  <c:v>0.005358879</c:v>
                </c:pt>
                <c:pt idx="36">
                  <c:v>0.005412519</c:v>
                </c:pt>
                <c:pt idx="37">
                  <c:v>0.005665942</c:v>
                </c:pt>
                <c:pt idx="38">
                  <c:v>0.005964852</c:v>
                </c:pt>
                <c:pt idx="39">
                  <c:v>0.006026822</c:v>
                </c:pt>
                <c:pt idx="40">
                  <c:v>0.006485073</c:v>
                </c:pt>
                <c:pt idx="41">
                  <c:v>0.006539585</c:v>
                </c:pt>
                <c:pt idx="42">
                  <c:v>0.007104033</c:v>
                </c:pt>
                <c:pt idx="43">
                  <c:v>0.007257246</c:v>
                </c:pt>
                <c:pt idx="44">
                  <c:v>0.007291489</c:v>
                </c:pt>
                <c:pt idx="45">
                  <c:v>0.007337024</c:v>
                </c:pt>
                <c:pt idx="46">
                  <c:v>0.007521457</c:v>
                </c:pt>
                <c:pt idx="47">
                  <c:v>0.007970302</c:v>
                </c:pt>
                <c:pt idx="48">
                  <c:v>0.008023349</c:v>
                </c:pt>
                <c:pt idx="49">
                  <c:v>0.008269322</c:v>
                </c:pt>
                <c:pt idx="50">
                  <c:v>0.008310101</c:v>
                </c:pt>
                <c:pt idx="51">
                  <c:v>0.00853189</c:v>
                </c:pt>
                <c:pt idx="52">
                  <c:v>0.008743812</c:v>
                </c:pt>
                <c:pt idx="53">
                  <c:v>0.008902394</c:v>
                </c:pt>
                <c:pt idx="54">
                  <c:v>0.009575514</c:v>
                </c:pt>
                <c:pt idx="55">
                  <c:v>0.010804561</c:v>
                </c:pt>
                <c:pt idx="56">
                  <c:v>0.011068457</c:v>
                </c:pt>
                <c:pt idx="57">
                  <c:v>0.011098002</c:v>
                </c:pt>
                <c:pt idx="58">
                  <c:v>0.012898218</c:v>
                </c:pt>
                <c:pt idx="59">
                  <c:v>0.013974903</c:v>
                </c:pt>
                <c:pt idx="60">
                  <c:v>0.01411384</c:v>
                </c:pt>
                <c:pt idx="61">
                  <c:v>0.0156133</c:v>
                </c:pt>
                <c:pt idx="62">
                  <c:v>0.015613472</c:v>
                </c:pt>
                <c:pt idx="63">
                  <c:v>0.016705871</c:v>
                </c:pt>
                <c:pt idx="64">
                  <c:v>0.016708016</c:v>
                </c:pt>
                <c:pt idx="65">
                  <c:v>0.017276923</c:v>
                </c:pt>
                <c:pt idx="66">
                  <c:v>0.017464871</c:v>
                </c:pt>
                <c:pt idx="67">
                  <c:v>0.017895761</c:v>
                </c:pt>
                <c:pt idx="68">
                  <c:v>0.018316898</c:v>
                </c:pt>
                <c:pt idx="69">
                  <c:v>0.019969964</c:v>
                </c:pt>
                <c:pt idx="70">
                  <c:v>0.020040481</c:v>
                </c:pt>
                <c:pt idx="71">
                  <c:v>0.020512937</c:v>
                </c:pt>
                <c:pt idx="72">
                  <c:v>0.024902271</c:v>
                </c:pt>
                <c:pt idx="73">
                  <c:v>0.028511266</c:v>
                </c:pt>
                <c:pt idx="74">
                  <c:v>0.034854991</c:v>
                </c:pt>
                <c:pt idx="75">
                  <c:v>0.036621141</c:v>
                </c:pt>
                <c:pt idx="76">
                  <c:v>0.038068394</c:v>
                </c:pt>
                <c:pt idx="77">
                  <c:v>0.038462455</c:v>
                </c:pt>
                <c:pt idx="78">
                  <c:v>0.038940642</c:v>
                </c:pt>
                <c:pt idx="79">
                  <c:v>0.043799329</c:v>
                </c:pt>
              </c:numCache>
            </c:numRef>
          </c:xVal>
          <c:yVal>
            <c:numRef>
              <c:f>Sheet1!$B$2:$B$81</c:f>
              <c:numCache>
                <c:formatCode>General</c:formatCode>
                <c:ptCount val="80"/>
                <c:pt idx="0">
                  <c:v>-0.0010968086286532938</c:v>
                </c:pt>
                <c:pt idx="1">
                  <c:v>0.004037877235654433</c:v>
                </c:pt>
                <c:pt idx="2">
                  <c:v>0.0024444730610352784</c:v>
                </c:pt>
                <c:pt idx="3">
                  <c:v>0.0018261055926934722</c:v>
                </c:pt>
                <c:pt idx="4">
                  <c:v>0.0023285026347899754</c:v>
                </c:pt>
                <c:pt idx="5">
                  <c:v>0.0030005486938416495</c:v>
                </c:pt>
                <c:pt idx="6">
                  <c:v>0.002166246220197175</c:v>
                </c:pt>
                <c:pt idx="7">
                  <c:v>0.008121233187767144</c:v>
                </c:pt>
                <c:pt idx="8">
                  <c:v>0.0026188324391928225</c:v>
                </c:pt>
                <c:pt idx="9">
                  <c:v>0.005116593709810175</c:v>
                </c:pt>
                <c:pt idx="10">
                  <c:v>0.005569574975944156</c:v>
                </c:pt>
                <c:pt idx="11">
                  <c:v>0.0034144450130798587</c:v>
                </c:pt>
                <c:pt idx="12">
                  <c:v>0.0026037915192728828</c:v>
                </c:pt>
                <c:pt idx="13">
                  <c:v>0.0032362756295503843</c:v>
                </c:pt>
                <c:pt idx="14">
                  <c:v>0.004252737969883313</c:v>
                </c:pt>
                <c:pt idx="15">
                  <c:v>0.007629190653921287</c:v>
                </c:pt>
                <c:pt idx="16">
                  <c:v>0.003371327025803371</c:v>
                </c:pt>
                <c:pt idx="17">
                  <c:v>0.0034883777454680328</c:v>
                </c:pt>
                <c:pt idx="18">
                  <c:v>0.007000497393455858</c:v>
                </c:pt>
                <c:pt idx="19">
                  <c:v>0.005272800288852672</c:v>
                </c:pt>
                <c:pt idx="20">
                  <c:v>0.00607601204142906</c:v>
                </c:pt>
                <c:pt idx="21">
                  <c:v>0.004469490100569094</c:v>
                </c:pt>
                <c:pt idx="22">
                  <c:v>0.0022873270413510897</c:v>
                </c:pt>
                <c:pt idx="23">
                  <c:v>0.005114553439156821</c:v>
                </c:pt>
                <c:pt idx="24">
                  <c:v>0.005152763451328096</c:v>
                </c:pt>
                <c:pt idx="25">
                  <c:v>0.006352714327433774</c:v>
                </c:pt>
                <c:pt idx="26">
                  <c:v>0.005560837080898419</c:v>
                </c:pt>
                <c:pt idx="27">
                  <c:v>0.005551956970154803</c:v>
                </c:pt>
                <c:pt idx="28">
                  <c:v>0.005548512090116653</c:v>
                </c:pt>
                <c:pt idx="29">
                  <c:v>0.010504784306773709</c:v>
                </c:pt>
                <c:pt idx="30">
                  <c:v>0.003320140453322778</c:v>
                </c:pt>
                <c:pt idx="31">
                  <c:v>0.0077493491429298355</c:v>
                </c:pt>
                <c:pt idx="32">
                  <c:v>0.004993190578298395</c:v>
                </c:pt>
                <c:pt idx="33">
                  <c:v>0.005883795643202281</c:v>
                </c:pt>
                <c:pt idx="34">
                  <c:v>0.0072241913474834114</c:v>
                </c:pt>
                <c:pt idx="35">
                  <c:v>0.0014514951677451083</c:v>
                </c:pt>
                <c:pt idx="36">
                  <c:v>0.002904729275218206</c:v>
                </c:pt>
                <c:pt idx="37">
                  <c:v>0.00119352622491262</c:v>
                </c:pt>
                <c:pt idx="38">
                  <c:v>0.00883315929472898</c:v>
                </c:pt>
                <c:pt idx="39">
                  <c:v>0.005628535960504287</c:v>
                </c:pt>
                <c:pt idx="40">
                  <c:v>0.003135128490234047</c:v>
                </c:pt>
                <c:pt idx="41">
                  <c:v>0.00586860993539002</c:v>
                </c:pt>
                <c:pt idx="42">
                  <c:v>0.004169520100981955</c:v>
                </c:pt>
                <c:pt idx="43">
                  <c:v>0.002858816153884278</c:v>
                </c:pt>
                <c:pt idx="44">
                  <c:v>0.008844038208168948</c:v>
                </c:pt>
                <c:pt idx="45">
                  <c:v>0.00863149322523295</c:v>
                </c:pt>
                <c:pt idx="46">
                  <c:v>0.005640133138887485</c:v>
                </c:pt>
                <c:pt idx="47">
                  <c:v>0.0076915856434407</c:v>
                </c:pt>
                <c:pt idx="48">
                  <c:v>0.006430695604114747</c:v>
                </c:pt>
                <c:pt idx="49">
                  <c:v>0.0055615613425484154</c:v>
                </c:pt>
                <c:pt idx="50">
                  <c:v>0.004227395922036927</c:v>
                </c:pt>
                <c:pt idx="51">
                  <c:v>0.0018529951042520424</c:v>
                </c:pt>
                <c:pt idx="52">
                  <c:v>0.007070020677482166</c:v>
                </c:pt>
                <c:pt idx="53">
                  <c:v>0.00838670386678912</c:v>
                </c:pt>
                <c:pt idx="54">
                  <c:v>0.005115492639188929</c:v>
                </c:pt>
                <c:pt idx="55">
                  <c:v>0.014563665295078753</c:v>
                </c:pt>
                <c:pt idx="56">
                  <c:v>0.012583419081533397</c:v>
                </c:pt>
                <c:pt idx="57">
                  <c:v>0.011441981242311808</c:v>
                </c:pt>
                <c:pt idx="58">
                  <c:v>0.01853388377690132</c:v>
                </c:pt>
                <c:pt idx="59">
                  <c:v>0.009086996387373605</c:v>
                </c:pt>
                <c:pt idx="60">
                  <c:v>0.01094583940002685</c:v>
                </c:pt>
                <c:pt idx="61">
                  <c:v>0.018059248734558737</c:v>
                </c:pt>
                <c:pt idx="62">
                  <c:v>0.009439417594612403</c:v>
                </c:pt>
                <c:pt idx="63">
                  <c:v>0.01869393961210468</c:v>
                </c:pt>
                <c:pt idx="64">
                  <c:v>0.017243719281081205</c:v>
                </c:pt>
                <c:pt idx="65">
                  <c:v>0.010292980596993023</c:v>
                </c:pt>
                <c:pt idx="66">
                  <c:v>0.02234764787227344</c:v>
                </c:pt>
                <c:pt idx="67">
                  <c:v>0.026102114852083372</c:v>
                </c:pt>
                <c:pt idx="68">
                  <c:v>0.021062718010504067</c:v>
                </c:pt>
                <c:pt idx="69">
                  <c:v>0.023501777206561714</c:v>
                </c:pt>
                <c:pt idx="70">
                  <c:v>0.019310945142631895</c:v>
                </c:pt>
                <c:pt idx="71">
                  <c:v>0.02147511218884536</c:v>
                </c:pt>
                <c:pt idx="72">
                  <c:v>0.02521528110403235</c:v>
                </c:pt>
                <c:pt idx="73">
                  <c:v>0.029959032222190346</c:v>
                </c:pt>
                <c:pt idx="74">
                  <c:v>0.02849465245915161</c:v>
                </c:pt>
                <c:pt idx="75">
                  <c:v>0.0360876404944777</c:v>
                </c:pt>
                <c:pt idx="76">
                  <c:v>0.04069579437243892</c:v>
                </c:pt>
                <c:pt idx="77">
                  <c:v>0.03294230004653619</c:v>
                </c:pt>
                <c:pt idx="78">
                  <c:v>0.03657489466579031</c:v>
                </c:pt>
                <c:pt idx="79">
                  <c:v>0.03284501999707445</c:v>
                </c:pt>
              </c:numCache>
            </c:numRef>
          </c:yVal>
          <c:smooth val="0"/>
        </c:ser>
        <c:ser>
          <c:idx val="1"/>
          <c:order val="1"/>
          <c:tx>
            <c:strRef>
              <c:f>Sheet1!$C$1</c:f>
              <c:strCache>
                <c:ptCount val="1"/>
                <c:pt idx="0">
                  <c:v>실측=예측</c:v>
                </c:pt>
              </c:strCache>
            </c:strRef>
          </c:tx>
          <c:spPr>
            <a:solidFill>
              <a:srgbClr val="C0392B"/>
            </a:solidFill>
            <a:ln w="12700" cap="flat">
              <a:solidFill>
                <a:srgbClr val="C0392B"/>
              </a:solidFill>
              <a:prstDash val="solid"/>
              <a:round/>
            </a:ln>
            <a:effectLst/>
          </c:spPr>
          <c:marker>
            <c:symbol val="none"/>
          </c:marker>
          <c:xVal>
            <c:numRef>
              <c:f>Sheet1!$A$2:$A$81</c:f>
              <c:numCache>
                <c:formatCode>General</c:formatCode>
                <c:ptCount val="80"/>
                <c:pt idx="0">
                  <c:v>0.002086048</c:v>
                </c:pt>
                <c:pt idx="1">
                  <c:v>0.002277239</c:v>
                </c:pt>
                <c:pt idx="2">
                  <c:v>0.002356456</c:v>
                </c:pt>
                <c:pt idx="3">
                  <c:v>0.002412828</c:v>
                </c:pt>
                <c:pt idx="4">
                  <c:v>0.002502999</c:v>
                </c:pt>
                <c:pt idx="5">
                  <c:v>0.002593537</c:v>
                </c:pt>
                <c:pt idx="6">
                  <c:v>0.002603317</c:v>
                </c:pt>
                <c:pt idx="7">
                  <c:v>0.002933632</c:v>
                </c:pt>
                <c:pt idx="8">
                  <c:v>0.003215548</c:v>
                </c:pt>
                <c:pt idx="9">
                  <c:v>0.003287937</c:v>
                </c:pt>
                <c:pt idx="10">
                  <c:v>0.003292869</c:v>
                </c:pt>
                <c:pt idx="11">
                  <c:v>0.003292968</c:v>
                </c:pt>
                <c:pt idx="12">
                  <c:v>0.003525045</c:v>
                </c:pt>
                <c:pt idx="13">
                  <c:v>0.003779495</c:v>
                </c:pt>
                <c:pt idx="14">
                  <c:v>0.003961715</c:v>
                </c:pt>
                <c:pt idx="15">
                  <c:v>0.003972279</c:v>
                </c:pt>
                <c:pt idx="16">
                  <c:v>0.004002817</c:v>
                </c:pt>
                <c:pt idx="17">
                  <c:v>0.004148323</c:v>
                </c:pt>
                <c:pt idx="18">
                  <c:v>0.004179593</c:v>
                </c:pt>
                <c:pt idx="19">
                  <c:v>0.00422012</c:v>
                </c:pt>
                <c:pt idx="20">
                  <c:v>0.00422961</c:v>
                </c:pt>
                <c:pt idx="21">
                  <c:v>0.004238379</c:v>
                </c:pt>
                <c:pt idx="22">
                  <c:v>0.004335112</c:v>
                </c:pt>
                <c:pt idx="23">
                  <c:v>0.004339508</c:v>
                </c:pt>
                <c:pt idx="24">
                  <c:v>0.004343244</c:v>
                </c:pt>
                <c:pt idx="25">
                  <c:v>0.004350372</c:v>
                </c:pt>
                <c:pt idx="26">
                  <c:v>0.004483284</c:v>
                </c:pt>
                <c:pt idx="27">
                  <c:v>0.004710575</c:v>
                </c:pt>
                <c:pt idx="28">
                  <c:v>0.004749843</c:v>
                </c:pt>
                <c:pt idx="29">
                  <c:v>0.004981335</c:v>
                </c:pt>
                <c:pt idx="30">
                  <c:v>0.005056663</c:v>
                </c:pt>
                <c:pt idx="31">
                  <c:v>0.005198242</c:v>
                </c:pt>
                <c:pt idx="32">
                  <c:v>0.005215538</c:v>
                </c:pt>
                <c:pt idx="33">
                  <c:v>0.005220103</c:v>
                </c:pt>
                <c:pt idx="34">
                  <c:v>0.005303539</c:v>
                </c:pt>
                <c:pt idx="35">
                  <c:v>0.005358879</c:v>
                </c:pt>
                <c:pt idx="36">
                  <c:v>0.005412519</c:v>
                </c:pt>
                <c:pt idx="37">
                  <c:v>0.005665942</c:v>
                </c:pt>
                <c:pt idx="38">
                  <c:v>0.005964852</c:v>
                </c:pt>
                <c:pt idx="39">
                  <c:v>0.006026822</c:v>
                </c:pt>
                <c:pt idx="40">
                  <c:v>0.006485073</c:v>
                </c:pt>
                <c:pt idx="41">
                  <c:v>0.006539585</c:v>
                </c:pt>
                <c:pt idx="42">
                  <c:v>0.007104033</c:v>
                </c:pt>
                <c:pt idx="43">
                  <c:v>0.007257246</c:v>
                </c:pt>
                <c:pt idx="44">
                  <c:v>0.007291489</c:v>
                </c:pt>
                <c:pt idx="45">
                  <c:v>0.007337024</c:v>
                </c:pt>
                <c:pt idx="46">
                  <c:v>0.007521457</c:v>
                </c:pt>
                <c:pt idx="47">
                  <c:v>0.007970302</c:v>
                </c:pt>
                <c:pt idx="48">
                  <c:v>0.008023349</c:v>
                </c:pt>
                <c:pt idx="49">
                  <c:v>0.008269322</c:v>
                </c:pt>
                <c:pt idx="50">
                  <c:v>0.008310101</c:v>
                </c:pt>
                <c:pt idx="51">
                  <c:v>0.00853189</c:v>
                </c:pt>
                <c:pt idx="52">
                  <c:v>0.008743812</c:v>
                </c:pt>
                <c:pt idx="53">
                  <c:v>0.008902394</c:v>
                </c:pt>
                <c:pt idx="54">
                  <c:v>0.009575514</c:v>
                </c:pt>
                <c:pt idx="55">
                  <c:v>0.010804561</c:v>
                </c:pt>
                <c:pt idx="56">
                  <c:v>0.011068457</c:v>
                </c:pt>
                <c:pt idx="57">
                  <c:v>0.011098002</c:v>
                </c:pt>
                <c:pt idx="58">
                  <c:v>0.012898218</c:v>
                </c:pt>
                <c:pt idx="59">
                  <c:v>0.013974903</c:v>
                </c:pt>
                <c:pt idx="60">
                  <c:v>0.01411384</c:v>
                </c:pt>
                <c:pt idx="61">
                  <c:v>0.0156133</c:v>
                </c:pt>
                <c:pt idx="62">
                  <c:v>0.015613472</c:v>
                </c:pt>
                <c:pt idx="63">
                  <c:v>0.016705871</c:v>
                </c:pt>
                <c:pt idx="64">
                  <c:v>0.016708016</c:v>
                </c:pt>
                <c:pt idx="65">
                  <c:v>0.017276923</c:v>
                </c:pt>
                <c:pt idx="66">
                  <c:v>0.017464871</c:v>
                </c:pt>
                <c:pt idx="67">
                  <c:v>0.017895761</c:v>
                </c:pt>
                <c:pt idx="68">
                  <c:v>0.018316898</c:v>
                </c:pt>
                <c:pt idx="69">
                  <c:v>0.019969964</c:v>
                </c:pt>
                <c:pt idx="70">
                  <c:v>0.020040481</c:v>
                </c:pt>
                <c:pt idx="71">
                  <c:v>0.020512937</c:v>
                </c:pt>
                <c:pt idx="72">
                  <c:v>0.024902271</c:v>
                </c:pt>
                <c:pt idx="73">
                  <c:v>0.028511266</c:v>
                </c:pt>
                <c:pt idx="74">
                  <c:v>0.034854991</c:v>
                </c:pt>
                <c:pt idx="75">
                  <c:v>0.036621141</c:v>
                </c:pt>
                <c:pt idx="76">
                  <c:v>0.038068394</c:v>
                </c:pt>
                <c:pt idx="77">
                  <c:v>0.038462455</c:v>
                </c:pt>
                <c:pt idx="78">
                  <c:v>0.038940642</c:v>
                </c:pt>
                <c:pt idx="79">
                  <c:v>0.043799329</c:v>
                </c:pt>
              </c:numCache>
            </c:numRef>
          </c:xVal>
          <c:yVal>
            <c:numRef>
              <c:f>Sheet1!$C$2:$C$81</c:f>
              <c:numCache>
                <c:formatCode>General</c:formatCode>
                <c:ptCount val="80"/>
                <c:pt idx="0">
                  <c:v>0.002086048</c:v>
                </c:pt>
                <c:pt idx="1">
                  <c:v>0.002277239</c:v>
                </c:pt>
                <c:pt idx="2">
                  <c:v>0.002356456</c:v>
                </c:pt>
                <c:pt idx="3">
                  <c:v>0.002412828</c:v>
                </c:pt>
                <c:pt idx="4">
                  <c:v>0.002502999</c:v>
                </c:pt>
                <c:pt idx="5">
                  <c:v>0.002593537</c:v>
                </c:pt>
                <c:pt idx="6">
                  <c:v>0.002603317</c:v>
                </c:pt>
                <c:pt idx="7">
                  <c:v>0.002933632</c:v>
                </c:pt>
                <c:pt idx="8">
                  <c:v>0.003215548</c:v>
                </c:pt>
                <c:pt idx="9">
                  <c:v>0.003287937</c:v>
                </c:pt>
                <c:pt idx="10">
                  <c:v>0.003292869</c:v>
                </c:pt>
                <c:pt idx="11">
                  <c:v>0.003292968</c:v>
                </c:pt>
                <c:pt idx="12">
                  <c:v>0.003525045</c:v>
                </c:pt>
                <c:pt idx="13">
                  <c:v>0.003779495</c:v>
                </c:pt>
                <c:pt idx="14">
                  <c:v>0.003961715</c:v>
                </c:pt>
                <c:pt idx="15">
                  <c:v>0.003972279</c:v>
                </c:pt>
                <c:pt idx="16">
                  <c:v>0.004002817</c:v>
                </c:pt>
                <c:pt idx="17">
                  <c:v>0.004148323</c:v>
                </c:pt>
                <c:pt idx="18">
                  <c:v>0.004179593</c:v>
                </c:pt>
                <c:pt idx="19">
                  <c:v>0.00422012</c:v>
                </c:pt>
                <c:pt idx="20">
                  <c:v>0.00422961</c:v>
                </c:pt>
                <c:pt idx="21">
                  <c:v>0.004238379</c:v>
                </c:pt>
                <c:pt idx="22">
                  <c:v>0.004335112</c:v>
                </c:pt>
                <c:pt idx="23">
                  <c:v>0.004339508</c:v>
                </c:pt>
                <c:pt idx="24">
                  <c:v>0.004343244</c:v>
                </c:pt>
                <c:pt idx="25">
                  <c:v>0.004350372</c:v>
                </c:pt>
                <c:pt idx="26">
                  <c:v>0.004483284</c:v>
                </c:pt>
                <c:pt idx="27">
                  <c:v>0.004710575</c:v>
                </c:pt>
                <c:pt idx="28">
                  <c:v>0.004749843</c:v>
                </c:pt>
                <c:pt idx="29">
                  <c:v>0.004981335</c:v>
                </c:pt>
                <c:pt idx="30">
                  <c:v>0.005056663</c:v>
                </c:pt>
                <c:pt idx="31">
                  <c:v>0.005198242</c:v>
                </c:pt>
                <c:pt idx="32">
                  <c:v>0.005215538</c:v>
                </c:pt>
                <c:pt idx="33">
                  <c:v>0.005220103</c:v>
                </c:pt>
                <c:pt idx="34">
                  <c:v>0.005303539</c:v>
                </c:pt>
                <c:pt idx="35">
                  <c:v>0.005358879</c:v>
                </c:pt>
                <c:pt idx="36">
                  <c:v>0.005412519</c:v>
                </c:pt>
                <c:pt idx="37">
                  <c:v>0.005665942</c:v>
                </c:pt>
                <c:pt idx="38">
                  <c:v>0.005964852</c:v>
                </c:pt>
                <c:pt idx="39">
                  <c:v>0.006026822</c:v>
                </c:pt>
                <c:pt idx="40">
                  <c:v>0.006485073</c:v>
                </c:pt>
                <c:pt idx="41">
                  <c:v>0.006539585</c:v>
                </c:pt>
                <c:pt idx="42">
                  <c:v>0.007104033</c:v>
                </c:pt>
                <c:pt idx="43">
                  <c:v>0.007257246</c:v>
                </c:pt>
                <c:pt idx="44">
                  <c:v>0.007291489</c:v>
                </c:pt>
                <c:pt idx="45">
                  <c:v>0.007337024</c:v>
                </c:pt>
                <c:pt idx="46">
                  <c:v>0.007521457</c:v>
                </c:pt>
                <c:pt idx="47">
                  <c:v>0.007970302</c:v>
                </c:pt>
                <c:pt idx="48">
                  <c:v>0.008023349</c:v>
                </c:pt>
                <c:pt idx="49">
                  <c:v>0.008269322</c:v>
                </c:pt>
                <c:pt idx="50">
                  <c:v>0.008310101</c:v>
                </c:pt>
                <c:pt idx="51">
                  <c:v>0.00853189</c:v>
                </c:pt>
                <c:pt idx="52">
                  <c:v>0.008743812</c:v>
                </c:pt>
                <c:pt idx="53">
                  <c:v>0.008902394</c:v>
                </c:pt>
                <c:pt idx="54">
                  <c:v>0.009575514</c:v>
                </c:pt>
                <c:pt idx="55">
                  <c:v>0.010804561</c:v>
                </c:pt>
                <c:pt idx="56">
                  <c:v>0.011068457</c:v>
                </c:pt>
                <c:pt idx="57">
                  <c:v>0.011098002</c:v>
                </c:pt>
                <c:pt idx="58">
                  <c:v>0.012898218</c:v>
                </c:pt>
                <c:pt idx="59">
                  <c:v>0.013974903</c:v>
                </c:pt>
                <c:pt idx="60">
                  <c:v>0.01411384</c:v>
                </c:pt>
                <c:pt idx="61">
                  <c:v>0.0156133</c:v>
                </c:pt>
                <c:pt idx="62">
                  <c:v>0.015613472</c:v>
                </c:pt>
                <c:pt idx="63">
                  <c:v>0.016705871</c:v>
                </c:pt>
                <c:pt idx="64">
                  <c:v>0.016708016</c:v>
                </c:pt>
                <c:pt idx="65">
                  <c:v>0.017276923</c:v>
                </c:pt>
                <c:pt idx="66">
                  <c:v>0.017464871</c:v>
                </c:pt>
                <c:pt idx="67">
                  <c:v>0.017895761</c:v>
                </c:pt>
                <c:pt idx="68">
                  <c:v>0.018316898</c:v>
                </c:pt>
                <c:pt idx="69">
                  <c:v>0.019969964</c:v>
                </c:pt>
                <c:pt idx="70">
                  <c:v>0.020040481</c:v>
                </c:pt>
                <c:pt idx="71">
                  <c:v>0.020512937</c:v>
                </c:pt>
                <c:pt idx="72">
                  <c:v>0.024902271</c:v>
                </c:pt>
                <c:pt idx="73">
                  <c:v>0.028511266</c:v>
                </c:pt>
                <c:pt idx="74">
                  <c:v>0.034854991</c:v>
                </c:pt>
                <c:pt idx="75">
                  <c:v>0.036621141</c:v>
                </c:pt>
                <c:pt idx="76">
                  <c:v>0.038068394</c:v>
                </c:pt>
                <c:pt idx="77">
                  <c:v>0.038462455</c:v>
                </c:pt>
                <c:pt idx="78">
                  <c:v>0.038940642</c:v>
                </c:pt>
                <c:pt idx="79">
                  <c:v>0.043799329</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0.05"/>
          <c:min val="-0.01"/>
        </c:scaling>
        <c:delete val="0"/>
        <c:axPos val="b"/>
        <c:title>
          <c:tx>
            <c:rich>
              <a:bodyPr/>
              <a:lstStyle/>
              <a:p>
                <a:pPr>
                  <a:defRPr sz="700" b="0" i="0" u="none" strike="noStrike">
                    <a:solidFill>
                      <a:srgbClr val="6B7A8F"/>
                    </a:solidFill>
                    <a:latin typeface="Arial"/>
                  </a:defRPr>
                </a:pPr>
                <a:r>
                  <a:rPr sz="700" b="0" i="0" u="none" strike="noStrike">
                    <a:solidFill>
                      <a:srgbClr val="6B7A8F"/>
                    </a:solidFill>
                    <a:latin typeface="Arial"/>
                  </a:rPr>
                  <a:t>실측</a:t>
                </a:r>
              </a:p>
            </c:rich>
          </c:tx>
          <c:layout/>
          <c:overlay val="0"/>
        </c:title>
        <c:numFmt formatCode="0.00" sourceLinked="1"/>
        <c:majorTickMark val="none"/>
        <c:minorTickMark val="none"/>
        <c:tickLblPos val="nextTo"/>
        <c:spPr>
          <a:ln w="12700" cap="flat">
            <a:solidFill>
              <a:srgbClr val="888888"/>
            </a:solidFill>
            <a:prstDash val="solid"/>
            <a:round/>
          </a:ln>
        </c:spPr>
        <c:txPr>
          <a:bodyPr/>
          <a:lstStyle/>
          <a:p>
            <a:pPr>
              <a:defRPr sz="700" b="0" i="0" u="none" strike="noStrike">
                <a:solidFill>
                  <a:srgbClr val="6B7A8F"/>
                </a:solidFill>
                <a:latin typeface="Arial"/>
              </a:defRPr>
            </a:pPr>
            <a:endParaRPr lang="en-US"/>
          </a:p>
        </c:txPr>
        <c:crossAx val="2094734552"/>
        <c:crossesAt val="-0.01"/>
        <c:auto val="1"/>
        <c:lblAlgn val="ctr"/>
        <c:noMultiLvlLbl val="1"/>
        <c:majorUnit val="0.01"/>
      </c:valAx>
      <c:valAx>
        <c:axId val="2094734552"/>
        <c:scaling>
          <c:orientation val="minMax"/>
          <c:max val="0.05"/>
          <c:min val="-0.01"/>
        </c:scaling>
        <c:delete val="0"/>
        <c:axPos val="l"/>
        <c:majorGridlines>
          <c:spPr>
            <a:ln w="6350" cap="flat">
              <a:solidFill>
                <a:srgbClr val="EEF1F5"/>
              </a:solidFill>
              <a:prstDash val="solid"/>
              <a:round/>
            </a:ln>
          </c:spPr>
        </c:majorGridlines>
        <c:title>
          <c:tx>
            <c:rich>
              <a:bodyPr/>
              <a:lstStyle/>
              <a:p>
                <a:pPr>
                  <a:defRPr sz="700" b="0" i="0" u="none" strike="noStrike">
                    <a:solidFill>
                      <a:srgbClr val="6B7A8F"/>
                    </a:solidFill>
                    <a:latin typeface="Arial"/>
                  </a:defRPr>
                </a:pPr>
                <a:r>
                  <a:rPr sz="700" b="0" i="0" u="none" strike="noStrike">
                    <a:solidFill>
                      <a:srgbClr val="6B7A8F"/>
                    </a:solidFill>
                    <a:latin typeface="Arial"/>
                  </a:rPr>
                  <a:t>예측</a:t>
                </a:r>
              </a:p>
            </c:rich>
          </c:tx>
          <c:layout/>
          <c:overlay val="0"/>
        </c:title>
        <c:numFmt formatCode="0.00" sourceLinked="0"/>
        <c:majorTickMark val="none"/>
        <c:minorTickMark val="none"/>
        <c:tickLblPos val="nextTo"/>
        <c:spPr>
          <a:ln w="12700" cap="flat">
            <a:solidFill>
              <a:srgbClr val="888888"/>
            </a:solidFill>
            <a:prstDash val="solid"/>
            <a:round/>
          </a:ln>
        </c:spPr>
        <c:txPr>
          <a:bodyPr/>
          <a:lstStyle/>
          <a:p>
            <a:pPr>
              <a:defRPr sz="700" b="0" i="0" u="none" strike="noStrike">
                <a:solidFill>
                  <a:srgbClr val="6B7A8F"/>
                </a:solidFill>
                <a:latin typeface="Arial"/>
              </a:defRPr>
            </a:pPr>
            <a:endParaRPr lang="en-US"/>
          </a:p>
        </c:txPr>
        <c:crossAx val="2094734554"/>
        <c:crossesAt val="-0.01"/>
        <c:crossBetween val="midCat"/>
        <c:majorUnit val="0.01"/>
      </c:valAx>
      <c:spPr>
        <a:noFill/>
        <a:ln>
          <a:noFill/>
        </a:ln>
        <a:effectLst/>
      </c:spPr>
    </c:plotArea>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예측</c:v>
                </c:pt>
              </c:strCache>
            </c:strRef>
          </c:tx>
          <c:spPr>
            <a:solidFill>
              <a:srgbClr val="2C4E82"/>
            </a:solidFill>
            <a:ln>
              <a:noFill/>
            </a:ln>
            <a:effectLst/>
          </c:spPr>
          <c:marker>
            <c:symbol val="circle"/>
            <c:size val="4"/>
            <c:spPr>
              <a:solidFill>
                <a:srgbClr val="2C4E82"/>
              </a:solidFill>
              <a:ln w="9525" cap="flat">
                <a:solidFill>
                  <a:srgbClr val="2C4E82"/>
                </a:solidFill>
                <a:prstDash val="solid"/>
                <a:round/>
              </a:ln>
              <a:effectLst/>
            </c:spPr>
          </c:marker>
          <c:xVal>
            <c:numRef>
              <c:f>Sheet1!$A$2:$A$81</c:f>
              <c:numCache>
                <c:formatCode>General</c:formatCode>
                <c:ptCount val="80"/>
                <c:pt idx="0">
                  <c:v>0.168771391</c:v>
                </c:pt>
                <c:pt idx="1">
                  <c:v>0.196937848</c:v>
                </c:pt>
                <c:pt idx="2">
                  <c:v>0.215570339</c:v>
                </c:pt>
                <c:pt idx="3">
                  <c:v>0.243405295</c:v>
                </c:pt>
                <c:pt idx="4">
                  <c:v>0.277431631</c:v>
                </c:pt>
                <c:pt idx="5">
                  <c:v>0.282791484</c:v>
                </c:pt>
                <c:pt idx="6">
                  <c:v>0.289183702</c:v>
                </c:pt>
                <c:pt idx="7">
                  <c:v>0.293855944</c:v>
                </c:pt>
                <c:pt idx="8">
                  <c:v>0.299557904</c:v>
                </c:pt>
                <c:pt idx="9">
                  <c:v>0.302734954</c:v>
                </c:pt>
                <c:pt idx="10">
                  <c:v>0.302925496</c:v>
                </c:pt>
                <c:pt idx="11">
                  <c:v>0.315443776</c:v>
                </c:pt>
                <c:pt idx="12">
                  <c:v>0.326632438</c:v>
                </c:pt>
                <c:pt idx="13">
                  <c:v>0.336167038</c:v>
                </c:pt>
                <c:pt idx="14">
                  <c:v>0.343461069</c:v>
                </c:pt>
                <c:pt idx="15">
                  <c:v>0.347713363</c:v>
                </c:pt>
                <c:pt idx="16">
                  <c:v>0.355981839</c:v>
                </c:pt>
                <c:pt idx="17">
                  <c:v>0.363051786</c:v>
                </c:pt>
                <c:pt idx="18">
                  <c:v>0.364807854</c:v>
                </c:pt>
                <c:pt idx="19">
                  <c:v>0.365011179</c:v>
                </c:pt>
                <c:pt idx="20">
                  <c:v>0.38071269</c:v>
                </c:pt>
                <c:pt idx="21">
                  <c:v>0.383648301</c:v>
                </c:pt>
                <c:pt idx="22">
                  <c:v>0.387348748</c:v>
                </c:pt>
                <c:pt idx="23">
                  <c:v>0.395030327</c:v>
                </c:pt>
                <c:pt idx="24">
                  <c:v>0.398269657</c:v>
                </c:pt>
                <c:pt idx="25">
                  <c:v>0.40106132</c:v>
                </c:pt>
                <c:pt idx="26">
                  <c:v>0.402435665</c:v>
                </c:pt>
                <c:pt idx="27">
                  <c:v>0.403750659</c:v>
                </c:pt>
                <c:pt idx="28">
                  <c:v>0.411700736</c:v>
                </c:pt>
                <c:pt idx="29">
                  <c:v>0.413982797</c:v>
                </c:pt>
                <c:pt idx="30">
                  <c:v>0.418340206</c:v>
                </c:pt>
                <c:pt idx="31">
                  <c:v>0.421446559</c:v>
                </c:pt>
                <c:pt idx="32">
                  <c:v>0.436486928</c:v>
                </c:pt>
                <c:pt idx="33">
                  <c:v>0.438476803</c:v>
                </c:pt>
                <c:pt idx="34">
                  <c:v>0.43906709</c:v>
                </c:pt>
                <c:pt idx="35">
                  <c:v>0.442676491</c:v>
                </c:pt>
                <c:pt idx="36">
                  <c:v>0.443772121</c:v>
                </c:pt>
                <c:pt idx="37">
                  <c:v>0.445006874</c:v>
                </c:pt>
                <c:pt idx="38">
                  <c:v>0.446008545</c:v>
                </c:pt>
                <c:pt idx="39">
                  <c:v>0.456229874</c:v>
                </c:pt>
                <c:pt idx="40">
                  <c:v>0.469009761</c:v>
                </c:pt>
                <c:pt idx="41">
                  <c:v>0.47172778</c:v>
                </c:pt>
                <c:pt idx="42">
                  <c:v>0.474432167</c:v>
                </c:pt>
                <c:pt idx="43">
                  <c:v>0.477012919</c:v>
                </c:pt>
                <c:pt idx="44">
                  <c:v>0.481754693</c:v>
                </c:pt>
                <c:pt idx="45">
                  <c:v>0.491410787</c:v>
                </c:pt>
                <c:pt idx="46">
                  <c:v>0.500635346</c:v>
                </c:pt>
                <c:pt idx="47">
                  <c:v>0.501314581</c:v>
                </c:pt>
                <c:pt idx="48">
                  <c:v>0.507026078</c:v>
                </c:pt>
                <c:pt idx="49">
                  <c:v>0.51856931</c:v>
                </c:pt>
                <c:pt idx="50">
                  <c:v>0.522519374</c:v>
                </c:pt>
                <c:pt idx="51">
                  <c:v>0.523075414</c:v>
                </c:pt>
                <c:pt idx="52">
                  <c:v>0.539461943</c:v>
                </c:pt>
                <c:pt idx="53">
                  <c:v>0.548864177</c:v>
                </c:pt>
                <c:pt idx="54">
                  <c:v>0.56055093</c:v>
                </c:pt>
                <c:pt idx="55">
                  <c:v>0.562146616</c:v>
                </c:pt>
                <c:pt idx="56">
                  <c:v>0.562305585</c:v>
                </c:pt>
                <c:pt idx="57">
                  <c:v>0.568568884</c:v>
                </c:pt>
                <c:pt idx="58">
                  <c:v>0.572854653</c:v>
                </c:pt>
                <c:pt idx="59">
                  <c:v>0.590418204</c:v>
                </c:pt>
                <c:pt idx="60">
                  <c:v>0.597812258</c:v>
                </c:pt>
                <c:pt idx="61">
                  <c:v>0.606987609</c:v>
                </c:pt>
                <c:pt idx="62">
                  <c:v>0.608890399</c:v>
                </c:pt>
                <c:pt idx="63">
                  <c:v>0.616647738</c:v>
                </c:pt>
                <c:pt idx="64">
                  <c:v>0.628995945</c:v>
                </c:pt>
                <c:pt idx="65">
                  <c:v>0.629626463</c:v>
                </c:pt>
                <c:pt idx="66">
                  <c:v>0.630595875</c:v>
                </c:pt>
                <c:pt idx="67">
                  <c:v>0.638839305</c:v>
                </c:pt>
                <c:pt idx="68">
                  <c:v>0.644814538</c:v>
                </c:pt>
                <c:pt idx="69">
                  <c:v>0.645039439</c:v>
                </c:pt>
                <c:pt idx="70">
                  <c:v>0.646857205</c:v>
                </c:pt>
                <c:pt idx="71">
                  <c:v>0.6500243</c:v>
                </c:pt>
                <c:pt idx="72">
                  <c:v>0.651630604</c:v>
                </c:pt>
                <c:pt idx="73">
                  <c:v>0.663793709</c:v>
                </c:pt>
                <c:pt idx="74">
                  <c:v>0.667395006</c:v>
                </c:pt>
                <c:pt idx="75">
                  <c:v>0.67940685</c:v>
                </c:pt>
                <c:pt idx="76">
                  <c:v>0.679632803</c:v>
                </c:pt>
                <c:pt idx="77">
                  <c:v>0.707336013</c:v>
                </c:pt>
                <c:pt idx="78">
                  <c:v>0.708184186</c:v>
                </c:pt>
                <c:pt idx="79">
                  <c:v>0.733222889</c:v>
                </c:pt>
              </c:numCache>
            </c:numRef>
          </c:xVal>
          <c:yVal>
            <c:numRef>
              <c:f>Sheet1!$B$2:$B$81</c:f>
              <c:numCache>
                <c:formatCode>General</c:formatCode>
                <c:ptCount val="80"/>
                <c:pt idx="0">
                  <c:v>0.1722687694465455</c:v>
                </c:pt>
                <c:pt idx="1">
                  <c:v>0.19759545459174221</c:v>
                </c:pt>
                <c:pt idx="2">
                  <c:v>0.2269102992355994</c:v>
                </c:pt>
                <c:pt idx="3">
                  <c:v>0.3070317789120067</c:v>
                </c:pt>
                <c:pt idx="4">
                  <c:v>0.2831636728300543</c:v>
                </c:pt>
                <c:pt idx="5">
                  <c:v>0.28243718640133375</c:v>
                </c:pt>
                <c:pt idx="6">
                  <c:v>0.3159020559888416</c:v>
                </c:pt>
                <c:pt idx="7">
                  <c:v>0.30711729819851463</c:v>
                </c:pt>
                <c:pt idx="8">
                  <c:v>0.294959110497114</c:v>
                </c:pt>
                <c:pt idx="9">
                  <c:v>0.3079628141951338</c:v>
                </c:pt>
                <c:pt idx="10">
                  <c:v>0.28901601826801004</c:v>
                </c:pt>
                <c:pt idx="11">
                  <c:v>0.3299589415583682</c:v>
                </c:pt>
                <c:pt idx="12">
                  <c:v>0.33732266784307896</c:v>
                </c:pt>
                <c:pt idx="13">
                  <c:v>0.31972209324854006</c:v>
                </c:pt>
                <c:pt idx="14">
                  <c:v>0.3379851709818479</c:v>
                </c:pt>
                <c:pt idx="15">
                  <c:v>0.3455977231270022</c:v>
                </c:pt>
                <c:pt idx="16">
                  <c:v>0.4077487731379407</c:v>
                </c:pt>
                <c:pt idx="17">
                  <c:v>0.3512276748547604</c:v>
                </c:pt>
                <c:pt idx="18">
                  <c:v>0.3604270857339625</c:v>
                </c:pt>
                <c:pt idx="19">
                  <c:v>0.38692716275040373</c:v>
                </c:pt>
                <c:pt idx="20">
                  <c:v>0.39866544516263747</c:v>
                </c:pt>
                <c:pt idx="21">
                  <c:v>0.4048452813451033</c:v>
                </c:pt>
                <c:pt idx="22">
                  <c:v>0.3949171855430053</c:v>
                </c:pt>
                <c:pt idx="23">
                  <c:v>0.39565312345947057</c:v>
                </c:pt>
                <c:pt idx="24">
                  <c:v>0.3569721508898572</c:v>
                </c:pt>
                <c:pt idx="25">
                  <c:v>0.4311518074816114</c:v>
                </c:pt>
                <c:pt idx="26">
                  <c:v>0.4723609370274081</c:v>
                </c:pt>
                <c:pt idx="27">
                  <c:v>0.413484264473118</c:v>
                </c:pt>
                <c:pt idx="28">
                  <c:v>0.4211708724726409</c:v>
                </c:pt>
                <c:pt idx="29">
                  <c:v>0.39865568816476277</c:v>
                </c:pt>
                <c:pt idx="30">
                  <c:v>0.41874682369142757</c:v>
                </c:pt>
                <c:pt idx="31">
                  <c:v>0.413386981043761</c:v>
                </c:pt>
                <c:pt idx="32">
                  <c:v>0.44698650333185863</c:v>
                </c:pt>
                <c:pt idx="33">
                  <c:v>0.38159999188733834</c:v>
                </c:pt>
                <c:pt idx="34">
                  <c:v>0.44636637336079027</c:v>
                </c:pt>
                <c:pt idx="35">
                  <c:v>0.46989158464345837</c:v>
                </c:pt>
                <c:pt idx="36">
                  <c:v>0.4324299744767257</c:v>
                </c:pt>
                <c:pt idx="37">
                  <c:v>0.45534989528810144</c:v>
                </c:pt>
                <c:pt idx="38">
                  <c:v>0.45464974491427895</c:v>
                </c:pt>
                <c:pt idx="39">
                  <c:v>0.4355329795437788</c:v>
                </c:pt>
                <c:pt idx="40">
                  <c:v>0.4872746607989447</c:v>
                </c:pt>
                <c:pt idx="41">
                  <c:v>0.4702901857544007</c:v>
                </c:pt>
                <c:pt idx="42">
                  <c:v>0.5045110184618556</c:v>
                </c:pt>
                <c:pt idx="43">
                  <c:v>0.44129926657455437</c:v>
                </c:pt>
                <c:pt idx="44">
                  <c:v>0.46915214718733894</c:v>
                </c:pt>
                <c:pt idx="45">
                  <c:v>0.4849657572211631</c:v>
                </c:pt>
                <c:pt idx="46">
                  <c:v>0.5437323929875615</c:v>
                </c:pt>
                <c:pt idx="47">
                  <c:v>0.45193107638348395</c:v>
                </c:pt>
                <c:pt idx="48">
                  <c:v>0.5331410322095609</c:v>
                </c:pt>
                <c:pt idx="49">
                  <c:v>0.4999517863805472</c:v>
                </c:pt>
                <c:pt idx="50">
                  <c:v>0.5007205123477045</c:v>
                </c:pt>
                <c:pt idx="51">
                  <c:v>0.46088457845396297</c:v>
                </c:pt>
                <c:pt idx="52">
                  <c:v>0.5294018712406181</c:v>
                </c:pt>
                <c:pt idx="53">
                  <c:v>0.610900283604126</c:v>
                </c:pt>
                <c:pt idx="54">
                  <c:v>0.509141768552142</c:v>
                </c:pt>
                <c:pt idx="55">
                  <c:v>0.6043071799454786</c:v>
                </c:pt>
                <c:pt idx="56">
                  <c:v>0.520821133726478</c:v>
                </c:pt>
                <c:pt idx="57">
                  <c:v>0.5554279070443678</c:v>
                </c:pt>
                <c:pt idx="58">
                  <c:v>0.5717219840003686</c:v>
                </c:pt>
                <c:pt idx="59">
                  <c:v>0.5954117221421737</c:v>
                </c:pt>
                <c:pt idx="60">
                  <c:v>0.5634410636238373</c:v>
                </c:pt>
                <c:pt idx="61">
                  <c:v>0.6503122812878431</c:v>
                </c:pt>
                <c:pt idx="62">
                  <c:v>0.5672707109634338</c:v>
                </c:pt>
                <c:pt idx="63">
                  <c:v>0.6232242443941645</c:v>
                </c:pt>
                <c:pt idx="64">
                  <c:v>0.6309563943053969</c:v>
                </c:pt>
                <c:pt idx="65">
                  <c:v>0.6107356883438169</c:v>
                </c:pt>
                <c:pt idx="66">
                  <c:v>0.6505328006855666</c:v>
                </c:pt>
                <c:pt idx="67">
                  <c:v>0.6376789692887399</c:v>
                </c:pt>
                <c:pt idx="68">
                  <c:v>0.6218999989522557</c:v>
                </c:pt>
                <c:pt idx="69">
                  <c:v>0.6322903824293216</c:v>
                </c:pt>
                <c:pt idx="70">
                  <c:v>0.6781433573759152</c:v>
                </c:pt>
                <c:pt idx="71">
                  <c:v>0.7057209943252559</c:v>
                </c:pt>
                <c:pt idx="72">
                  <c:v>0.6570288221855314</c:v>
                </c:pt>
                <c:pt idx="73">
                  <c:v>0.648043501494696</c:v>
                </c:pt>
                <c:pt idx="74">
                  <c:v>0.6609282974532384</c:v>
                </c:pt>
                <c:pt idx="75">
                  <c:v>0.7108611127619797</c:v>
                </c:pt>
                <c:pt idx="76">
                  <c:v>0.6553385235914786</c:v>
                </c:pt>
                <c:pt idx="77">
                  <c:v>0.7067682902295205</c:v>
                </c:pt>
                <c:pt idx="78">
                  <c:v>0.6649326104897066</c:v>
                </c:pt>
                <c:pt idx="79">
                  <c:v>0.6636312087833753</c:v>
                </c:pt>
              </c:numCache>
            </c:numRef>
          </c:yVal>
          <c:smooth val="0"/>
        </c:ser>
        <c:ser>
          <c:idx val="1"/>
          <c:order val="1"/>
          <c:tx>
            <c:strRef>
              <c:f>Sheet1!$C$1</c:f>
              <c:strCache>
                <c:ptCount val="1"/>
                <c:pt idx="0">
                  <c:v>실측=예측</c:v>
                </c:pt>
              </c:strCache>
            </c:strRef>
          </c:tx>
          <c:spPr>
            <a:solidFill>
              <a:srgbClr val="C0392B"/>
            </a:solidFill>
            <a:ln w="12700" cap="flat">
              <a:solidFill>
                <a:srgbClr val="C0392B"/>
              </a:solidFill>
              <a:prstDash val="solid"/>
              <a:round/>
            </a:ln>
            <a:effectLst/>
          </c:spPr>
          <c:marker>
            <c:symbol val="none"/>
          </c:marker>
          <c:xVal>
            <c:numRef>
              <c:f>Sheet1!$A$2:$A$81</c:f>
              <c:numCache>
                <c:formatCode>General</c:formatCode>
                <c:ptCount val="80"/>
                <c:pt idx="0">
                  <c:v>0.168771391</c:v>
                </c:pt>
                <c:pt idx="1">
                  <c:v>0.196937848</c:v>
                </c:pt>
                <c:pt idx="2">
                  <c:v>0.215570339</c:v>
                </c:pt>
                <c:pt idx="3">
                  <c:v>0.243405295</c:v>
                </c:pt>
                <c:pt idx="4">
                  <c:v>0.277431631</c:v>
                </c:pt>
                <c:pt idx="5">
                  <c:v>0.282791484</c:v>
                </c:pt>
                <c:pt idx="6">
                  <c:v>0.289183702</c:v>
                </c:pt>
                <c:pt idx="7">
                  <c:v>0.293855944</c:v>
                </c:pt>
                <c:pt idx="8">
                  <c:v>0.299557904</c:v>
                </c:pt>
                <c:pt idx="9">
                  <c:v>0.302734954</c:v>
                </c:pt>
                <c:pt idx="10">
                  <c:v>0.302925496</c:v>
                </c:pt>
                <c:pt idx="11">
                  <c:v>0.315443776</c:v>
                </c:pt>
                <c:pt idx="12">
                  <c:v>0.326632438</c:v>
                </c:pt>
                <c:pt idx="13">
                  <c:v>0.336167038</c:v>
                </c:pt>
                <c:pt idx="14">
                  <c:v>0.343461069</c:v>
                </c:pt>
                <c:pt idx="15">
                  <c:v>0.347713363</c:v>
                </c:pt>
                <c:pt idx="16">
                  <c:v>0.355981839</c:v>
                </c:pt>
                <c:pt idx="17">
                  <c:v>0.363051786</c:v>
                </c:pt>
                <c:pt idx="18">
                  <c:v>0.364807854</c:v>
                </c:pt>
                <c:pt idx="19">
                  <c:v>0.365011179</c:v>
                </c:pt>
                <c:pt idx="20">
                  <c:v>0.38071269</c:v>
                </c:pt>
                <c:pt idx="21">
                  <c:v>0.383648301</c:v>
                </c:pt>
                <c:pt idx="22">
                  <c:v>0.387348748</c:v>
                </c:pt>
                <c:pt idx="23">
                  <c:v>0.395030327</c:v>
                </c:pt>
                <c:pt idx="24">
                  <c:v>0.398269657</c:v>
                </c:pt>
                <c:pt idx="25">
                  <c:v>0.40106132</c:v>
                </c:pt>
                <c:pt idx="26">
                  <c:v>0.402435665</c:v>
                </c:pt>
                <c:pt idx="27">
                  <c:v>0.403750659</c:v>
                </c:pt>
                <c:pt idx="28">
                  <c:v>0.411700736</c:v>
                </c:pt>
                <c:pt idx="29">
                  <c:v>0.413982797</c:v>
                </c:pt>
                <c:pt idx="30">
                  <c:v>0.418340206</c:v>
                </c:pt>
                <c:pt idx="31">
                  <c:v>0.421446559</c:v>
                </c:pt>
                <c:pt idx="32">
                  <c:v>0.436486928</c:v>
                </c:pt>
                <c:pt idx="33">
                  <c:v>0.438476803</c:v>
                </c:pt>
                <c:pt idx="34">
                  <c:v>0.43906709</c:v>
                </c:pt>
                <c:pt idx="35">
                  <c:v>0.442676491</c:v>
                </c:pt>
                <c:pt idx="36">
                  <c:v>0.443772121</c:v>
                </c:pt>
                <c:pt idx="37">
                  <c:v>0.445006874</c:v>
                </c:pt>
                <c:pt idx="38">
                  <c:v>0.446008545</c:v>
                </c:pt>
                <c:pt idx="39">
                  <c:v>0.456229874</c:v>
                </c:pt>
                <c:pt idx="40">
                  <c:v>0.469009761</c:v>
                </c:pt>
                <c:pt idx="41">
                  <c:v>0.47172778</c:v>
                </c:pt>
                <c:pt idx="42">
                  <c:v>0.474432167</c:v>
                </c:pt>
                <c:pt idx="43">
                  <c:v>0.477012919</c:v>
                </c:pt>
                <c:pt idx="44">
                  <c:v>0.481754693</c:v>
                </c:pt>
                <c:pt idx="45">
                  <c:v>0.491410787</c:v>
                </c:pt>
                <c:pt idx="46">
                  <c:v>0.500635346</c:v>
                </c:pt>
                <c:pt idx="47">
                  <c:v>0.501314581</c:v>
                </c:pt>
                <c:pt idx="48">
                  <c:v>0.507026078</c:v>
                </c:pt>
                <c:pt idx="49">
                  <c:v>0.51856931</c:v>
                </c:pt>
                <c:pt idx="50">
                  <c:v>0.522519374</c:v>
                </c:pt>
                <c:pt idx="51">
                  <c:v>0.523075414</c:v>
                </c:pt>
                <c:pt idx="52">
                  <c:v>0.539461943</c:v>
                </c:pt>
                <c:pt idx="53">
                  <c:v>0.548864177</c:v>
                </c:pt>
                <c:pt idx="54">
                  <c:v>0.56055093</c:v>
                </c:pt>
                <c:pt idx="55">
                  <c:v>0.562146616</c:v>
                </c:pt>
                <c:pt idx="56">
                  <c:v>0.562305585</c:v>
                </c:pt>
                <c:pt idx="57">
                  <c:v>0.568568884</c:v>
                </c:pt>
                <c:pt idx="58">
                  <c:v>0.572854653</c:v>
                </c:pt>
                <c:pt idx="59">
                  <c:v>0.590418204</c:v>
                </c:pt>
                <c:pt idx="60">
                  <c:v>0.597812258</c:v>
                </c:pt>
                <c:pt idx="61">
                  <c:v>0.606987609</c:v>
                </c:pt>
                <c:pt idx="62">
                  <c:v>0.608890399</c:v>
                </c:pt>
                <c:pt idx="63">
                  <c:v>0.616647738</c:v>
                </c:pt>
                <c:pt idx="64">
                  <c:v>0.628995945</c:v>
                </c:pt>
                <c:pt idx="65">
                  <c:v>0.629626463</c:v>
                </c:pt>
                <c:pt idx="66">
                  <c:v>0.630595875</c:v>
                </c:pt>
                <c:pt idx="67">
                  <c:v>0.638839305</c:v>
                </c:pt>
                <c:pt idx="68">
                  <c:v>0.644814538</c:v>
                </c:pt>
                <c:pt idx="69">
                  <c:v>0.645039439</c:v>
                </c:pt>
                <c:pt idx="70">
                  <c:v>0.646857205</c:v>
                </c:pt>
                <c:pt idx="71">
                  <c:v>0.6500243</c:v>
                </c:pt>
                <c:pt idx="72">
                  <c:v>0.651630604</c:v>
                </c:pt>
                <c:pt idx="73">
                  <c:v>0.663793709</c:v>
                </c:pt>
                <c:pt idx="74">
                  <c:v>0.667395006</c:v>
                </c:pt>
                <c:pt idx="75">
                  <c:v>0.67940685</c:v>
                </c:pt>
                <c:pt idx="76">
                  <c:v>0.679632803</c:v>
                </c:pt>
                <c:pt idx="77">
                  <c:v>0.707336013</c:v>
                </c:pt>
                <c:pt idx="78">
                  <c:v>0.708184186</c:v>
                </c:pt>
                <c:pt idx="79">
                  <c:v>0.733222889</c:v>
                </c:pt>
              </c:numCache>
            </c:numRef>
          </c:xVal>
          <c:yVal>
            <c:numRef>
              <c:f>Sheet1!$C$2:$C$81</c:f>
              <c:numCache>
                <c:formatCode>General</c:formatCode>
                <c:ptCount val="80"/>
                <c:pt idx="0">
                  <c:v>0.168771391</c:v>
                </c:pt>
                <c:pt idx="1">
                  <c:v>0.196937848</c:v>
                </c:pt>
                <c:pt idx="2">
                  <c:v>0.215570339</c:v>
                </c:pt>
                <c:pt idx="3">
                  <c:v>0.243405295</c:v>
                </c:pt>
                <c:pt idx="4">
                  <c:v>0.277431631</c:v>
                </c:pt>
                <c:pt idx="5">
                  <c:v>0.282791484</c:v>
                </c:pt>
                <c:pt idx="6">
                  <c:v>0.289183702</c:v>
                </c:pt>
                <c:pt idx="7">
                  <c:v>0.293855944</c:v>
                </c:pt>
                <c:pt idx="8">
                  <c:v>0.299557904</c:v>
                </c:pt>
                <c:pt idx="9">
                  <c:v>0.302734954</c:v>
                </c:pt>
                <c:pt idx="10">
                  <c:v>0.302925496</c:v>
                </c:pt>
                <c:pt idx="11">
                  <c:v>0.315443776</c:v>
                </c:pt>
                <c:pt idx="12">
                  <c:v>0.326632438</c:v>
                </c:pt>
                <c:pt idx="13">
                  <c:v>0.336167038</c:v>
                </c:pt>
                <c:pt idx="14">
                  <c:v>0.343461069</c:v>
                </c:pt>
                <c:pt idx="15">
                  <c:v>0.347713363</c:v>
                </c:pt>
                <c:pt idx="16">
                  <c:v>0.355981839</c:v>
                </c:pt>
                <c:pt idx="17">
                  <c:v>0.363051786</c:v>
                </c:pt>
                <c:pt idx="18">
                  <c:v>0.364807854</c:v>
                </c:pt>
                <c:pt idx="19">
                  <c:v>0.365011179</c:v>
                </c:pt>
                <c:pt idx="20">
                  <c:v>0.38071269</c:v>
                </c:pt>
                <c:pt idx="21">
                  <c:v>0.383648301</c:v>
                </c:pt>
                <c:pt idx="22">
                  <c:v>0.387348748</c:v>
                </c:pt>
                <c:pt idx="23">
                  <c:v>0.395030327</c:v>
                </c:pt>
                <c:pt idx="24">
                  <c:v>0.398269657</c:v>
                </c:pt>
                <c:pt idx="25">
                  <c:v>0.40106132</c:v>
                </c:pt>
                <c:pt idx="26">
                  <c:v>0.402435665</c:v>
                </c:pt>
                <c:pt idx="27">
                  <c:v>0.403750659</c:v>
                </c:pt>
                <c:pt idx="28">
                  <c:v>0.411700736</c:v>
                </c:pt>
                <c:pt idx="29">
                  <c:v>0.413982797</c:v>
                </c:pt>
                <c:pt idx="30">
                  <c:v>0.418340206</c:v>
                </c:pt>
                <c:pt idx="31">
                  <c:v>0.421446559</c:v>
                </c:pt>
                <c:pt idx="32">
                  <c:v>0.436486928</c:v>
                </c:pt>
                <c:pt idx="33">
                  <c:v>0.438476803</c:v>
                </c:pt>
                <c:pt idx="34">
                  <c:v>0.43906709</c:v>
                </c:pt>
                <c:pt idx="35">
                  <c:v>0.442676491</c:v>
                </c:pt>
                <c:pt idx="36">
                  <c:v>0.443772121</c:v>
                </c:pt>
                <c:pt idx="37">
                  <c:v>0.445006874</c:v>
                </c:pt>
                <c:pt idx="38">
                  <c:v>0.446008545</c:v>
                </c:pt>
                <c:pt idx="39">
                  <c:v>0.456229874</c:v>
                </c:pt>
                <c:pt idx="40">
                  <c:v>0.469009761</c:v>
                </c:pt>
                <c:pt idx="41">
                  <c:v>0.47172778</c:v>
                </c:pt>
                <c:pt idx="42">
                  <c:v>0.474432167</c:v>
                </c:pt>
                <c:pt idx="43">
                  <c:v>0.477012919</c:v>
                </c:pt>
                <c:pt idx="44">
                  <c:v>0.481754693</c:v>
                </c:pt>
                <c:pt idx="45">
                  <c:v>0.491410787</c:v>
                </c:pt>
                <c:pt idx="46">
                  <c:v>0.500635346</c:v>
                </c:pt>
                <c:pt idx="47">
                  <c:v>0.501314581</c:v>
                </c:pt>
                <c:pt idx="48">
                  <c:v>0.507026078</c:v>
                </c:pt>
                <c:pt idx="49">
                  <c:v>0.51856931</c:v>
                </c:pt>
                <c:pt idx="50">
                  <c:v>0.522519374</c:v>
                </c:pt>
                <c:pt idx="51">
                  <c:v>0.523075414</c:v>
                </c:pt>
                <c:pt idx="52">
                  <c:v>0.539461943</c:v>
                </c:pt>
                <c:pt idx="53">
                  <c:v>0.548864177</c:v>
                </c:pt>
                <c:pt idx="54">
                  <c:v>0.56055093</c:v>
                </c:pt>
                <c:pt idx="55">
                  <c:v>0.562146616</c:v>
                </c:pt>
                <c:pt idx="56">
                  <c:v>0.562305585</c:v>
                </c:pt>
                <c:pt idx="57">
                  <c:v>0.568568884</c:v>
                </c:pt>
                <c:pt idx="58">
                  <c:v>0.572854653</c:v>
                </c:pt>
                <c:pt idx="59">
                  <c:v>0.590418204</c:v>
                </c:pt>
                <c:pt idx="60">
                  <c:v>0.597812258</c:v>
                </c:pt>
                <c:pt idx="61">
                  <c:v>0.606987609</c:v>
                </c:pt>
                <c:pt idx="62">
                  <c:v>0.608890399</c:v>
                </c:pt>
                <c:pt idx="63">
                  <c:v>0.616647738</c:v>
                </c:pt>
                <c:pt idx="64">
                  <c:v>0.628995945</c:v>
                </c:pt>
                <c:pt idx="65">
                  <c:v>0.629626463</c:v>
                </c:pt>
                <c:pt idx="66">
                  <c:v>0.630595875</c:v>
                </c:pt>
                <c:pt idx="67">
                  <c:v>0.638839305</c:v>
                </c:pt>
                <c:pt idx="68">
                  <c:v>0.644814538</c:v>
                </c:pt>
                <c:pt idx="69">
                  <c:v>0.645039439</c:v>
                </c:pt>
                <c:pt idx="70">
                  <c:v>0.646857205</c:v>
                </c:pt>
                <c:pt idx="71">
                  <c:v>0.6500243</c:v>
                </c:pt>
                <c:pt idx="72">
                  <c:v>0.651630604</c:v>
                </c:pt>
                <c:pt idx="73">
                  <c:v>0.663793709</c:v>
                </c:pt>
                <c:pt idx="74">
                  <c:v>0.667395006</c:v>
                </c:pt>
                <c:pt idx="75">
                  <c:v>0.67940685</c:v>
                </c:pt>
                <c:pt idx="76">
                  <c:v>0.679632803</c:v>
                </c:pt>
                <c:pt idx="77">
                  <c:v>0.707336013</c:v>
                </c:pt>
                <c:pt idx="78">
                  <c:v>0.708184186</c:v>
                </c:pt>
                <c:pt idx="79">
                  <c:v>0.733222889</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0.8"/>
          <c:min val="0.1"/>
        </c:scaling>
        <c:delete val="0"/>
        <c:axPos val="b"/>
        <c:title>
          <c:tx>
            <c:rich>
              <a:bodyPr/>
              <a:lstStyle/>
              <a:p>
                <a:pPr>
                  <a:defRPr sz="700" b="0" i="0" u="none" strike="noStrike">
                    <a:solidFill>
                      <a:srgbClr val="6B7A8F"/>
                    </a:solidFill>
                    <a:latin typeface="Arial"/>
                  </a:defRPr>
                </a:pPr>
                <a:r>
                  <a:rPr sz="700" b="0" i="0" u="none" strike="noStrike">
                    <a:solidFill>
                      <a:srgbClr val="6B7A8F"/>
                    </a:solidFill>
                    <a:latin typeface="Arial"/>
                  </a:rPr>
                  <a:t>실측</a:t>
                </a:r>
              </a:p>
            </c:rich>
          </c:tx>
          <c:layout/>
          <c:overlay val="0"/>
        </c:title>
        <c:numFmt formatCode="0.0" sourceLinked="1"/>
        <c:majorTickMark val="none"/>
        <c:minorTickMark val="none"/>
        <c:tickLblPos val="nextTo"/>
        <c:spPr>
          <a:ln w="12700" cap="flat">
            <a:solidFill>
              <a:srgbClr val="888888"/>
            </a:solidFill>
            <a:prstDash val="solid"/>
            <a:round/>
          </a:ln>
        </c:spPr>
        <c:txPr>
          <a:bodyPr/>
          <a:lstStyle/>
          <a:p>
            <a:pPr>
              <a:defRPr sz="700" b="0" i="0" u="none" strike="noStrike">
                <a:solidFill>
                  <a:srgbClr val="6B7A8F"/>
                </a:solidFill>
                <a:latin typeface="Arial"/>
              </a:defRPr>
            </a:pPr>
            <a:endParaRPr lang="en-US"/>
          </a:p>
        </c:txPr>
        <c:crossAx val="2094734552"/>
        <c:crossesAt val="0.1"/>
        <c:auto val="1"/>
        <c:lblAlgn val="ctr"/>
        <c:noMultiLvlLbl val="1"/>
        <c:majorUnit val="0.2"/>
      </c:valAx>
      <c:valAx>
        <c:axId val="2094734552"/>
        <c:scaling>
          <c:orientation val="minMax"/>
          <c:max val="0.8"/>
          <c:min val="0.1"/>
        </c:scaling>
        <c:delete val="0"/>
        <c:axPos val="l"/>
        <c:majorGridlines>
          <c:spPr>
            <a:ln w="6350" cap="flat">
              <a:solidFill>
                <a:srgbClr val="EEF1F5"/>
              </a:solidFill>
              <a:prstDash val="solid"/>
              <a:round/>
            </a:ln>
          </c:spPr>
        </c:majorGridlines>
        <c:title>
          <c:tx>
            <c:rich>
              <a:bodyPr/>
              <a:lstStyle/>
              <a:p>
                <a:pPr>
                  <a:defRPr sz="700" b="0" i="0" u="none" strike="noStrike">
                    <a:solidFill>
                      <a:srgbClr val="6B7A8F"/>
                    </a:solidFill>
                    <a:latin typeface="Arial"/>
                  </a:defRPr>
                </a:pPr>
                <a:r>
                  <a:rPr sz="700" b="0" i="0" u="none" strike="noStrike">
                    <a:solidFill>
                      <a:srgbClr val="6B7A8F"/>
                    </a:solidFill>
                    <a:latin typeface="Arial"/>
                  </a:rPr>
                  <a:t>예측</a:t>
                </a:r>
              </a:p>
            </c:rich>
          </c:tx>
          <c:layout/>
          <c:overlay val="0"/>
        </c:title>
        <c:numFmt formatCode="0.0" sourceLinked="0"/>
        <c:majorTickMark val="none"/>
        <c:minorTickMark val="none"/>
        <c:tickLblPos val="nextTo"/>
        <c:spPr>
          <a:ln w="12700" cap="flat">
            <a:solidFill>
              <a:srgbClr val="888888"/>
            </a:solidFill>
            <a:prstDash val="solid"/>
            <a:round/>
          </a:ln>
        </c:spPr>
        <c:txPr>
          <a:bodyPr/>
          <a:lstStyle/>
          <a:p>
            <a:pPr>
              <a:defRPr sz="700" b="0" i="0" u="none" strike="noStrike">
                <a:solidFill>
                  <a:srgbClr val="6B7A8F"/>
                </a:solidFill>
                <a:latin typeface="Arial"/>
              </a:defRPr>
            </a:pPr>
            <a:endParaRPr lang="en-US"/>
          </a:p>
        </c:txPr>
        <c:crossAx val="2094734554"/>
        <c:crossesAt val="0.1"/>
        <c:crossBetween val="midCat"/>
        <c:majorUnit val="0.2"/>
      </c:valAx>
      <c:spPr>
        <a:noFill/>
        <a:ln>
          <a:noFill/>
        </a:ln>
        <a:effectLst/>
      </c:spPr>
    </c:plotArea>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예측</c:v>
                </c:pt>
              </c:strCache>
            </c:strRef>
          </c:tx>
          <c:spPr>
            <a:solidFill>
              <a:srgbClr val="2C4E82"/>
            </a:solidFill>
            <a:ln>
              <a:noFill/>
            </a:ln>
            <a:effectLst/>
          </c:spPr>
          <c:marker>
            <c:symbol val="circle"/>
            <c:size val="4"/>
            <c:spPr>
              <a:solidFill>
                <a:srgbClr val="2C4E82"/>
              </a:solidFill>
              <a:ln w="9525" cap="flat">
                <a:solidFill>
                  <a:srgbClr val="2C4E82"/>
                </a:solidFill>
                <a:prstDash val="solid"/>
                <a:round/>
              </a:ln>
              <a:effectLst/>
            </c:spPr>
          </c:marker>
          <c:xVal>
            <c:numRef>
              <c:f>Sheet1!$A$2:$A$81</c:f>
              <c:numCache>
                <c:formatCode>General</c:formatCode>
                <c:ptCount val="80"/>
                <c:pt idx="0">
                  <c:v>5.014839964</c:v>
                </c:pt>
                <c:pt idx="1">
                  <c:v>5.019158706</c:v>
                </c:pt>
                <c:pt idx="2">
                  <c:v>5.026994313</c:v>
                </c:pt>
                <c:pt idx="3">
                  <c:v>5.036686668</c:v>
                </c:pt>
                <c:pt idx="4">
                  <c:v>5.052349141</c:v>
                </c:pt>
                <c:pt idx="5">
                  <c:v>5.055668282</c:v>
                </c:pt>
                <c:pt idx="6">
                  <c:v>5.057062439</c:v>
                </c:pt>
                <c:pt idx="7">
                  <c:v>5.060211409</c:v>
                </c:pt>
                <c:pt idx="8">
                  <c:v>5.0625295</c:v>
                </c:pt>
                <c:pt idx="9">
                  <c:v>5.063972627</c:v>
                </c:pt>
                <c:pt idx="10">
                  <c:v>5.065304894</c:v>
                </c:pt>
                <c:pt idx="11">
                  <c:v>5.065757042</c:v>
                </c:pt>
                <c:pt idx="12">
                  <c:v>5.065804184</c:v>
                </c:pt>
                <c:pt idx="13">
                  <c:v>5.066530643</c:v>
                </c:pt>
                <c:pt idx="14">
                  <c:v>5.066906966</c:v>
                </c:pt>
                <c:pt idx="15">
                  <c:v>5.069445234</c:v>
                </c:pt>
                <c:pt idx="16">
                  <c:v>5.070807846</c:v>
                </c:pt>
                <c:pt idx="17">
                  <c:v>5.07217806</c:v>
                </c:pt>
                <c:pt idx="18">
                  <c:v>5.072880038</c:v>
                </c:pt>
                <c:pt idx="19">
                  <c:v>5.076140387</c:v>
                </c:pt>
                <c:pt idx="20">
                  <c:v>5.076455136</c:v>
                </c:pt>
                <c:pt idx="21">
                  <c:v>5.082198852</c:v>
                </c:pt>
                <c:pt idx="22">
                  <c:v>5.09285287</c:v>
                </c:pt>
                <c:pt idx="23">
                  <c:v>5.093504808</c:v>
                </c:pt>
                <c:pt idx="24">
                  <c:v>5.093590159</c:v>
                </c:pt>
                <c:pt idx="25">
                  <c:v>5.098373074</c:v>
                </c:pt>
                <c:pt idx="26">
                  <c:v>5.100529298</c:v>
                </c:pt>
                <c:pt idx="27">
                  <c:v>5.100892462</c:v>
                </c:pt>
                <c:pt idx="28">
                  <c:v>5.101608601</c:v>
                </c:pt>
                <c:pt idx="29">
                  <c:v>5.102536722</c:v>
                </c:pt>
                <c:pt idx="30">
                  <c:v>5.102757915</c:v>
                </c:pt>
                <c:pt idx="31">
                  <c:v>5.108722713</c:v>
                </c:pt>
                <c:pt idx="32">
                  <c:v>5.110192386</c:v>
                </c:pt>
                <c:pt idx="33">
                  <c:v>5.112304263</c:v>
                </c:pt>
                <c:pt idx="34">
                  <c:v>5.114853095</c:v>
                </c:pt>
                <c:pt idx="35">
                  <c:v>5.117778158</c:v>
                </c:pt>
                <c:pt idx="36">
                  <c:v>5.118875743</c:v>
                </c:pt>
                <c:pt idx="37">
                  <c:v>5.118907438</c:v>
                </c:pt>
                <c:pt idx="38">
                  <c:v>5.120254908</c:v>
                </c:pt>
                <c:pt idx="39">
                  <c:v>5.123540976</c:v>
                </c:pt>
                <c:pt idx="40">
                  <c:v>5.124616531</c:v>
                </c:pt>
                <c:pt idx="41">
                  <c:v>5.125409397</c:v>
                </c:pt>
                <c:pt idx="42">
                  <c:v>5.126475747</c:v>
                </c:pt>
                <c:pt idx="43">
                  <c:v>5.130680353</c:v>
                </c:pt>
                <c:pt idx="44">
                  <c:v>5.138547103</c:v>
                </c:pt>
                <c:pt idx="45">
                  <c:v>5.139936256</c:v>
                </c:pt>
                <c:pt idx="46">
                  <c:v>5.140254327</c:v>
                </c:pt>
                <c:pt idx="47">
                  <c:v>5.140458342</c:v>
                </c:pt>
                <c:pt idx="48">
                  <c:v>5.140743893</c:v>
                </c:pt>
                <c:pt idx="49">
                  <c:v>5.141273092</c:v>
                </c:pt>
                <c:pt idx="50">
                  <c:v>5.141406069</c:v>
                </c:pt>
                <c:pt idx="51">
                  <c:v>5.145978474</c:v>
                </c:pt>
                <c:pt idx="52">
                  <c:v>5.147032235</c:v>
                </c:pt>
                <c:pt idx="53">
                  <c:v>5.147550732</c:v>
                </c:pt>
                <c:pt idx="54">
                  <c:v>5.149230073</c:v>
                </c:pt>
                <c:pt idx="55">
                  <c:v>5.155045489</c:v>
                </c:pt>
                <c:pt idx="56">
                  <c:v>5.15518278</c:v>
                </c:pt>
                <c:pt idx="57">
                  <c:v>5.156483541</c:v>
                </c:pt>
                <c:pt idx="58">
                  <c:v>5.161252751</c:v>
                </c:pt>
                <c:pt idx="59">
                  <c:v>5.162446785</c:v>
                </c:pt>
                <c:pt idx="60">
                  <c:v>5.162574962</c:v>
                </c:pt>
                <c:pt idx="61">
                  <c:v>5.172233693</c:v>
                </c:pt>
                <c:pt idx="62">
                  <c:v>5.175352741</c:v>
                </c:pt>
                <c:pt idx="63">
                  <c:v>5.175537128</c:v>
                </c:pt>
                <c:pt idx="64">
                  <c:v>5.179482801</c:v>
                </c:pt>
                <c:pt idx="65">
                  <c:v>5.180497687</c:v>
                </c:pt>
                <c:pt idx="66">
                  <c:v>5.181464142</c:v>
                </c:pt>
                <c:pt idx="67">
                  <c:v>5.182723608</c:v>
                </c:pt>
                <c:pt idx="68">
                  <c:v>5.189728181</c:v>
                </c:pt>
                <c:pt idx="69">
                  <c:v>5.190650884</c:v>
                </c:pt>
                <c:pt idx="70">
                  <c:v>5.191412022</c:v>
                </c:pt>
                <c:pt idx="71">
                  <c:v>5.191891407</c:v>
                </c:pt>
                <c:pt idx="72">
                  <c:v>5.193179269</c:v>
                </c:pt>
                <c:pt idx="73">
                  <c:v>5.194406987</c:v>
                </c:pt>
                <c:pt idx="74">
                  <c:v>5.197409584</c:v>
                </c:pt>
                <c:pt idx="75">
                  <c:v>5.198725542</c:v>
                </c:pt>
                <c:pt idx="76">
                  <c:v>5.201275891</c:v>
                </c:pt>
                <c:pt idx="77">
                  <c:v>5.202048163</c:v>
                </c:pt>
                <c:pt idx="78">
                  <c:v>5.217970769</c:v>
                </c:pt>
                <c:pt idx="79">
                  <c:v>5.22773453</c:v>
                </c:pt>
              </c:numCache>
            </c:numRef>
          </c:xVal>
          <c:yVal>
            <c:numRef>
              <c:f>Sheet1!$B$2:$B$81</c:f>
              <c:numCache>
                <c:formatCode>General</c:formatCode>
                <c:ptCount val="80"/>
                <c:pt idx="0">
                  <c:v>5.014760087178658</c:v>
                </c:pt>
                <c:pt idx="1">
                  <c:v>5.019848204384912</c:v>
                </c:pt>
                <c:pt idx="2">
                  <c:v>5.027218633341993</c:v>
                </c:pt>
                <c:pt idx="3">
                  <c:v>5.036901626781821</c:v>
                </c:pt>
                <c:pt idx="4">
                  <c:v>5.052546516110076</c:v>
                </c:pt>
                <c:pt idx="5">
                  <c:v>5.054976947561013</c:v>
                </c:pt>
                <c:pt idx="6">
                  <c:v>5.057209778975983</c:v>
                </c:pt>
                <c:pt idx="7">
                  <c:v>5.059737256558871</c:v>
                </c:pt>
                <c:pt idx="8">
                  <c:v>5.062463613017889</c:v>
                </c:pt>
                <c:pt idx="9">
                  <c:v>5.06318687181286</c:v>
                </c:pt>
                <c:pt idx="10">
                  <c:v>5.065181484985299</c:v>
                </c:pt>
                <c:pt idx="11">
                  <c:v>5.064937763533798</c:v>
                </c:pt>
                <c:pt idx="12">
                  <c:v>5.066163489490742</c:v>
                </c:pt>
                <c:pt idx="13">
                  <c:v>5.066588465186049</c:v>
                </c:pt>
                <c:pt idx="14">
                  <c:v>5.067047009160103</c:v>
                </c:pt>
                <c:pt idx="15">
                  <c:v>5.069480600131183</c:v>
                </c:pt>
                <c:pt idx="16">
                  <c:v>5.071140549057614</c:v>
                </c:pt>
                <c:pt idx="17">
                  <c:v>5.071673924153676</c:v>
                </c:pt>
                <c:pt idx="18">
                  <c:v>5.07271350676164</c:v>
                </c:pt>
                <c:pt idx="19">
                  <c:v>5.075912292900792</c:v>
                </c:pt>
                <c:pt idx="20">
                  <c:v>5.0768670139872665</c:v>
                </c:pt>
                <c:pt idx="21">
                  <c:v>5.081829719568781</c:v>
                </c:pt>
                <c:pt idx="22">
                  <c:v>5.093421126559013</c:v>
                </c:pt>
                <c:pt idx="23">
                  <c:v>5.093406980519469</c:v>
                </c:pt>
                <c:pt idx="24">
                  <c:v>5.094079787985051</c:v>
                </c:pt>
                <c:pt idx="25">
                  <c:v>5.097923568246821</c:v>
                </c:pt>
                <c:pt idx="26">
                  <c:v>5.100731972592453</c:v>
                </c:pt>
                <c:pt idx="27">
                  <c:v>5.10024266485795</c:v>
                </c:pt>
                <c:pt idx="28">
                  <c:v>5.101430850728589</c:v>
                </c:pt>
                <c:pt idx="29">
                  <c:v>5.10296648827209</c:v>
                </c:pt>
                <c:pt idx="30">
                  <c:v>5.102328029109935</c:v>
                </c:pt>
                <c:pt idx="31">
                  <c:v>5.108983281759939</c:v>
                </c:pt>
                <c:pt idx="32">
                  <c:v>5.110110102403452</c:v>
                </c:pt>
                <c:pt idx="33">
                  <c:v>5.112084803887465</c:v>
                </c:pt>
                <c:pt idx="34">
                  <c:v>5.11515349458539</c:v>
                </c:pt>
                <c:pt idx="35">
                  <c:v>5.117482575971468</c:v>
                </c:pt>
                <c:pt idx="36">
                  <c:v>5.119569350467498</c:v>
                </c:pt>
                <c:pt idx="37">
                  <c:v>5.11891044814156</c:v>
                </c:pt>
                <c:pt idx="38">
                  <c:v>5.120219677616308</c:v>
                </c:pt>
                <c:pt idx="39">
                  <c:v>5.12368968688629</c:v>
                </c:pt>
                <c:pt idx="40">
                  <c:v>5.12496549576119</c:v>
                </c:pt>
                <c:pt idx="41">
                  <c:v>5.1256064966754264</c:v>
                </c:pt>
                <c:pt idx="42">
                  <c:v>5.126769881960997</c:v>
                </c:pt>
                <c:pt idx="43">
                  <c:v>5.131111506509654</c:v>
                </c:pt>
                <c:pt idx="44">
                  <c:v>5.138900940659087</c:v>
                </c:pt>
                <c:pt idx="45">
                  <c:v>5.140002695050904</c:v>
                </c:pt>
                <c:pt idx="46">
                  <c:v>5.140255840686759</c:v>
                </c:pt>
                <c:pt idx="47">
                  <c:v>5.1402257858843585</c:v>
                </c:pt>
                <c:pt idx="48">
                  <c:v>5.140899998695285</c:v>
                </c:pt>
                <c:pt idx="49">
                  <c:v>5.141548142688917</c:v>
                </c:pt>
                <c:pt idx="50">
                  <c:v>5.14193638187783</c:v>
                </c:pt>
                <c:pt idx="51">
                  <c:v>5.145811874517688</c:v>
                </c:pt>
                <c:pt idx="52">
                  <c:v>5.147006469633161</c:v>
                </c:pt>
                <c:pt idx="53">
                  <c:v>5.147085393875843</c:v>
                </c:pt>
                <c:pt idx="54">
                  <c:v>5.150562942049462</c:v>
                </c:pt>
                <c:pt idx="55">
                  <c:v>5.154408829351087</c:v>
                </c:pt>
                <c:pt idx="56">
                  <c:v>5.157166397441138</c:v>
                </c:pt>
                <c:pt idx="57">
                  <c:v>5.156644299862498</c:v>
                </c:pt>
                <c:pt idx="58">
                  <c:v>5.161448248746601</c:v>
                </c:pt>
                <c:pt idx="59">
                  <c:v>5.162227093068133</c:v>
                </c:pt>
                <c:pt idx="60">
                  <c:v>5.162525133321394</c:v>
                </c:pt>
                <c:pt idx="61">
                  <c:v>5.171629018773807</c:v>
                </c:pt>
                <c:pt idx="62">
                  <c:v>5.176728867908952</c:v>
                </c:pt>
                <c:pt idx="63">
                  <c:v>5.175602732600164</c:v>
                </c:pt>
                <c:pt idx="64">
                  <c:v>5.179126602886828</c:v>
                </c:pt>
                <c:pt idx="65">
                  <c:v>5.180058119668673</c:v>
                </c:pt>
                <c:pt idx="66">
                  <c:v>5.1814716146682</c:v>
                </c:pt>
                <c:pt idx="67">
                  <c:v>5.183119282193668</c:v>
                </c:pt>
                <c:pt idx="68">
                  <c:v>5.189602976870522</c:v>
                </c:pt>
                <c:pt idx="69">
                  <c:v>5.190899490336428</c:v>
                </c:pt>
                <c:pt idx="70">
                  <c:v>5.191263345773347</c:v>
                </c:pt>
                <c:pt idx="71">
                  <c:v>5.192092406072074</c:v>
                </c:pt>
                <c:pt idx="72">
                  <c:v>5.192519049286272</c:v>
                </c:pt>
                <c:pt idx="73">
                  <c:v>5.194334062877133</c:v>
                </c:pt>
                <c:pt idx="74">
                  <c:v>5.196864168535425</c:v>
                </c:pt>
                <c:pt idx="75">
                  <c:v>5.199238185985117</c:v>
                </c:pt>
                <c:pt idx="76">
                  <c:v>5.20150380398718</c:v>
                </c:pt>
                <c:pt idx="77">
                  <c:v>5.201396153202827</c:v>
                </c:pt>
                <c:pt idx="78">
                  <c:v>5.2167271036381315</c:v>
                </c:pt>
                <c:pt idx="79">
                  <c:v>5.227814663037669</c:v>
                </c:pt>
              </c:numCache>
            </c:numRef>
          </c:yVal>
          <c:smooth val="0"/>
        </c:ser>
        <c:ser>
          <c:idx val="1"/>
          <c:order val="1"/>
          <c:tx>
            <c:strRef>
              <c:f>Sheet1!$C$1</c:f>
              <c:strCache>
                <c:ptCount val="1"/>
                <c:pt idx="0">
                  <c:v>실측=예측</c:v>
                </c:pt>
              </c:strCache>
            </c:strRef>
          </c:tx>
          <c:spPr>
            <a:solidFill>
              <a:srgbClr val="C0392B"/>
            </a:solidFill>
            <a:ln w="12700" cap="flat">
              <a:solidFill>
                <a:srgbClr val="C0392B"/>
              </a:solidFill>
              <a:prstDash val="solid"/>
              <a:round/>
            </a:ln>
            <a:effectLst/>
          </c:spPr>
          <c:marker>
            <c:symbol val="none"/>
          </c:marker>
          <c:xVal>
            <c:numRef>
              <c:f>Sheet1!$A$2:$A$81</c:f>
              <c:numCache>
                <c:formatCode>General</c:formatCode>
                <c:ptCount val="80"/>
                <c:pt idx="0">
                  <c:v>5.014839964</c:v>
                </c:pt>
                <c:pt idx="1">
                  <c:v>5.019158706</c:v>
                </c:pt>
                <c:pt idx="2">
                  <c:v>5.026994313</c:v>
                </c:pt>
                <c:pt idx="3">
                  <c:v>5.036686668</c:v>
                </c:pt>
                <c:pt idx="4">
                  <c:v>5.052349141</c:v>
                </c:pt>
                <c:pt idx="5">
                  <c:v>5.055668282</c:v>
                </c:pt>
                <c:pt idx="6">
                  <c:v>5.057062439</c:v>
                </c:pt>
                <c:pt idx="7">
                  <c:v>5.060211409</c:v>
                </c:pt>
                <c:pt idx="8">
                  <c:v>5.0625295</c:v>
                </c:pt>
                <c:pt idx="9">
                  <c:v>5.063972627</c:v>
                </c:pt>
                <c:pt idx="10">
                  <c:v>5.065304894</c:v>
                </c:pt>
                <c:pt idx="11">
                  <c:v>5.065757042</c:v>
                </c:pt>
                <c:pt idx="12">
                  <c:v>5.065804184</c:v>
                </c:pt>
                <c:pt idx="13">
                  <c:v>5.066530643</c:v>
                </c:pt>
                <c:pt idx="14">
                  <c:v>5.066906966</c:v>
                </c:pt>
                <c:pt idx="15">
                  <c:v>5.069445234</c:v>
                </c:pt>
                <c:pt idx="16">
                  <c:v>5.070807846</c:v>
                </c:pt>
                <c:pt idx="17">
                  <c:v>5.07217806</c:v>
                </c:pt>
                <c:pt idx="18">
                  <c:v>5.072880038</c:v>
                </c:pt>
                <c:pt idx="19">
                  <c:v>5.076140387</c:v>
                </c:pt>
                <c:pt idx="20">
                  <c:v>5.076455136</c:v>
                </c:pt>
                <c:pt idx="21">
                  <c:v>5.082198852</c:v>
                </c:pt>
                <c:pt idx="22">
                  <c:v>5.09285287</c:v>
                </c:pt>
                <c:pt idx="23">
                  <c:v>5.093504808</c:v>
                </c:pt>
                <c:pt idx="24">
                  <c:v>5.093590159</c:v>
                </c:pt>
                <c:pt idx="25">
                  <c:v>5.098373074</c:v>
                </c:pt>
                <c:pt idx="26">
                  <c:v>5.100529298</c:v>
                </c:pt>
                <c:pt idx="27">
                  <c:v>5.100892462</c:v>
                </c:pt>
                <c:pt idx="28">
                  <c:v>5.101608601</c:v>
                </c:pt>
                <c:pt idx="29">
                  <c:v>5.102536722</c:v>
                </c:pt>
                <c:pt idx="30">
                  <c:v>5.102757915</c:v>
                </c:pt>
                <c:pt idx="31">
                  <c:v>5.108722713</c:v>
                </c:pt>
                <c:pt idx="32">
                  <c:v>5.110192386</c:v>
                </c:pt>
                <c:pt idx="33">
                  <c:v>5.112304263</c:v>
                </c:pt>
                <c:pt idx="34">
                  <c:v>5.114853095</c:v>
                </c:pt>
                <c:pt idx="35">
                  <c:v>5.117778158</c:v>
                </c:pt>
                <c:pt idx="36">
                  <c:v>5.118875743</c:v>
                </c:pt>
                <c:pt idx="37">
                  <c:v>5.118907438</c:v>
                </c:pt>
                <c:pt idx="38">
                  <c:v>5.120254908</c:v>
                </c:pt>
                <c:pt idx="39">
                  <c:v>5.123540976</c:v>
                </c:pt>
                <c:pt idx="40">
                  <c:v>5.124616531</c:v>
                </c:pt>
                <c:pt idx="41">
                  <c:v>5.125409397</c:v>
                </c:pt>
                <c:pt idx="42">
                  <c:v>5.126475747</c:v>
                </c:pt>
                <c:pt idx="43">
                  <c:v>5.130680353</c:v>
                </c:pt>
                <c:pt idx="44">
                  <c:v>5.138547103</c:v>
                </c:pt>
                <c:pt idx="45">
                  <c:v>5.139936256</c:v>
                </c:pt>
                <c:pt idx="46">
                  <c:v>5.140254327</c:v>
                </c:pt>
                <c:pt idx="47">
                  <c:v>5.140458342</c:v>
                </c:pt>
                <c:pt idx="48">
                  <c:v>5.140743893</c:v>
                </c:pt>
                <c:pt idx="49">
                  <c:v>5.141273092</c:v>
                </c:pt>
                <c:pt idx="50">
                  <c:v>5.141406069</c:v>
                </c:pt>
                <c:pt idx="51">
                  <c:v>5.145978474</c:v>
                </c:pt>
                <c:pt idx="52">
                  <c:v>5.147032235</c:v>
                </c:pt>
                <c:pt idx="53">
                  <c:v>5.147550732</c:v>
                </c:pt>
                <c:pt idx="54">
                  <c:v>5.149230073</c:v>
                </c:pt>
                <c:pt idx="55">
                  <c:v>5.155045489</c:v>
                </c:pt>
                <c:pt idx="56">
                  <c:v>5.15518278</c:v>
                </c:pt>
                <c:pt idx="57">
                  <c:v>5.156483541</c:v>
                </c:pt>
                <c:pt idx="58">
                  <c:v>5.161252751</c:v>
                </c:pt>
                <c:pt idx="59">
                  <c:v>5.162446785</c:v>
                </c:pt>
                <c:pt idx="60">
                  <c:v>5.162574962</c:v>
                </c:pt>
                <c:pt idx="61">
                  <c:v>5.172233693</c:v>
                </c:pt>
                <c:pt idx="62">
                  <c:v>5.175352741</c:v>
                </c:pt>
                <c:pt idx="63">
                  <c:v>5.175537128</c:v>
                </c:pt>
                <c:pt idx="64">
                  <c:v>5.179482801</c:v>
                </c:pt>
                <c:pt idx="65">
                  <c:v>5.180497687</c:v>
                </c:pt>
                <c:pt idx="66">
                  <c:v>5.181464142</c:v>
                </c:pt>
                <c:pt idx="67">
                  <c:v>5.182723608</c:v>
                </c:pt>
                <c:pt idx="68">
                  <c:v>5.189728181</c:v>
                </c:pt>
                <c:pt idx="69">
                  <c:v>5.190650884</c:v>
                </c:pt>
                <c:pt idx="70">
                  <c:v>5.191412022</c:v>
                </c:pt>
                <c:pt idx="71">
                  <c:v>5.191891407</c:v>
                </c:pt>
                <c:pt idx="72">
                  <c:v>5.193179269</c:v>
                </c:pt>
                <c:pt idx="73">
                  <c:v>5.194406987</c:v>
                </c:pt>
                <c:pt idx="74">
                  <c:v>5.197409584</c:v>
                </c:pt>
                <c:pt idx="75">
                  <c:v>5.198725542</c:v>
                </c:pt>
                <c:pt idx="76">
                  <c:v>5.201275891</c:v>
                </c:pt>
                <c:pt idx="77">
                  <c:v>5.202048163</c:v>
                </c:pt>
                <c:pt idx="78">
                  <c:v>5.217970769</c:v>
                </c:pt>
                <c:pt idx="79">
                  <c:v>5.22773453</c:v>
                </c:pt>
              </c:numCache>
            </c:numRef>
          </c:xVal>
          <c:yVal>
            <c:numRef>
              <c:f>Sheet1!$C$2:$C$81</c:f>
              <c:numCache>
                <c:formatCode>General</c:formatCode>
                <c:ptCount val="80"/>
                <c:pt idx="0">
                  <c:v>5.014839964</c:v>
                </c:pt>
                <c:pt idx="1">
                  <c:v>5.019158706</c:v>
                </c:pt>
                <c:pt idx="2">
                  <c:v>5.026994313</c:v>
                </c:pt>
                <c:pt idx="3">
                  <c:v>5.036686668</c:v>
                </c:pt>
                <c:pt idx="4">
                  <c:v>5.052349141</c:v>
                </c:pt>
                <c:pt idx="5">
                  <c:v>5.055668282</c:v>
                </c:pt>
                <c:pt idx="6">
                  <c:v>5.057062439</c:v>
                </c:pt>
                <c:pt idx="7">
                  <c:v>5.060211409</c:v>
                </c:pt>
                <c:pt idx="8">
                  <c:v>5.0625295</c:v>
                </c:pt>
                <c:pt idx="9">
                  <c:v>5.063972627</c:v>
                </c:pt>
                <c:pt idx="10">
                  <c:v>5.065304894</c:v>
                </c:pt>
                <c:pt idx="11">
                  <c:v>5.065757042</c:v>
                </c:pt>
                <c:pt idx="12">
                  <c:v>5.065804184</c:v>
                </c:pt>
                <c:pt idx="13">
                  <c:v>5.066530643</c:v>
                </c:pt>
                <c:pt idx="14">
                  <c:v>5.066906966</c:v>
                </c:pt>
                <c:pt idx="15">
                  <c:v>5.069445234</c:v>
                </c:pt>
                <c:pt idx="16">
                  <c:v>5.070807846</c:v>
                </c:pt>
                <c:pt idx="17">
                  <c:v>5.07217806</c:v>
                </c:pt>
                <c:pt idx="18">
                  <c:v>5.072880038</c:v>
                </c:pt>
                <c:pt idx="19">
                  <c:v>5.076140387</c:v>
                </c:pt>
                <c:pt idx="20">
                  <c:v>5.076455136</c:v>
                </c:pt>
                <c:pt idx="21">
                  <c:v>5.082198852</c:v>
                </c:pt>
                <c:pt idx="22">
                  <c:v>5.09285287</c:v>
                </c:pt>
                <c:pt idx="23">
                  <c:v>5.093504808</c:v>
                </c:pt>
                <c:pt idx="24">
                  <c:v>5.093590159</c:v>
                </c:pt>
                <c:pt idx="25">
                  <c:v>5.098373074</c:v>
                </c:pt>
                <c:pt idx="26">
                  <c:v>5.100529298</c:v>
                </c:pt>
                <c:pt idx="27">
                  <c:v>5.100892462</c:v>
                </c:pt>
                <c:pt idx="28">
                  <c:v>5.101608601</c:v>
                </c:pt>
                <c:pt idx="29">
                  <c:v>5.102536722</c:v>
                </c:pt>
                <c:pt idx="30">
                  <c:v>5.102757915</c:v>
                </c:pt>
                <c:pt idx="31">
                  <c:v>5.108722713</c:v>
                </c:pt>
                <c:pt idx="32">
                  <c:v>5.110192386</c:v>
                </c:pt>
                <c:pt idx="33">
                  <c:v>5.112304263</c:v>
                </c:pt>
                <c:pt idx="34">
                  <c:v>5.114853095</c:v>
                </c:pt>
                <c:pt idx="35">
                  <c:v>5.117778158</c:v>
                </c:pt>
                <c:pt idx="36">
                  <c:v>5.118875743</c:v>
                </c:pt>
                <c:pt idx="37">
                  <c:v>5.118907438</c:v>
                </c:pt>
                <c:pt idx="38">
                  <c:v>5.120254908</c:v>
                </c:pt>
                <c:pt idx="39">
                  <c:v>5.123540976</c:v>
                </c:pt>
                <c:pt idx="40">
                  <c:v>5.124616531</c:v>
                </c:pt>
                <c:pt idx="41">
                  <c:v>5.125409397</c:v>
                </c:pt>
                <c:pt idx="42">
                  <c:v>5.126475747</c:v>
                </c:pt>
                <c:pt idx="43">
                  <c:v>5.130680353</c:v>
                </c:pt>
                <c:pt idx="44">
                  <c:v>5.138547103</c:v>
                </c:pt>
                <c:pt idx="45">
                  <c:v>5.139936256</c:v>
                </c:pt>
                <c:pt idx="46">
                  <c:v>5.140254327</c:v>
                </c:pt>
                <c:pt idx="47">
                  <c:v>5.140458342</c:v>
                </c:pt>
                <c:pt idx="48">
                  <c:v>5.140743893</c:v>
                </c:pt>
                <c:pt idx="49">
                  <c:v>5.141273092</c:v>
                </c:pt>
                <c:pt idx="50">
                  <c:v>5.141406069</c:v>
                </c:pt>
                <c:pt idx="51">
                  <c:v>5.145978474</c:v>
                </c:pt>
                <c:pt idx="52">
                  <c:v>5.147032235</c:v>
                </c:pt>
                <c:pt idx="53">
                  <c:v>5.147550732</c:v>
                </c:pt>
                <c:pt idx="54">
                  <c:v>5.149230073</c:v>
                </c:pt>
                <c:pt idx="55">
                  <c:v>5.155045489</c:v>
                </c:pt>
                <c:pt idx="56">
                  <c:v>5.15518278</c:v>
                </c:pt>
                <c:pt idx="57">
                  <c:v>5.156483541</c:v>
                </c:pt>
                <c:pt idx="58">
                  <c:v>5.161252751</c:v>
                </c:pt>
                <c:pt idx="59">
                  <c:v>5.162446785</c:v>
                </c:pt>
                <c:pt idx="60">
                  <c:v>5.162574962</c:v>
                </c:pt>
                <c:pt idx="61">
                  <c:v>5.172233693</c:v>
                </c:pt>
                <c:pt idx="62">
                  <c:v>5.175352741</c:v>
                </c:pt>
                <c:pt idx="63">
                  <c:v>5.175537128</c:v>
                </c:pt>
                <c:pt idx="64">
                  <c:v>5.179482801</c:v>
                </c:pt>
                <c:pt idx="65">
                  <c:v>5.180497687</c:v>
                </c:pt>
                <c:pt idx="66">
                  <c:v>5.181464142</c:v>
                </c:pt>
                <c:pt idx="67">
                  <c:v>5.182723608</c:v>
                </c:pt>
                <c:pt idx="68">
                  <c:v>5.189728181</c:v>
                </c:pt>
                <c:pt idx="69">
                  <c:v>5.190650884</c:v>
                </c:pt>
                <c:pt idx="70">
                  <c:v>5.191412022</c:v>
                </c:pt>
                <c:pt idx="71">
                  <c:v>5.191891407</c:v>
                </c:pt>
                <c:pt idx="72">
                  <c:v>5.193179269</c:v>
                </c:pt>
                <c:pt idx="73">
                  <c:v>5.194406987</c:v>
                </c:pt>
                <c:pt idx="74">
                  <c:v>5.197409584</c:v>
                </c:pt>
                <c:pt idx="75">
                  <c:v>5.198725542</c:v>
                </c:pt>
                <c:pt idx="76">
                  <c:v>5.201275891</c:v>
                </c:pt>
                <c:pt idx="77">
                  <c:v>5.202048163</c:v>
                </c:pt>
                <c:pt idx="78">
                  <c:v>5.217970769</c:v>
                </c:pt>
                <c:pt idx="79">
                  <c:v>5.22773453</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5.25"/>
          <c:min val="5"/>
        </c:scaling>
        <c:delete val="0"/>
        <c:axPos val="b"/>
        <c:title>
          <c:tx>
            <c:rich>
              <a:bodyPr/>
              <a:lstStyle/>
              <a:p>
                <a:pPr>
                  <a:defRPr sz="700" b="0" i="0" u="none" strike="noStrike">
                    <a:solidFill>
                      <a:srgbClr val="6B7A8F"/>
                    </a:solidFill>
                    <a:latin typeface="Arial"/>
                  </a:defRPr>
                </a:pPr>
                <a:r>
                  <a:rPr sz="700" b="0" i="0" u="none" strike="noStrike">
                    <a:solidFill>
                      <a:srgbClr val="6B7A8F"/>
                    </a:solidFill>
                    <a:latin typeface="Arial"/>
                  </a:rPr>
                  <a:t>실측</a:t>
                </a:r>
              </a:p>
            </c:rich>
          </c:tx>
          <c:layout/>
          <c:overlay val="0"/>
        </c:title>
        <c:numFmt formatCode="0.00" sourceLinked="1"/>
        <c:majorTickMark val="none"/>
        <c:minorTickMark val="none"/>
        <c:tickLblPos val="nextTo"/>
        <c:spPr>
          <a:ln w="12700" cap="flat">
            <a:solidFill>
              <a:srgbClr val="888888"/>
            </a:solidFill>
            <a:prstDash val="solid"/>
            <a:round/>
          </a:ln>
        </c:spPr>
        <c:txPr>
          <a:bodyPr/>
          <a:lstStyle/>
          <a:p>
            <a:pPr>
              <a:defRPr sz="700" b="0" i="0" u="none" strike="noStrike">
                <a:solidFill>
                  <a:srgbClr val="6B7A8F"/>
                </a:solidFill>
                <a:latin typeface="Arial"/>
              </a:defRPr>
            </a:pPr>
            <a:endParaRPr lang="en-US"/>
          </a:p>
        </c:txPr>
        <c:crossAx val="2094734552"/>
        <c:crossesAt val="5"/>
        <c:auto val="1"/>
        <c:lblAlgn val="ctr"/>
        <c:noMultiLvlLbl val="1"/>
        <c:majorUnit val="0.05"/>
      </c:valAx>
      <c:valAx>
        <c:axId val="2094734552"/>
        <c:scaling>
          <c:orientation val="minMax"/>
          <c:max val="5.25"/>
          <c:min val="5"/>
        </c:scaling>
        <c:delete val="0"/>
        <c:axPos val="l"/>
        <c:majorGridlines>
          <c:spPr>
            <a:ln w="6350" cap="flat">
              <a:solidFill>
                <a:srgbClr val="EEF1F5"/>
              </a:solidFill>
              <a:prstDash val="solid"/>
              <a:round/>
            </a:ln>
          </c:spPr>
        </c:majorGridlines>
        <c:title>
          <c:tx>
            <c:rich>
              <a:bodyPr/>
              <a:lstStyle/>
              <a:p>
                <a:pPr>
                  <a:defRPr sz="700" b="0" i="0" u="none" strike="noStrike">
                    <a:solidFill>
                      <a:srgbClr val="6B7A8F"/>
                    </a:solidFill>
                    <a:latin typeface="Arial"/>
                  </a:defRPr>
                </a:pPr>
                <a:r>
                  <a:rPr sz="700" b="0" i="0" u="none" strike="noStrike">
                    <a:solidFill>
                      <a:srgbClr val="6B7A8F"/>
                    </a:solidFill>
                    <a:latin typeface="Arial"/>
                  </a:rPr>
                  <a:t>예측</a:t>
                </a:r>
              </a:p>
            </c:rich>
          </c:tx>
          <c:layout/>
          <c:overlay val="0"/>
        </c:title>
        <c:numFmt formatCode="0.00" sourceLinked="0"/>
        <c:majorTickMark val="none"/>
        <c:minorTickMark val="none"/>
        <c:tickLblPos val="nextTo"/>
        <c:spPr>
          <a:ln w="12700" cap="flat">
            <a:solidFill>
              <a:srgbClr val="888888"/>
            </a:solidFill>
            <a:prstDash val="solid"/>
            <a:round/>
          </a:ln>
        </c:spPr>
        <c:txPr>
          <a:bodyPr/>
          <a:lstStyle/>
          <a:p>
            <a:pPr>
              <a:defRPr sz="700" b="0" i="0" u="none" strike="noStrike">
                <a:solidFill>
                  <a:srgbClr val="6B7A8F"/>
                </a:solidFill>
                <a:latin typeface="Arial"/>
              </a:defRPr>
            </a:pPr>
            <a:endParaRPr lang="en-US"/>
          </a:p>
        </c:txPr>
        <c:crossAx val="2094734554"/>
        <c:crossesAt val="5"/>
        <c:crossBetween val="midCat"/>
        <c:majorUnit val="0.05"/>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에이전트 기반 개발환경에서 형상·해석 자동화를 구축하고, 실험계획법으로 데이터를 확보해 머신러닝 대리모델까지 만든 과정을 다룬다.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 개발환경, 02 설계변수와 설계공간, 03 실험계획법 기반 자동해석과 데이터 확보, 04 머신러닝 대리모델 구축 순서로 진행한다.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설계최적화 전체 흐름이다. 후보 설계변수 11개를 정의하고, 확정적 선별 설계(DSD) 29회로 활성 변수 8개를 선별했다. 활성 변수로 최적라틴방격법(OLHD) 80점을 해석해 가우시안 프로세스 회귀(GPR) 대리모델을 학습시켰고, 교차검증으로 처음 보는 설계도 잘 맞히는지 확인했다. 2단계로 나눈 이유는 역할이 다르기 때문이다. DSD는 적은 해석으로 주효과(변수 하나만의 효과)를 판정하는 데 강하지만, 교호작용(변수끼리 얽힌 효과)의 크기는 정확히 분리하지 못한다. 그 부분은 GPR이 맡는다.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보안 정책상 CAD·해석 모델과 원본 결과는 외부로 나갈 수 없다. 따라서 외부에서는 코드와 문서만 작성하고, 형상 생성과 해석은 전적으로 내부망에서 수행한다. 실행 결과는 개발자가 확인한 뒤 필요한 요구사항만 정리해 전달하는 방식으로 운영했다.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왼쪽은 AI 에이전트에서 작업 브랜치를 연결하는 화면, 오른쪽은 그 결과가 저장소에 버전별 브랜치로 쌓이는 화면이다. 세션이 바뀌어도 저장소를 읽어 이전 맥락을 이어받기 때문에 같은 설명을 반복할 필요가 없고, 커밋 메시지가 설계 변경 사유로 남아 이력 추적이 가능하다. 화면에 보이는 설계 세부값은 마스킹 처리했다.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지난 차수에서 구축한 해석 자동화 환경의 시스템 아키텍처다. 개발 환경에서 작성한 Python 코드가 API를 통해 CAD와 해석 프로그램을 직접 제어하며, 형상 생성부터 결과 추출까지 전 과정이 코드로 연결된다. 코드 이전은 망분리 정책에 따라 수동으로 수행한다.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냉각유는 1차 통과를 지난 뒤 분기에서 일부가 전원공급모듈로 빠지기 때문에, 2차 통과에는 남은 유량만 흐른다. 핀 조건을 하나로 묶으면 한쪽에 맞추는 순간 다른 쪽이 불리해지므로, 핀 두께와 개수를 1차·2차 따로 두어 후보 변수는 11개가 된다. 변수가 많을수록 학습에 필요한 해석 횟수가 크게 늘기 때문에, 먼저 영향 있는 변수만 골라낸다.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자동해석 구조에 선별 실험표 생성(DSD.py)과 선별 판정·대리모델 학습(DSD_analysis.py, ML.py)을 추가했다. 형상 빌드, 해석, 결과 저장 모듈은 그대로 활용한다. 선별이 끝나면 프로그램이 멈추고 판정 결과를 사람이 확인한 뒤 2단계로 넘어간다.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설계값을 Equation Manager 전역변수에 써넣고 리빌드한 뒤 질량 특성과 STEP 파일을 얻는 과정이다. 변수명이 어긋나면 즉시 중단해 형상이 바뀌지 않은 채 해석되는 사고를 막았고, 핀 간격처럼 다른 변수에서 결정되는 값은 CAD 수식에 맡겨 두 곳에서 따로 계산하지 않도록 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해석 모델은 처음에 GUI로 한 번 직접 구성하고, 그 과정을 스크립트 리코더로 기록했다. 기록된 스크립트는 형상 치수가 고정값으로 박혀 있어 그대로는 재사용할 수 없으므로, AI 에이전트와 함께 설계변수 기반 코드로 정리했다. 이후에는 형상 파일만 바뀌면 같은 절차를 코드가 매 회차 재현한다. 단계별 GUI 설정은 부록 A-1에 정리했다.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후보 변수 11개 중 영향 있는 변수만 골라내기 위해 선별 실험을 했습니다. 기법은 DSD, 확정적 선별 설계로, 29번 해석으로 11개 변수를 판정하는 표준 실험표입니다. 왼쪽 표에서 한 줄이 해석 한 번이고, 매번 변수 하나만 중간값, 나머지는 최소·최대값에 둡니다. 아래 절반은 위 절반을 정반대로 뒤집은 것이고, 마지막 한 번은 전부 중간값입니다. 여기에 형상에 아무 영향도 주지 않는 가짜 인자 3개를 같이 넣었습니다. 오른쪽은 최고온도 예시인데, 가짜 인자에서도 0.15℃ 정도 차이가 나는데, 이게 잡음 수준입니다. 1차 핀 개수는 2.5℃로 이보다 훨씬 커서 영향 있는 변수로, 1차 핀 두께는 0.19℃로 잡음과 비슷해 최고온도에는 영향 없는 것으로 판정합니다. 판정 규칙은 결과를 보기 전에 고정했습니다.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표의 숫자는 분산 기여율, 즉 응답 변동 중 그 변수가 설명하는 비율이다. 11개 중 8개가 활성, 입구 각도·중간 각도·출구 유로 두께 3개는 어떤 응답에서도 기준을 넘지 못해 고정했다. 눈여겨볼 점은 1차 핀 개수가 1차 균일도를, 2차 핀 개수가 2차 균일도를 각각 좌우한다는 것이다. 핀을 1차·2차로 나눈 판단이 데이터로 뒷받침된다.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활성 변수 8개로 최적라틴방격법(OLHD) 80점을 해석했다. OLHD는 각 변수의 범위를 80구간으로 나눠 구간마다 한 점씩 쓰고, 점 사이 최소 거리가 최대가 되도록 배치해 적은 점으로도 설계공간을 고르게 채우는 실험계획법이다. 핀 개수가 가장 중요한 변수로 나왔기 때문에 개수를 10~24개 전 범위에 고르게 먼저 두고, 두께는 그 개수에서 만들 수 있는 범위로 맞췄다.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가우시안 프로세스 회귀(GPR)는 해석 결과를 학습해 해석하지 않은 설계의 성능을 예측하는 대리모델이다. 다른 회귀 모델과 달리 예측값과 함께 불확실성(신뢰구간)을 준다. 실험점이 촘촘한 곳은 불확실성이 작고, 실험점 사이가 먼 곳은 커진다. 불확실성이 큰 곳은 정보가 부족한 곳이라, 차월 적응 샘플링에서 어디를 추가로 해석할지 정하는 데 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10-fold 교차검증으로 정확도를 확인했다. 80점을 10묶음으로 나눠 한 묶음씩 빼고 학습한 모델로 빠진 묶음을 예측했다. 즉 모델이 처음 보는 설계를 얼마나 맞히는지 본 것이다. 점이 빨간 대각선에 가까울수록 정확하다. 결정계수 R²는 1에 가까울수록 정확한데, 응답 7개 모두 0.89 이상이고 2차 균일도가 0.893으로 가장 낮다.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왼쪽은 응답마다 1순위 변수를 DSD 분산 기여율(29회)과 GPR 기반 Sobol 주효과 지수 S1(80점 학습)에서 각각 뽑아 비교한 것이다. 방법도 데이터도 다른데 7개 중 6개가 같았고, 중량은 핀 변수 4개가 비슷하게 영향을 줘서 순위 차이에 의미가 없다. 오른쪽은 DSD로는 분리할 수 없는 교호작용의 비율로, 1에서 주효과 지수의 합을 뺀 값이다. 온도나 분기비는 거의 주효과로 설명되지만, 1차·2차 균일도는 13~19%가 교호작용이다. 예를 들어 분기 입구 두께는 2차 균일도에 주효과 지수 7% 정도지만, 교호작용까지 포함한 총효과 지수는 18%다. 그래서 균일도는 변수를 하나씩 조정해서는 최적점을 찾기 어렵고, 대리모델 기반으로 함께 탐색해야 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가장 정확도가 낮은 응답은 2차 균일도다. 값 자체가 0에 가깝고, 분기 이후 구간이라 교호작용이 응답 중 가장 크다. 80점만으로는 이 영역을 충분히 덮지 못했다. 차월에는 대리모델의 불확실성이 큰 지점을 골라 해석을 추가하는 적응 샘플링으로 이 부분을 보강하고, 그 위에서 다목적 최적화로 파레토 최적해를 찾는다.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질문이 나올 때만 쓰는 부록이다. 기본 14회는 회의 행렬이라는 표로, 대각선은 0, 나머지는 ±1이고, 아무 두 변수를 골라도 같은 쪽인 횟수와 반대쪽인 횟수가 같다. 거울상은 기본 14회의 부호를 모두 뒤집은 것으로, 쌍에서 주효과는 부호가 뒤집히고 교호작용·곡률은 그대로라 주효과가 교호작용·곡률과 섞이지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chart" Target="/ppt/charts/chart5.xml"/><Relationship Id="rId4" Type="http://schemas.openxmlformats.org/officeDocument/2006/relationships/chart" Target="/ppt/charts/chart6.xml"/><Relationship Id="rId5" Type="http://schemas.openxmlformats.org/officeDocument/2006/relationships/chart" Target="/ppt/charts/chart7.xml"/><Relationship Id="rId6" Type="http://schemas.openxmlformats.org/officeDocument/2006/relationships/chart" Target="/ppt/charts/chart8.xml"/><Relationship Id="rId7" Type="http://schemas.openxmlformats.org/officeDocument/2006/relationships/chart" Target="/ppt/charts/chart9.xml"/><Relationship Id="rId8" Type="http://schemas.openxmlformats.org/officeDocument/2006/relationships/slideLayout" Target="../slideLayouts/slideLayout1.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05B"/>
        </a:solidFill>
      </p:bgPr>
    </p:bg>
    <p:spTree>
      <p:nvGrpSpPr>
        <p:cNvPr id="1" name=""/>
        <p:cNvGrpSpPr/>
        <p:nvPr/>
      </p:nvGrpSpPr>
      <p:grpSpPr>
        <a:xfrm>
          <a:off x="0" y="0"/>
          <a:ext cx="0" cy="0"/>
          <a:chOff x="0" y="0"/>
          <a:chExt cx="0" cy="0"/>
        </a:xfrm>
      </p:grpSpPr>
      <p:sp>
        <p:nvSpPr>
          <p:cNvPr id="2" name="Shape 0"/>
          <p:cNvSpPr/>
          <p:nvPr/>
        </p:nvSpPr>
        <p:spPr>
          <a:xfrm>
            <a:off x="8869680" y="-1463040"/>
            <a:ext cx="4937760" cy="4937760"/>
          </a:xfrm>
          <a:prstGeom prst="ellipse">
            <a:avLst/>
          </a:prstGeom>
          <a:solidFill>
            <a:srgbClr val="2C4E82">
              <a:alpha val="45000"/>
            </a:srgbClr>
          </a:solidFill>
          <a:ln w="12700">
            <a:solidFill>
              <a:srgbClr val="2C4E82">
                <a:alpha val="0"/>
              </a:srgbClr>
            </a:solidFill>
            <a:prstDash val="solid"/>
          </a:ln>
        </p:spPr>
      </p:sp>
      <p:sp>
        <p:nvSpPr>
          <p:cNvPr id="3" name="Shape 1"/>
          <p:cNvSpPr/>
          <p:nvPr/>
        </p:nvSpPr>
        <p:spPr>
          <a:xfrm>
            <a:off x="10241280" y="3931920"/>
            <a:ext cx="3108960" cy="3108960"/>
          </a:xfrm>
          <a:prstGeom prst="ellipse">
            <a:avLst/>
          </a:prstGeom>
          <a:solidFill>
            <a:srgbClr val="00A3C4">
              <a:alpha val="22000"/>
            </a:srgbClr>
          </a:solidFill>
          <a:ln w="12700">
            <a:solidFill>
              <a:srgbClr val="00A3C4">
                <a:alpha val="0"/>
              </a:srgbClr>
            </a:solidFill>
            <a:prstDash val="solid"/>
          </a:ln>
        </p:spPr>
      </p:sp>
      <p:sp>
        <p:nvSpPr>
          <p:cNvPr id="4" name="Text 2"/>
          <p:cNvSpPr txBox="1"/>
          <p:nvPr/>
        </p:nvSpPr>
        <p:spPr>
          <a:xfrm>
            <a:off x="777240" y="1298448"/>
            <a:ext cx="7315200" cy="292608"/>
          </a:xfrm>
          <a:prstGeom prst="rect">
            <a:avLst/>
          </a:prstGeom>
          <a:noFill/>
          <a:ln/>
        </p:spPr>
        <p:txBody>
          <a:bodyPr wrap="square" lIns="0" tIns="0" rIns="0" bIns="0" rtlCol="0" anchor="ctr"/>
          <a:lstStyle/>
          <a:p>
            <a:pPr indent="0" marL="0">
              <a:buNone/>
            </a:pPr>
            <a:r>
              <a:rPr lang="en-US" sz="1200" b="1" spc="200" kern="0" dirty="0">
                <a:solidFill>
                  <a:srgbClr val="00A3C4"/>
                </a:solidFill>
                <a:latin typeface="Malgun Gothic" pitchFamily="34" charset="0"/>
                <a:ea typeface="Malgun Gothic" pitchFamily="34" charset="-122"/>
                <a:cs typeface="Malgun Gothic" pitchFamily="34" charset="-120"/>
              </a:rPr>
              <a:t>학습조직</a:t>
            </a:r>
            <a:endParaRPr lang="en-US" sz="1200" dirty="0"/>
          </a:p>
        </p:txBody>
      </p:sp>
      <p:sp>
        <p:nvSpPr>
          <p:cNvPr id="5" name="Text 3"/>
          <p:cNvSpPr txBox="1"/>
          <p:nvPr/>
        </p:nvSpPr>
        <p:spPr>
          <a:xfrm>
            <a:off x="777240" y="1719072"/>
            <a:ext cx="8412480" cy="1737360"/>
          </a:xfrm>
          <a:prstGeom prst="rect">
            <a:avLst/>
          </a:prstGeom>
          <a:noFill/>
          <a:ln/>
        </p:spPr>
        <p:txBody>
          <a:bodyPr wrap="square" lIns="0" tIns="0" rIns="0" bIns="0" rtlCol="0" anchor="ctr"/>
          <a:lstStyle/>
          <a:p>
            <a:pPr indent="0" marL="0">
              <a:lnSpc>
                <a:spcPct val="112000"/>
              </a:lnSpc>
              <a:buNone/>
            </a:pPr>
            <a:r>
              <a:rPr lang="en-US" sz="4000" b="1" dirty="0">
                <a:solidFill>
                  <a:srgbClr val="FFFFFF"/>
                </a:solidFill>
                <a:latin typeface="Malgun Gothic" pitchFamily="34" charset="0"/>
                <a:ea typeface="Malgun Gothic" pitchFamily="34" charset="-122"/>
                <a:cs typeface="Malgun Gothic" pitchFamily="34" charset="-120"/>
              </a:rPr>
              <a:t>형상 생성부터</a:t>
            </a:r>
            <a:endParaRPr lang="en-US" sz="4000" dirty="0"/>
          </a:p>
          <a:p>
            <a:pPr indent="0" marL="0">
              <a:lnSpc>
                <a:spcPct val="112000"/>
              </a:lnSpc>
              <a:buNone/>
            </a:pPr>
            <a:r>
              <a:rPr lang="en-US" sz="4000" b="1" dirty="0">
                <a:solidFill>
                  <a:srgbClr val="FFFFFF"/>
                </a:solidFill>
                <a:latin typeface="Malgun Gothic" pitchFamily="34" charset="0"/>
                <a:ea typeface="Malgun Gothic" pitchFamily="34" charset="-122"/>
                <a:cs typeface="Malgun Gothic" pitchFamily="34" charset="-120"/>
              </a:rPr>
              <a:t>설계최적화까지</a:t>
            </a:r>
            <a:endParaRPr lang="en-US" sz="4000" dirty="0"/>
          </a:p>
        </p:txBody>
      </p:sp>
      <p:sp>
        <p:nvSpPr>
          <p:cNvPr id="6" name="Text 4"/>
          <p:cNvSpPr txBox="1"/>
          <p:nvPr/>
        </p:nvSpPr>
        <p:spPr>
          <a:xfrm>
            <a:off x="777240" y="3529584"/>
            <a:ext cx="8229600" cy="365760"/>
          </a:xfrm>
          <a:prstGeom prst="rect">
            <a:avLst/>
          </a:prstGeom>
          <a:noFill/>
          <a:ln/>
        </p:spPr>
        <p:txBody>
          <a:bodyPr wrap="square" lIns="0" tIns="0" rIns="0" bIns="0" rtlCol="0" anchor="ctr"/>
          <a:lstStyle/>
          <a:p>
            <a:pPr indent="0" marL="0">
              <a:buNone/>
            </a:pPr>
            <a:r>
              <a:rPr lang="en-US" sz="1600" b="1" dirty="0">
                <a:solidFill>
                  <a:srgbClr val="CFE0F2"/>
                </a:solidFill>
                <a:latin typeface="Malgun Gothic" pitchFamily="34" charset="0"/>
                <a:ea typeface="Malgun Gothic" pitchFamily="34" charset="-122"/>
                <a:cs typeface="Malgun Gothic" pitchFamily="34" charset="-120"/>
              </a:rPr>
              <a:t>AI 기반 형상·해석 자동화 연계 설계최적화</a:t>
            </a:r>
            <a:endParaRPr lang="en-US" sz="1600" dirty="0"/>
          </a:p>
        </p:txBody>
      </p:sp>
      <p:sp>
        <p:nvSpPr>
          <p:cNvPr id="7" name="Text 5"/>
          <p:cNvSpPr txBox="1"/>
          <p:nvPr/>
        </p:nvSpPr>
        <p:spPr>
          <a:xfrm>
            <a:off x="777240" y="3895344"/>
            <a:ext cx="8229600" cy="292608"/>
          </a:xfrm>
          <a:prstGeom prst="rect">
            <a:avLst/>
          </a:prstGeom>
          <a:noFill/>
          <a:ln/>
        </p:spPr>
        <p:txBody>
          <a:bodyPr wrap="square" lIns="0" tIns="0" rIns="0" bIns="0" rtlCol="0" anchor="ctr"/>
          <a:lstStyle/>
          <a:p>
            <a:pPr indent="0" marL="0">
              <a:buNone/>
            </a:pPr>
            <a:r>
              <a:rPr lang="en-US" sz="1200" dirty="0">
                <a:solidFill>
                  <a:srgbClr val="CFE0F2"/>
                </a:solidFill>
                <a:latin typeface="Malgun Gothic" pitchFamily="34" charset="0"/>
                <a:ea typeface="Malgun Gothic" pitchFamily="34" charset="-122"/>
                <a:cs typeface="Malgun Gothic" pitchFamily="34" charset="-120"/>
              </a:rPr>
              <a:t>수냉식 냉각판 유로·방열핀 설계 사례</a:t>
            </a:r>
            <a:endParaRPr lang="en-US" sz="1200" dirty="0"/>
          </a:p>
        </p:txBody>
      </p:sp>
      <p:sp>
        <p:nvSpPr>
          <p:cNvPr id="8" name="Shape 6"/>
          <p:cNvSpPr/>
          <p:nvPr/>
        </p:nvSpPr>
        <p:spPr>
          <a:xfrm>
            <a:off x="777240" y="4498848"/>
            <a:ext cx="6035040" cy="566928"/>
          </a:xfrm>
          <a:prstGeom prst="roundRect">
            <a:avLst>
              <a:gd name="adj" fmla="val 12903"/>
            </a:avLst>
          </a:prstGeom>
          <a:solidFill>
            <a:srgbClr val="2C4E82"/>
          </a:solidFill>
          <a:ln w="12700">
            <a:solidFill>
              <a:srgbClr val="2C4E82"/>
            </a:solidFill>
            <a:prstDash val="solid"/>
          </a:ln>
        </p:spPr>
      </p:sp>
      <p:sp>
        <p:nvSpPr>
          <p:cNvPr id="9" name="Text 7"/>
          <p:cNvSpPr txBox="1"/>
          <p:nvPr/>
        </p:nvSpPr>
        <p:spPr>
          <a:xfrm>
            <a:off x="777240" y="4498848"/>
            <a:ext cx="6035040"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AI 기반 자동해석  ·  머신러닝 대리모델 구축</a:t>
            </a:r>
            <a:endParaRPr lang="en-US" sz="1300" dirty="0"/>
          </a:p>
        </p:txBody>
      </p:sp>
      <p:sp>
        <p:nvSpPr>
          <p:cNvPr id="10" name="Text 8"/>
          <p:cNvSpPr txBox="1"/>
          <p:nvPr/>
        </p:nvSpPr>
        <p:spPr>
          <a:xfrm>
            <a:off x="777240" y="5394960"/>
            <a:ext cx="7315200" cy="292608"/>
          </a:xfrm>
          <a:prstGeom prst="rect">
            <a:avLst/>
          </a:prstGeom>
          <a:noFill/>
          <a:ln/>
        </p:spPr>
        <p:txBody>
          <a:bodyPr wrap="square" lIns="0" tIns="0" rIns="0" bIns="0" rtlCol="0" anchor="ctr"/>
          <a:lstStyle/>
          <a:p>
            <a:pPr indent="0" marL="0">
              <a:buNone/>
            </a:pPr>
            <a:r>
              <a:rPr lang="en-US" sz="1200" dirty="0">
                <a:solidFill>
                  <a:srgbClr val="CFE0F2"/>
                </a:solidFill>
                <a:latin typeface="Malgun Gothic" pitchFamily="34" charset="0"/>
                <a:ea typeface="Malgun Gothic" pitchFamily="34" charset="-122"/>
                <a:cs typeface="Malgun Gothic" pitchFamily="34" charset="-120"/>
              </a:rPr>
              <a:t>소속 / 성명 / 발표일자</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5F8"/>
        </a:solidFill>
      </p:bgPr>
    </p:bg>
    <p:spTree>
      <p:nvGrpSpPr>
        <p:cNvPr id="1" name=""/>
        <p:cNvGrpSpPr/>
        <p:nvPr/>
      </p:nvGrpSpPr>
      <p:grpSpPr>
        <a:xfrm>
          <a:off x="0" y="0"/>
          <a:ext cx="0" cy="0"/>
          <a:chOff x="0" y="0"/>
          <a:chExt cx="0" cy="0"/>
        </a:xfrm>
      </p:grpSpPr>
      <p:sp>
        <p:nvSpPr>
          <p:cNvPr id="2" name="Text 0"/>
          <p:cNvSpPr txBox="1"/>
          <p:nvPr/>
        </p:nvSpPr>
        <p:spPr>
          <a:xfrm>
            <a:off x="502920" y="457200"/>
            <a:ext cx="5486400" cy="457200"/>
          </a:xfrm>
          <a:prstGeom prst="rect">
            <a:avLst/>
          </a:prstGeom>
          <a:noFill/>
          <a:ln/>
        </p:spPr>
        <p:txBody>
          <a:bodyPr wrap="square" lIns="0" tIns="0" rIns="0" bIns="0" rtlCol="0" anchor="ctr"/>
          <a:lstStyle/>
          <a:p>
            <a:pPr indent="0" marL="0">
              <a:buNone/>
            </a:pPr>
            <a:r>
              <a:rPr lang="en-US" sz="2600" b="1" spc="300" kern="0" dirty="0">
                <a:solidFill>
                  <a:srgbClr val="16305B"/>
                </a:solidFill>
                <a:latin typeface="Malgun Gothic" pitchFamily="34" charset="0"/>
                <a:ea typeface="Malgun Gothic" pitchFamily="34" charset="-122"/>
                <a:cs typeface="Malgun Gothic" pitchFamily="34" charset="-120"/>
              </a:rPr>
              <a:t>목   차</a:t>
            </a:r>
            <a:endParaRPr lang="en-US" sz="2600" dirty="0"/>
          </a:p>
        </p:txBody>
      </p:sp>
      <p:sp>
        <p:nvSpPr>
          <p:cNvPr id="3" name="Shape 1"/>
          <p:cNvSpPr/>
          <p:nvPr/>
        </p:nvSpPr>
        <p:spPr>
          <a:xfrm>
            <a:off x="502920" y="1234440"/>
            <a:ext cx="11183112" cy="1078992"/>
          </a:xfrm>
          <a:prstGeom prst="roundRect">
            <a:avLst>
              <a:gd name="adj" fmla="val 5085"/>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4" name="Text 2"/>
          <p:cNvSpPr txBox="1"/>
          <p:nvPr/>
        </p:nvSpPr>
        <p:spPr>
          <a:xfrm>
            <a:off x="777240" y="1362456"/>
            <a:ext cx="1097280" cy="822960"/>
          </a:xfrm>
          <a:prstGeom prst="rect">
            <a:avLst/>
          </a:prstGeom>
          <a:noFill/>
          <a:ln/>
        </p:spPr>
        <p:txBody>
          <a:bodyPr wrap="square" lIns="0" tIns="0" rIns="0" bIns="0" rtlCol="0" anchor="ctr"/>
          <a:lstStyle/>
          <a:p>
            <a:pPr algn="ctr" indent="0" marL="0">
              <a:buNone/>
            </a:pPr>
            <a:r>
              <a:rPr lang="en-US" sz="3800" b="1" dirty="0">
                <a:solidFill>
                  <a:srgbClr val="CFE0F2"/>
                </a:solidFill>
                <a:latin typeface="Malgun Gothic" pitchFamily="34" charset="0"/>
                <a:ea typeface="Malgun Gothic" pitchFamily="34" charset="-122"/>
                <a:cs typeface="Malgun Gothic" pitchFamily="34" charset="-120"/>
              </a:rPr>
              <a:t>01</a:t>
            </a:r>
            <a:endParaRPr lang="en-US" sz="3800" dirty="0"/>
          </a:p>
        </p:txBody>
      </p:sp>
      <p:sp>
        <p:nvSpPr>
          <p:cNvPr id="5" name="Text 3"/>
          <p:cNvSpPr txBox="1"/>
          <p:nvPr/>
        </p:nvSpPr>
        <p:spPr>
          <a:xfrm>
            <a:off x="2057400" y="1362456"/>
            <a:ext cx="4480560" cy="822960"/>
          </a:xfrm>
          <a:prstGeom prst="rect">
            <a:avLst/>
          </a:prstGeom>
          <a:noFill/>
          <a:ln/>
        </p:spPr>
        <p:txBody>
          <a:bodyPr wrap="square" lIns="0" tIns="0" rIns="0" bIns="0" rtlCol="0" anchor="ctr"/>
          <a:lstStyle/>
          <a:p>
            <a:pPr indent="0" marL="0">
              <a:buNone/>
            </a:pPr>
            <a:r>
              <a:rPr lang="en-US" sz="1500" b="1" dirty="0">
                <a:solidFill>
                  <a:srgbClr val="16305B"/>
                </a:solidFill>
                <a:latin typeface="Malgun Gothic" pitchFamily="34" charset="0"/>
                <a:ea typeface="Malgun Gothic" pitchFamily="34" charset="-122"/>
                <a:cs typeface="Malgun Gothic" pitchFamily="34" charset="-120"/>
              </a:rPr>
              <a:t>AI 에이전트 기반 개발환경 구축</a:t>
            </a:r>
            <a:endParaRPr lang="en-US" sz="1500" dirty="0"/>
          </a:p>
        </p:txBody>
      </p:sp>
      <p:sp>
        <p:nvSpPr>
          <p:cNvPr id="6" name="Shape 4"/>
          <p:cNvSpPr/>
          <p:nvPr/>
        </p:nvSpPr>
        <p:spPr>
          <a:xfrm>
            <a:off x="6583680" y="1472184"/>
            <a:ext cx="18288" cy="603504"/>
          </a:xfrm>
          <a:prstGeom prst="rect">
            <a:avLst/>
          </a:prstGeom>
          <a:solidFill>
            <a:srgbClr val="DDE3EB"/>
          </a:solidFill>
          <a:ln w="12700">
            <a:solidFill>
              <a:srgbClr val="DDE3EB"/>
            </a:solidFill>
            <a:prstDash val="solid"/>
          </a:ln>
        </p:spPr>
      </p:sp>
      <p:sp>
        <p:nvSpPr>
          <p:cNvPr id="7" name="Text 5"/>
          <p:cNvSpPr txBox="1"/>
          <p:nvPr/>
        </p:nvSpPr>
        <p:spPr>
          <a:xfrm>
            <a:off x="6858000" y="1362456"/>
            <a:ext cx="4572000" cy="822960"/>
          </a:xfrm>
          <a:prstGeom prst="rect">
            <a:avLst/>
          </a:prstGeom>
          <a:noFill/>
          <a:ln/>
        </p:spPr>
        <p:txBody>
          <a:bodyPr wrap="square" lIns="0" tIns="0" rIns="0" bIns="0" rtlCol="0" anchor="ctr"/>
          <a:lstStyle/>
          <a:p>
            <a:pPr indent="0" marL="0">
              <a:lnSpc>
                <a:spcPct val="130000"/>
              </a:lnSpc>
              <a:buNone/>
            </a:pPr>
            <a:r>
              <a:rPr lang="en-US" sz="1050" dirty="0">
                <a:solidFill>
                  <a:srgbClr val="1C2733"/>
                </a:solidFill>
                <a:latin typeface="Malgun Gothic" pitchFamily="34" charset="0"/>
                <a:ea typeface="Malgun Gothic" pitchFamily="34" charset="-122"/>
                <a:cs typeface="Malgun Gothic" pitchFamily="34" charset="-120"/>
              </a:rPr>
              <a:t>망분리 환경 AI 에이전트 활용 체계 · 저장소 기반 개발환경 · 내부망 실행 구조</a:t>
            </a:r>
            <a:endParaRPr lang="en-US" sz="1050" dirty="0"/>
          </a:p>
        </p:txBody>
      </p:sp>
      <p:sp>
        <p:nvSpPr>
          <p:cNvPr id="8" name="Shape 6"/>
          <p:cNvSpPr/>
          <p:nvPr/>
        </p:nvSpPr>
        <p:spPr>
          <a:xfrm>
            <a:off x="502920" y="2496312"/>
            <a:ext cx="11183112" cy="1078992"/>
          </a:xfrm>
          <a:prstGeom prst="roundRect">
            <a:avLst>
              <a:gd name="adj" fmla="val 5085"/>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9" name="Text 7"/>
          <p:cNvSpPr txBox="1"/>
          <p:nvPr/>
        </p:nvSpPr>
        <p:spPr>
          <a:xfrm>
            <a:off x="777240" y="2624328"/>
            <a:ext cx="1097280" cy="822960"/>
          </a:xfrm>
          <a:prstGeom prst="rect">
            <a:avLst/>
          </a:prstGeom>
          <a:noFill/>
          <a:ln/>
        </p:spPr>
        <p:txBody>
          <a:bodyPr wrap="square" lIns="0" tIns="0" rIns="0" bIns="0" rtlCol="0" anchor="ctr"/>
          <a:lstStyle/>
          <a:p>
            <a:pPr algn="ctr" indent="0" marL="0">
              <a:buNone/>
            </a:pPr>
            <a:r>
              <a:rPr lang="en-US" sz="3800" b="1" dirty="0">
                <a:solidFill>
                  <a:srgbClr val="CFE0F2"/>
                </a:solidFill>
                <a:latin typeface="Malgun Gothic" pitchFamily="34" charset="0"/>
                <a:ea typeface="Malgun Gothic" pitchFamily="34" charset="-122"/>
                <a:cs typeface="Malgun Gothic" pitchFamily="34" charset="-120"/>
              </a:rPr>
              <a:t>02</a:t>
            </a:r>
            <a:endParaRPr lang="en-US" sz="3800" dirty="0"/>
          </a:p>
        </p:txBody>
      </p:sp>
      <p:sp>
        <p:nvSpPr>
          <p:cNvPr id="10" name="Text 8"/>
          <p:cNvSpPr txBox="1"/>
          <p:nvPr/>
        </p:nvSpPr>
        <p:spPr>
          <a:xfrm>
            <a:off x="2057400" y="2624328"/>
            <a:ext cx="4480560" cy="822960"/>
          </a:xfrm>
          <a:prstGeom prst="rect">
            <a:avLst/>
          </a:prstGeom>
          <a:noFill/>
          <a:ln/>
        </p:spPr>
        <p:txBody>
          <a:bodyPr wrap="square" lIns="0" tIns="0" rIns="0" bIns="0" rtlCol="0" anchor="ctr"/>
          <a:lstStyle/>
          <a:p>
            <a:pPr indent="0" marL="0">
              <a:buNone/>
            </a:pPr>
            <a:r>
              <a:rPr lang="en-US" sz="1500" b="1" dirty="0">
                <a:solidFill>
                  <a:srgbClr val="16305B"/>
                </a:solidFill>
                <a:latin typeface="Malgun Gothic" pitchFamily="34" charset="0"/>
                <a:ea typeface="Malgun Gothic" pitchFamily="34" charset="-122"/>
                <a:cs typeface="Malgun Gothic" pitchFamily="34" charset="-120"/>
              </a:rPr>
              <a:t>설계변수 정의 및 설계공간 설정</a:t>
            </a:r>
            <a:endParaRPr lang="en-US" sz="1500" dirty="0"/>
          </a:p>
        </p:txBody>
      </p:sp>
      <p:sp>
        <p:nvSpPr>
          <p:cNvPr id="11" name="Shape 9"/>
          <p:cNvSpPr/>
          <p:nvPr/>
        </p:nvSpPr>
        <p:spPr>
          <a:xfrm>
            <a:off x="6583680" y="2734056"/>
            <a:ext cx="18288" cy="603504"/>
          </a:xfrm>
          <a:prstGeom prst="rect">
            <a:avLst/>
          </a:prstGeom>
          <a:solidFill>
            <a:srgbClr val="DDE3EB"/>
          </a:solidFill>
          <a:ln w="12700">
            <a:solidFill>
              <a:srgbClr val="DDE3EB"/>
            </a:solidFill>
            <a:prstDash val="solid"/>
          </a:ln>
        </p:spPr>
      </p:sp>
      <p:sp>
        <p:nvSpPr>
          <p:cNvPr id="12" name="Text 10"/>
          <p:cNvSpPr txBox="1"/>
          <p:nvPr/>
        </p:nvSpPr>
        <p:spPr>
          <a:xfrm>
            <a:off x="6858000" y="2624328"/>
            <a:ext cx="4572000" cy="822960"/>
          </a:xfrm>
          <a:prstGeom prst="rect">
            <a:avLst/>
          </a:prstGeom>
          <a:noFill/>
          <a:ln/>
        </p:spPr>
        <p:txBody>
          <a:bodyPr wrap="square" lIns="0" tIns="0" rIns="0" bIns="0" rtlCol="0" anchor="ctr"/>
          <a:lstStyle/>
          <a:p>
            <a:pPr indent="0" marL="0">
              <a:lnSpc>
                <a:spcPct val="130000"/>
              </a:lnSpc>
              <a:buNone/>
            </a:pPr>
            <a:r>
              <a:rPr lang="en-US" sz="1050" dirty="0">
                <a:solidFill>
                  <a:srgbClr val="1C2733"/>
                </a:solidFill>
                <a:latin typeface="Malgun Gothic" pitchFamily="34" charset="0"/>
                <a:ea typeface="Malgun Gothic" pitchFamily="34" charset="-122"/>
                <a:cs typeface="Malgun Gothic" pitchFamily="34" charset="-120"/>
              </a:rPr>
              <a:t>유동 경로 · 핀 통과별 분리 · 후보 설계변수 11개</a:t>
            </a:r>
            <a:endParaRPr lang="en-US" sz="1050" dirty="0"/>
          </a:p>
        </p:txBody>
      </p:sp>
      <p:sp>
        <p:nvSpPr>
          <p:cNvPr id="13" name="Shape 11"/>
          <p:cNvSpPr/>
          <p:nvPr/>
        </p:nvSpPr>
        <p:spPr>
          <a:xfrm>
            <a:off x="502920" y="3758184"/>
            <a:ext cx="11183112" cy="1078992"/>
          </a:xfrm>
          <a:prstGeom prst="roundRect">
            <a:avLst>
              <a:gd name="adj" fmla="val 5085"/>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14" name="Text 12"/>
          <p:cNvSpPr txBox="1"/>
          <p:nvPr/>
        </p:nvSpPr>
        <p:spPr>
          <a:xfrm>
            <a:off x="777240" y="3886200"/>
            <a:ext cx="1097280" cy="822960"/>
          </a:xfrm>
          <a:prstGeom prst="rect">
            <a:avLst/>
          </a:prstGeom>
          <a:noFill/>
          <a:ln/>
        </p:spPr>
        <p:txBody>
          <a:bodyPr wrap="square" lIns="0" tIns="0" rIns="0" bIns="0" rtlCol="0" anchor="ctr"/>
          <a:lstStyle/>
          <a:p>
            <a:pPr algn="ctr" indent="0" marL="0">
              <a:buNone/>
            </a:pPr>
            <a:r>
              <a:rPr lang="en-US" sz="3800" b="1" dirty="0">
                <a:solidFill>
                  <a:srgbClr val="CFE0F2"/>
                </a:solidFill>
                <a:latin typeface="Malgun Gothic" pitchFamily="34" charset="0"/>
                <a:ea typeface="Malgun Gothic" pitchFamily="34" charset="-122"/>
                <a:cs typeface="Malgun Gothic" pitchFamily="34" charset="-120"/>
              </a:rPr>
              <a:t>03</a:t>
            </a:r>
            <a:endParaRPr lang="en-US" sz="3800" dirty="0"/>
          </a:p>
        </p:txBody>
      </p:sp>
      <p:sp>
        <p:nvSpPr>
          <p:cNvPr id="15" name="Text 13"/>
          <p:cNvSpPr txBox="1"/>
          <p:nvPr/>
        </p:nvSpPr>
        <p:spPr>
          <a:xfrm>
            <a:off x="2057400" y="3886200"/>
            <a:ext cx="4480560" cy="822960"/>
          </a:xfrm>
          <a:prstGeom prst="rect">
            <a:avLst/>
          </a:prstGeom>
          <a:noFill/>
          <a:ln/>
        </p:spPr>
        <p:txBody>
          <a:bodyPr wrap="square" lIns="0" tIns="0" rIns="0" bIns="0" rtlCol="0" anchor="ctr"/>
          <a:lstStyle/>
          <a:p>
            <a:pPr indent="0" marL="0">
              <a:buNone/>
            </a:pPr>
            <a:r>
              <a:rPr lang="en-US" sz="1500" b="1" dirty="0">
                <a:solidFill>
                  <a:srgbClr val="16305B"/>
                </a:solidFill>
                <a:latin typeface="Malgun Gothic" pitchFamily="34" charset="0"/>
                <a:ea typeface="Malgun Gothic" pitchFamily="34" charset="-122"/>
                <a:cs typeface="Malgun Gothic" pitchFamily="34" charset="-120"/>
              </a:rPr>
              <a:t>실험계획법 기반 자동해석 및 데이터 확보</a:t>
            </a:r>
            <a:endParaRPr lang="en-US" sz="1500" dirty="0"/>
          </a:p>
        </p:txBody>
      </p:sp>
      <p:sp>
        <p:nvSpPr>
          <p:cNvPr id="16" name="Shape 14"/>
          <p:cNvSpPr/>
          <p:nvPr/>
        </p:nvSpPr>
        <p:spPr>
          <a:xfrm>
            <a:off x="6583680" y="3995928"/>
            <a:ext cx="18288" cy="603504"/>
          </a:xfrm>
          <a:prstGeom prst="rect">
            <a:avLst/>
          </a:prstGeom>
          <a:solidFill>
            <a:srgbClr val="DDE3EB"/>
          </a:solidFill>
          <a:ln w="12700">
            <a:solidFill>
              <a:srgbClr val="DDE3EB"/>
            </a:solidFill>
            <a:prstDash val="solid"/>
          </a:ln>
        </p:spPr>
      </p:sp>
      <p:sp>
        <p:nvSpPr>
          <p:cNvPr id="17" name="Text 15"/>
          <p:cNvSpPr txBox="1"/>
          <p:nvPr/>
        </p:nvSpPr>
        <p:spPr>
          <a:xfrm>
            <a:off x="6858000" y="3886200"/>
            <a:ext cx="4572000" cy="822960"/>
          </a:xfrm>
          <a:prstGeom prst="rect">
            <a:avLst/>
          </a:prstGeom>
          <a:noFill/>
          <a:ln/>
        </p:spPr>
        <p:txBody>
          <a:bodyPr wrap="square" lIns="0" tIns="0" rIns="0" bIns="0" rtlCol="0" anchor="ctr"/>
          <a:lstStyle/>
          <a:p>
            <a:pPr indent="0" marL="0">
              <a:lnSpc>
                <a:spcPct val="130000"/>
              </a:lnSpc>
              <a:buNone/>
            </a:pPr>
            <a:r>
              <a:rPr lang="en-US" sz="1050" dirty="0">
                <a:solidFill>
                  <a:srgbClr val="1C2733"/>
                </a:solidFill>
                <a:latin typeface="Malgun Gothic" pitchFamily="34" charset="0"/>
                <a:ea typeface="Malgun Gothic" pitchFamily="34" charset="-122"/>
                <a:cs typeface="Malgun Gothic" pitchFamily="34" charset="-120"/>
              </a:rPr>
              <a:t>자동해석 코드 · SolidWorks · Icepak 자동화 · 선별 실험(DSD) · 실험계획(OLHD)</a:t>
            </a:r>
            <a:endParaRPr lang="en-US" sz="1050" dirty="0"/>
          </a:p>
        </p:txBody>
      </p:sp>
      <p:sp>
        <p:nvSpPr>
          <p:cNvPr id="18" name="Shape 16"/>
          <p:cNvSpPr/>
          <p:nvPr/>
        </p:nvSpPr>
        <p:spPr>
          <a:xfrm>
            <a:off x="502920" y="5020056"/>
            <a:ext cx="11183112" cy="1078992"/>
          </a:xfrm>
          <a:prstGeom prst="roundRect">
            <a:avLst>
              <a:gd name="adj" fmla="val 5085"/>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19" name="Text 17"/>
          <p:cNvSpPr txBox="1"/>
          <p:nvPr/>
        </p:nvSpPr>
        <p:spPr>
          <a:xfrm>
            <a:off x="777240" y="5148072"/>
            <a:ext cx="1097280" cy="822960"/>
          </a:xfrm>
          <a:prstGeom prst="rect">
            <a:avLst/>
          </a:prstGeom>
          <a:noFill/>
          <a:ln/>
        </p:spPr>
        <p:txBody>
          <a:bodyPr wrap="square" lIns="0" tIns="0" rIns="0" bIns="0" rtlCol="0" anchor="ctr"/>
          <a:lstStyle/>
          <a:p>
            <a:pPr algn="ctr" indent="0" marL="0">
              <a:buNone/>
            </a:pPr>
            <a:r>
              <a:rPr lang="en-US" sz="3800" b="1" dirty="0">
                <a:solidFill>
                  <a:srgbClr val="CFE0F2"/>
                </a:solidFill>
                <a:latin typeface="Malgun Gothic" pitchFamily="34" charset="0"/>
                <a:ea typeface="Malgun Gothic" pitchFamily="34" charset="-122"/>
                <a:cs typeface="Malgun Gothic" pitchFamily="34" charset="-120"/>
              </a:rPr>
              <a:t>04</a:t>
            </a:r>
            <a:endParaRPr lang="en-US" sz="3800" dirty="0"/>
          </a:p>
        </p:txBody>
      </p:sp>
      <p:sp>
        <p:nvSpPr>
          <p:cNvPr id="20" name="Text 18"/>
          <p:cNvSpPr txBox="1"/>
          <p:nvPr/>
        </p:nvSpPr>
        <p:spPr>
          <a:xfrm>
            <a:off x="2057400" y="5148072"/>
            <a:ext cx="4480560" cy="822960"/>
          </a:xfrm>
          <a:prstGeom prst="rect">
            <a:avLst/>
          </a:prstGeom>
          <a:noFill/>
          <a:ln/>
        </p:spPr>
        <p:txBody>
          <a:bodyPr wrap="square" lIns="0" tIns="0" rIns="0" bIns="0" rtlCol="0" anchor="ctr"/>
          <a:lstStyle/>
          <a:p>
            <a:pPr indent="0" marL="0">
              <a:buNone/>
            </a:pPr>
            <a:r>
              <a:rPr lang="en-US" sz="1500" b="1" dirty="0">
                <a:solidFill>
                  <a:srgbClr val="16305B"/>
                </a:solidFill>
                <a:latin typeface="Malgun Gothic" pitchFamily="34" charset="0"/>
                <a:ea typeface="Malgun Gothic" pitchFamily="34" charset="-122"/>
                <a:cs typeface="Malgun Gothic" pitchFamily="34" charset="-120"/>
              </a:rPr>
              <a:t>머신러닝 대리모델 구축</a:t>
            </a:r>
            <a:endParaRPr lang="en-US" sz="1500" dirty="0"/>
          </a:p>
        </p:txBody>
      </p:sp>
      <p:sp>
        <p:nvSpPr>
          <p:cNvPr id="21" name="Shape 19"/>
          <p:cNvSpPr/>
          <p:nvPr/>
        </p:nvSpPr>
        <p:spPr>
          <a:xfrm>
            <a:off x="6583680" y="5257800"/>
            <a:ext cx="18288" cy="603504"/>
          </a:xfrm>
          <a:prstGeom prst="rect">
            <a:avLst/>
          </a:prstGeom>
          <a:solidFill>
            <a:srgbClr val="DDE3EB"/>
          </a:solidFill>
          <a:ln w="12700">
            <a:solidFill>
              <a:srgbClr val="DDE3EB"/>
            </a:solidFill>
            <a:prstDash val="solid"/>
          </a:ln>
        </p:spPr>
      </p:sp>
      <p:sp>
        <p:nvSpPr>
          <p:cNvPr id="22" name="Text 20"/>
          <p:cNvSpPr txBox="1"/>
          <p:nvPr/>
        </p:nvSpPr>
        <p:spPr>
          <a:xfrm>
            <a:off x="6858000" y="5148072"/>
            <a:ext cx="4572000" cy="822960"/>
          </a:xfrm>
          <a:prstGeom prst="rect">
            <a:avLst/>
          </a:prstGeom>
          <a:noFill/>
          <a:ln/>
        </p:spPr>
        <p:txBody>
          <a:bodyPr wrap="square" lIns="0" tIns="0" rIns="0" bIns="0" rtlCol="0" anchor="ctr"/>
          <a:lstStyle/>
          <a:p>
            <a:pPr indent="0" marL="0">
              <a:lnSpc>
                <a:spcPct val="130000"/>
              </a:lnSpc>
              <a:buNone/>
            </a:pPr>
            <a:r>
              <a:rPr lang="en-US" sz="1050" dirty="0">
                <a:solidFill>
                  <a:srgbClr val="1C2733"/>
                </a:solidFill>
                <a:latin typeface="Malgun Gothic" pitchFamily="34" charset="0"/>
                <a:ea typeface="Malgun Gothic" pitchFamily="34" charset="-122"/>
                <a:cs typeface="Malgun Gothic" pitchFamily="34" charset="-120"/>
              </a:rPr>
              <a:t>GPR · 예측값/실측값 교차검증 · Sobol 민감도 및 교호작용 · 한계 및 차월 계획</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5F8"/>
        </a:solidFill>
      </p:bgPr>
    </p:bg>
    <p:spTree>
      <p:nvGrpSpPr>
        <p:cNvPr id="1" name=""/>
        <p:cNvGrpSpPr/>
        <p:nvPr/>
      </p:nvGrpSpPr>
      <p:grpSpPr>
        <a:xfrm>
          <a:off x="0" y="0"/>
          <a:ext cx="0" cy="0"/>
          <a:chOff x="0" y="0"/>
          <a:chExt cx="0" cy="0"/>
        </a:xfrm>
      </p:grpSpPr>
      <p:sp>
        <p:nvSpPr>
          <p:cNvPr id="2" name="Shape 0"/>
          <p:cNvSpPr/>
          <p:nvPr/>
        </p:nvSpPr>
        <p:spPr>
          <a:xfrm>
            <a:off x="502920" y="384048"/>
            <a:ext cx="475488" cy="475488"/>
          </a:xfrm>
          <a:prstGeom prst="rect">
            <a:avLst/>
          </a:prstGeom>
          <a:solidFill>
            <a:srgbClr val="00A3C4"/>
          </a:solidFill>
          <a:ln w="12700">
            <a:solidFill>
              <a:srgbClr val="00A3C4"/>
            </a:solidFill>
            <a:prstDash val="solid"/>
          </a:ln>
        </p:spPr>
      </p:sp>
      <p:sp>
        <p:nvSpPr>
          <p:cNvPr id="3" name="Text 1"/>
          <p:cNvSpPr txBox="1"/>
          <p:nvPr/>
        </p:nvSpPr>
        <p:spPr>
          <a:xfrm>
            <a:off x="502920" y="384048"/>
            <a:ext cx="475488"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개요</a:t>
            </a:r>
            <a:endParaRPr lang="en-US" sz="1100" dirty="0"/>
          </a:p>
        </p:txBody>
      </p:sp>
      <p:sp>
        <p:nvSpPr>
          <p:cNvPr id="4" name="Text 2"/>
          <p:cNvSpPr txBox="1"/>
          <p:nvPr/>
        </p:nvSpPr>
        <p:spPr>
          <a:xfrm>
            <a:off x="1124712" y="365760"/>
            <a:ext cx="7315200" cy="237744"/>
          </a:xfrm>
          <a:prstGeom prst="rect">
            <a:avLst/>
          </a:prstGeom>
          <a:noFill/>
          <a:ln/>
        </p:spPr>
        <p:txBody>
          <a:bodyPr wrap="square" lIns="0" tIns="0" rIns="0" bIns="0" rtlCol="0" anchor="ctr"/>
          <a:lstStyle/>
          <a:p>
            <a:pPr indent="0" marL="0">
              <a:buNone/>
            </a:pPr>
            <a:r>
              <a:rPr lang="en-US" sz="1050" b="1" spc="100" kern="0" dirty="0">
                <a:solidFill>
                  <a:srgbClr val="00A3C4"/>
                </a:solidFill>
                <a:latin typeface="Malgun Gothic" pitchFamily="34" charset="0"/>
                <a:ea typeface="Malgun Gothic" pitchFamily="34" charset="-122"/>
                <a:cs typeface="Malgun Gothic" pitchFamily="34" charset="-120"/>
              </a:rPr>
              <a:t>설계최적화 흐름 한눈에 보기</a:t>
            </a:r>
            <a:endParaRPr lang="en-US" sz="1050" dirty="0"/>
          </a:p>
        </p:txBody>
      </p:sp>
      <p:sp>
        <p:nvSpPr>
          <p:cNvPr id="5" name="Text 3"/>
          <p:cNvSpPr txBox="1"/>
          <p:nvPr/>
        </p:nvSpPr>
        <p:spPr>
          <a:xfrm>
            <a:off x="1124712" y="548640"/>
            <a:ext cx="10607040" cy="384048"/>
          </a:xfrm>
          <a:prstGeom prst="rect">
            <a:avLst/>
          </a:prstGeom>
          <a:noFill/>
          <a:ln/>
        </p:spPr>
        <p:txBody>
          <a:bodyPr wrap="square" lIns="0" tIns="0" rIns="0" bIns="0" rtlCol="0" anchor="ctr"/>
          <a:lstStyle/>
          <a:p>
            <a:pPr indent="0" marL="0">
              <a:buNone/>
            </a:pPr>
            <a:r>
              <a:rPr lang="en-US" sz="2200" b="1" dirty="0">
                <a:solidFill>
                  <a:srgbClr val="16305B"/>
                </a:solidFill>
                <a:latin typeface="Malgun Gothic" pitchFamily="34" charset="0"/>
                <a:ea typeface="Malgun Gothic" pitchFamily="34" charset="-122"/>
                <a:cs typeface="Malgun Gothic" pitchFamily="34" charset="-120"/>
              </a:rPr>
              <a:t>후보 설계변수 11개에서 대리모델까지</a:t>
            </a:r>
            <a:endParaRPr lang="en-US" sz="2200" dirty="0"/>
          </a:p>
        </p:txBody>
      </p:sp>
      <p:sp>
        <p:nvSpPr>
          <p:cNvPr id="6" name="Shape 4"/>
          <p:cNvSpPr/>
          <p:nvPr/>
        </p:nvSpPr>
        <p:spPr>
          <a:xfrm>
            <a:off x="502920" y="1188720"/>
            <a:ext cx="2031797" cy="2103120"/>
          </a:xfrm>
          <a:prstGeom prst="roundRect">
            <a:avLst>
              <a:gd name="adj" fmla="val 2700"/>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7" name="Shape 5"/>
          <p:cNvSpPr/>
          <p:nvPr/>
        </p:nvSpPr>
        <p:spPr>
          <a:xfrm>
            <a:off x="649224" y="1344168"/>
            <a:ext cx="274320" cy="274320"/>
          </a:xfrm>
          <a:prstGeom prst="ellipse">
            <a:avLst/>
          </a:prstGeom>
          <a:solidFill>
            <a:srgbClr val="16305B"/>
          </a:solidFill>
          <a:ln w="12700">
            <a:solidFill>
              <a:srgbClr val="16305B"/>
            </a:solidFill>
            <a:prstDash val="solid"/>
          </a:ln>
        </p:spPr>
      </p:sp>
      <p:sp>
        <p:nvSpPr>
          <p:cNvPr id="8" name="Text 6"/>
          <p:cNvSpPr txBox="1"/>
          <p:nvPr/>
        </p:nvSpPr>
        <p:spPr>
          <a:xfrm>
            <a:off x="649224" y="1344168"/>
            <a:ext cx="27432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Malgun Gothic" pitchFamily="34" charset="0"/>
                <a:ea typeface="Malgun Gothic" pitchFamily="34" charset="-122"/>
                <a:cs typeface="Malgun Gothic" pitchFamily="34" charset="-120"/>
              </a:rPr>
              <a:t>1</a:t>
            </a:r>
            <a:endParaRPr lang="en-US" sz="950" dirty="0"/>
          </a:p>
        </p:txBody>
      </p:sp>
      <p:sp>
        <p:nvSpPr>
          <p:cNvPr id="9" name="Text 7"/>
          <p:cNvSpPr txBox="1"/>
          <p:nvPr/>
        </p:nvSpPr>
        <p:spPr>
          <a:xfrm>
            <a:off x="978408" y="1298448"/>
            <a:ext cx="1501445" cy="365760"/>
          </a:xfrm>
          <a:prstGeom prst="rect">
            <a:avLst/>
          </a:prstGeom>
          <a:noFill/>
          <a:ln/>
        </p:spPr>
        <p:txBody>
          <a:bodyPr wrap="square" lIns="0" tIns="0" rIns="0" bIns="0" rtlCol="0" anchor="ctr"/>
          <a:lstStyle/>
          <a:p>
            <a:pPr indent="0" marL="0">
              <a:buNone/>
            </a:pPr>
            <a:r>
              <a:rPr lang="en-US" sz="1000" b="1" dirty="0">
                <a:solidFill>
                  <a:srgbClr val="16305B"/>
                </a:solidFill>
                <a:latin typeface="Malgun Gothic" pitchFamily="34" charset="0"/>
                <a:ea typeface="Malgun Gothic" pitchFamily="34" charset="-122"/>
                <a:cs typeface="Malgun Gothic" pitchFamily="34" charset="-120"/>
              </a:rPr>
              <a:t>후보 설계변수 정의</a:t>
            </a:r>
            <a:endParaRPr lang="en-US" sz="1000" dirty="0"/>
          </a:p>
        </p:txBody>
      </p:sp>
      <p:sp>
        <p:nvSpPr>
          <p:cNvPr id="10" name="Shape 8"/>
          <p:cNvSpPr/>
          <p:nvPr/>
        </p:nvSpPr>
        <p:spPr>
          <a:xfrm>
            <a:off x="649224" y="1755648"/>
            <a:ext cx="1739189" cy="274320"/>
          </a:xfrm>
          <a:prstGeom prst="roundRect">
            <a:avLst>
              <a:gd name="adj" fmla="val 23333"/>
            </a:avLst>
          </a:prstGeom>
          <a:solidFill>
            <a:srgbClr val="EEF2F7"/>
          </a:solidFill>
          <a:ln w="9525">
            <a:solidFill>
              <a:srgbClr val="EEF2F7"/>
            </a:solidFill>
            <a:prstDash val="solid"/>
          </a:ln>
        </p:spPr>
      </p:sp>
      <p:sp>
        <p:nvSpPr>
          <p:cNvPr id="11" name="Text 9"/>
          <p:cNvSpPr txBox="1"/>
          <p:nvPr/>
        </p:nvSpPr>
        <p:spPr>
          <a:xfrm>
            <a:off x="649224" y="1755648"/>
            <a:ext cx="1739189" cy="274320"/>
          </a:xfrm>
          <a:prstGeom prst="rect">
            <a:avLst/>
          </a:prstGeom>
          <a:noFill/>
          <a:ln/>
        </p:spPr>
        <p:txBody>
          <a:bodyPr wrap="square" lIns="0" tIns="0" rIns="0" bIns="0" rtlCol="0" anchor="ctr"/>
          <a:lstStyle/>
          <a:p>
            <a:pPr algn="ctr" indent="0" marL="0">
              <a:lnSpc>
                <a:spcPct val="105000"/>
              </a:lnSpc>
              <a:buNone/>
            </a:pPr>
            <a:r>
              <a:rPr lang="en-US" sz="850" b="1" dirty="0">
                <a:solidFill>
                  <a:srgbClr val="16305B"/>
                </a:solidFill>
                <a:latin typeface="Malgun Gothic" pitchFamily="34" charset="0"/>
                <a:ea typeface="Malgun Gothic" pitchFamily="34" charset="-122"/>
                <a:cs typeface="Malgun Gothic" pitchFamily="34" charset="-120"/>
              </a:rPr>
              <a:t>설계공간 정의</a:t>
            </a:r>
            <a:endParaRPr lang="en-US" sz="850" dirty="0"/>
          </a:p>
        </p:txBody>
      </p:sp>
      <p:sp>
        <p:nvSpPr>
          <p:cNvPr id="12" name="Text 10"/>
          <p:cNvSpPr txBox="1"/>
          <p:nvPr/>
        </p:nvSpPr>
        <p:spPr>
          <a:xfrm>
            <a:off x="594360" y="2103120"/>
            <a:ext cx="1848917" cy="676656"/>
          </a:xfrm>
          <a:prstGeom prst="rect">
            <a:avLst/>
          </a:prstGeom>
          <a:noFill/>
          <a:ln/>
        </p:spPr>
        <p:txBody>
          <a:bodyPr wrap="square" lIns="0" tIns="0" rIns="0" bIns="0" rtlCol="0" anchor="ctr"/>
          <a:lstStyle/>
          <a:p>
            <a:pPr algn="ctr" indent="0" marL="0">
              <a:lnSpc>
                <a:spcPct val="115000"/>
              </a:lnSpc>
              <a:buNone/>
            </a:pPr>
            <a:r>
              <a:rPr lang="en-US" sz="900" dirty="0">
                <a:solidFill>
                  <a:srgbClr val="1C2733"/>
                </a:solidFill>
                <a:latin typeface="Malgun Gothic" pitchFamily="34" charset="0"/>
                <a:ea typeface="Malgun Gothic" pitchFamily="34" charset="-122"/>
                <a:cs typeface="Malgun Gothic" pitchFamily="34" charset="-120"/>
              </a:rPr>
              <a:t>유로 형상 7개 +</a:t>
            </a:r>
            <a:endParaRPr lang="en-US" sz="900" dirty="0"/>
          </a:p>
          <a:p>
            <a:pPr algn="ctr" indent="0" marL="0">
              <a:lnSpc>
                <a:spcPct val="115000"/>
              </a:lnSpc>
              <a:buNone/>
            </a:pPr>
            <a:r>
              <a:rPr lang="en-US" sz="900" dirty="0">
                <a:solidFill>
                  <a:srgbClr val="1C2733"/>
                </a:solidFill>
                <a:latin typeface="Malgun Gothic" pitchFamily="34" charset="0"/>
                <a:ea typeface="Malgun Gothic" pitchFamily="34" charset="-122"/>
                <a:cs typeface="Malgun Gothic" pitchFamily="34" charset="-120"/>
              </a:rPr>
              <a:t>핀 두께 · 개수 4개</a:t>
            </a:r>
            <a:endParaRPr lang="en-US" sz="900" dirty="0"/>
          </a:p>
          <a:p>
            <a:pPr algn="ctr" indent="0" marL="0">
              <a:lnSpc>
                <a:spcPct val="115000"/>
              </a:lnSpc>
              <a:buNone/>
            </a:pPr>
            <a:r>
              <a:rPr lang="en-US" sz="900" dirty="0">
                <a:solidFill>
                  <a:srgbClr val="1C2733"/>
                </a:solidFill>
                <a:latin typeface="Malgun Gothic" pitchFamily="34" charset="0"/>
                <a:ea typeface="Malgun Gothic" pitchFamily="34" charset="-122"/>
                <a:cs typeface="Malgun Gothic" pitchFamily="34" charset="-120"/>
              </a:rPr>
              <a:t>(1차 · 2차 통과별 독립)</a:t>
            </a:r>
            <a:endParaRPr lang="en-US" sz="900" dirty="0"/>
          </a:p>
        </p:txBody>
      </p:sp>
      <p:sp>
        <p:nvSpPr>
          <p:cNvPr id="13" name="Shape 11"/>
          <p:cNvSpPr/>
          <p:nvPr/>
        </p:nvSpPr>
        <p:spPr>
          <a:xfrm>
            <a:off x="777240" y="2834640"/>
            <a:ext cx="1483157" cy="0"/>
          </a:xfrm>
          <a:prstGeom prst="line">
            <a:avLst/>
          </a:prstGeom>
          <a:noFill/>
          <a:ln w="9525">
            <a:solidFill>
              <a:srgbClr val="DDE3EB"/>
            </a:solidFill>
            <a:prstDash val="solid"/>
          </a:ln>
        </p:spPr>
      </p:sp>
      <p:sp>
        <p:nvSpPr>
          <p:cNvPr id="14" name="Text 12"/>
          <p:cNvSpPr txBox="1"/>
          <p:nvPr/>
        </p:nvSpPr>
        <p:spPr>
          <a:xfrm>
            <a:off x="594360" y="2871216"/>
            <a:ext cx="1848917" cy="365760"/>
          </a:xfrm>
          <a:prstGeom prst="rect">
            <a:avLst/>
          </a:prstGeom>
          <a:noFill/>
          <a:ln/>
        </p:spPr>
        <p:txBody>
          <a:bodyPr wrap="square" lIns="0" tIns="0" rIns="0" bIns="0" rtlCol="0" anchor="ctr"/>
          <a:lstStyle/>
          <a:p>
            <a:pPr algn="ctr" indent="0" marL="0">
              <a:buNone/>
            </a:pPr>
            <a:r>
              <a:rPr lang="en-US" sz="1400" b="1" dirty="0">
                <a:solidFill>
                  <a:srgbClr val="16305B"/>
                </a:solidFill>
                <a:latin typeface="Malgun Gothic" pitchFamily="34" charset="0"/>
                <a:ea typeface="Malgun Gothic" pitchFamily="34" charset="-122"/>
                <a:cs typeface="Malgun Gothic" pitchFamily="34" charset="-120"/>
              </a:rPr>
              <a:t>후보 11개</a:t>
            </a:r>
            <a:endParaRPr lang="en-US" sz="1400" dirty="0"/>
          </a:p>
        </p:txBody>
      </p:sp>
      <p:sp>
        <p:nvSpPr>
          <p:cNvPr id="15" name="Text 13"/>
          <p:cNvSpPr txBox="1"/>
          <p:nvPr/>
        </p:nvSpPr>
        <p:spPr>
          <a:xfrm>
            <a:off x="2553005" y="2103120"/>
            <a:ext cx="219456" cy="274320"/>
          </a:xfrm>
          <a:prstGeom prst="rect">
            <a:avLst/>
          </a:prstGeom>
          <a:noFill/>
          <a:ln/>
        </p:spPr>
        <p:txBody>
          <a:bodyPr wrap="square" lIns="0" tIns="0" rIns="0" bIns="0" rtlCol="0" anchor="ctr"/>
          <a:lstStyle/>
          <a:p>
            <a:pPr algn="ctr" indent="0" marL="0">
              <a:buNone/>
            </a:pPr>
            <a:r>
              <a:rPr lang="en-US" sz="1000" dirty="0">
                <a:solidFill>
                  <a:srgbClr val="9FB0C6"/>
                </a:solidFill>
                <a:latin typeface="Malgun Gothic" pitchFamily="34" charset="0"/>
                <a:ea typeface="Malgun Gothic" pitchFamily="34" charset="-122"/>
                <a:cs typeface="Malgun Gothic" pitchFamily="34" charset="-120"/>
              </a:rPr>
              <a:t>▶</a:t>
            </a:r>
            <a:endParaRPr lang="en-US" sz="1000" dirty="0"/>
          </a:p>
        </p:txBody>
      </p:sp>
      <p:sp>
        <p:nvSpPr>
          <p:cNvPr id="16" name="Shape 14"/>
          <p:cNvSpPr/>
          <p:nvPr/>
        </p:nvSpPr>
        <p:spPr>
          <a:xfrm>
            <a:off x="2790749" y="1188720"/>
            <a:ext cx="2031797" cy="2103120"/>
          </a:xfrm>
          <a:prstGeom prst="roundRect">
            <a:avLst>
              <a:gd name="adj" fmla="val 2700"/>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17" name="Shape 15"/>
          <p:cNvSpPr/>
          <p:nvPr/>
        </p:nvSpPr>
        <p:spPr>
          <a:xfrm>
            <a:off x="2937053" y="1344168"/>
            <a:ext cx="274320" cy="274320"/>
          </a:xfrm>
          <a:prstGeom prst="ellipse">
            <a:avLst/>
          </a:prstGeom>
          <a:solidFill>
            <a:srgbClr val="16305B"/>
          </a:solidFill>
          <a:ln w="12700">
            <a:solidFill>
              <a:srgbClr val="16305B"/>
            </a:solidFill>
            <a:prstDash val="solid"/>
          </a:ln>
        </p:spPr>
      </p:sp>
      <p:sp>
        <p:nvSpPr>
          <p:cNvPr id="18" name="Text 16"/>
          <p:cNvSpPr txBox="1"/>
          <p:nvPr/>
        </p:nvSpPr>
        <p:spPr>
          <a:xfrm>
            <a:off x="2937053" y="1344168"/>
            <a:ext cx="27432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Malgun Gothic" pitchFamily="34" charset="0"/>
                <a:ea typeface="Malgun Gothic" pitchFamily="34" charset="-122"/>
                <a:cs typeface="Malgun Gothic" pitchFamily="34" charset="-120"/>
              </a:rPr>
              <a:t>2</a:t>
            </a:r>
            <a:endParaRPr lang="en-US" sz="950" dirty="0"/>
          </a:p>
        </p:txBody>
      </p:sp>
      <p:sp>
        <p:nvSpPr>
          <p:cNvPr id="19" name="Text 17"/>
          <p:cNvSpPr txBox="1"/>
          <p:nvPr/>
        </p:nvSpPr>
        <p:spPr>
          <a:xfrm>
            <a:off x="3266237" y="1298448"/>
            <a:ext cx="1501445" cy="365760"/>
          </a:xfrm>
          <a:prstGeom prst="rect">
            <a:avLst/>
          </a:prstGeom>
          <a:noFill/>
          <a:ln/>
        </p:spPr>
        <p:txBody>
          <a:bodyPr wrap="square" lIns="0" tIns="0" rIns="0" bIns="0" rtlCol="0" anchor="ctr"/>
          <a:lstStyle/>
          <a:p>
            <a:pPr indent="0" marL="0">
              <a:buNone/>
            </a:pPr>
            <a:r>
              <a:rPr lang="en-US" sz="1000" b="1" dirty="0">
                <a:solidFill>
                  <a:srgbClr val="16305B"/>
                </a:solidFill>
                <a:latin typeface="Malgun Gothic" pitchFamily="34" charset="0"/>
                <a:ea typeface="Malgun Gothic" pitchFamily="34" charset="-122"/>
                <a:cs typeface="Malgun Gothic" pitchFamily="34" charset="-120"/>
              </a:rPr>
              <a:t>변수 선별</a:t>
            </a:r>
            <a:endParaRPr lang="en-US" sz="1000" dirty="0"/>
          </a:p>
        </p:txBody>
      </p:sp>
      <p:sp>
        <p:nvSpPr>
          <p:cNvPr id="20" name="Shape 18"/>
          <p:cNvSpPr/>
          <p:nvPr/>
        </p:nvSpPr>
        <p:spPr>
          <a:xfrm>
            <a:off x="2937053" y="1755648"/>
            <a:ext cx="1739189" cy="274320"/>
          </a:xfrm>
          <a:prstGeom prst="roundRect">
            <a:avLst>
              <a:gd name="adj" fmla="val 23333"/>
            </a:avLst>
          </a:prstGeom>
          <a:solidFill>
            <a:srgbClr val="EEF2F7"/>
          </a:solidFill>
          <a:ln w="9525">
            <a:solidFill>
              <a:srgbClr val="EEF2F7"/>
            </a:solidFill>
            <a:prstDash val="solid"/>
          </a:ln>
        </p:spPr>
      </p:sp>
      <p:sp>
        <p:nvSpPr>
          <p:cNvPr id="21" name="Text 19"/>
          <p:cNvSpPr txBox="1"/>
          <p:nvPr/>
        </p:nvSpPr>
        <p:spPr>
          <a:xfrm>
            <a:off x="2937053" y="1755648"/>
            <a:ext cx="1739189" cy="274320"/>
          </a:xfrm>
          <a:prstGeom prst="rect">
            <a:avLst/>
          </a:prstGeom>
          <a:noFill/>
          <a:ln/>
        </p:spPr>
        <p:txBody>
          <a:bodyPr wrap="square" lIns="0" tIns="0" rIns="0" bIns="0" rtlCol="0" anchor="ctr"/>
          <a:lstStyle/>
          <a:p>
            <a:pPr algn="ctr" indent="0" marL="0">
              <a:lnSpc>
                <a:spcPct val="105000"/>
              </a:lnSpc>
              <a:buNone/>
            </a:pPr>
            <a:r>
              <a:rPr lang="en-US" sz="850" b="1" dirty="0">
                <a:solidFill>
                  <a:srgbClr val="16305B"/>
                </a:solidFill>
                <a:latin typeface="Malgun Gothic" pitchFamily="34" charset="0"/>
                <a:ea typeface="Malgun Gothic" pitchFamily="34" charset="-122"/>
                <a:cs typeface="Malgun Gothic" pitchFamily="34" charset="-120"/>
              </a:rPr>
              <a:t>DSD  (확정적 선별 설계)</a:t>
            </a:r>
            <a:endParaRPr lang="en-US" sz="850" dirty="0"/>
          </a:p>
        </p:txBody>
      </p:sp>
      <p:sp>
        <p:nvSpPr>
          <p:cNvPr id="22" name="Text 20"/>
          <p:cNvSpPr txBox="1"/>
          <p:nvPr/>
        </p:nvSpPr>
        <p:spPr>
          <a:xfrm>
            <a:off x="2882189" y="2103120"/>
            <a:ext cx="1848917" cy="676656"/>
          </a:xfrm>
          <a:prstGeom prst="rect">
            <a:avLst/>
          </a:prstGeom>
          <a:noFill/>
          <a:ln/>
        </p:spPr>
        <p:txBody>
          <a:bodyPr wrap="square" lIns="0" tIns="0" rIns="0" bIns="0" rtlCol="0" anchor="ctr"/>
          <a:lstStyle/>
          <a:p>
            <a:pPr algn="ctr" indent="0" marL="0">
              <a:lnSpc>
                <a:spcPct val="115000"/>
              </a:lnSpc>
              <a:buNone/>
            </a:pPr>
            <a:r>
              <a:rPr lang="en-US" sz="900" dirty="0">
                <a:solidFill>
                  <a:srgbClr val="1C2733"/>
                </a:solidFill>
                <a:latin typeface="Malgun Gothic" pitchFamily="34" charset="0"/>
                <a:ea typeface="Malgun Gothic" pitchFamily="34" charset="-122"/>
                <a:cs typeface="Malgun Gothic" pitchFamily="34" charset="-120"/>
              </a:rPr>
              <a:t>적은 해석으로</a:t>
            </a:r>
            <a:endParaRPr lang="en-US" sz="900" dirty="0"/>
          </a:p>
          <a:p>
            <a:pPr algn="ctr" indent="0" marL="0">
              <a:lnSpc>
                <a:spcPct val="115000"/>
              </a:lnSpc>
              <a:buNone/>
            </a:pPr>
            <a:r>
              <a:rPr lang="en-US" sz="900" dirty="0">
                <a:solidFill>
                  <a:srgbClr val="1C2733"/>
                </a:solidFill>
                <a:latin typeface="Malgun Gothic" pitchFamily="34" charset="0"/>
                <a:ea typeface="Malgun Gothic" pitchFamily="34" charset="-122"/>
                <a:cs typeface="Malgun Gothic" pitchFamily="34" charset="-120"/>
              </a:rPr>
              <a:t>영향 있는 변수만</a:t>
            </a:r>
            <a:endParaRPr lang="en-US" sz="900" dirty="0"/>
          </a:p>
          <a:p>
            <a:pPr algn="ctr" indent="0" marL="0">
              <a:lnSpc>
                <a:spcPct val="115000"/>
              </a:lnSpc>
              <a:buNone/>
            </a:pPr>
            <a:r>
              <a:rPr lang="en-US" sz="900" dirty="0">
                <a:solidFill>
                  <a:srgbClr val="1C2733"/>
                </a:solidFill>
                <a:latin typeface="Malgun Gothic" pitchFamily="34" charset="0"/>
                <a:ea typeface="Malgun Gothic" pitchFamily="34" charset="-122"/>
                <a:cs typeface="Malgun Gothic" pitchFamily="34" charset="-120"/>
              </a:rPr>
              <a:t>빠르게 판정</a:t>
            </a:r>
            <a:endParaRPr lang="en-US" sz="900" dirty="0"/>
          </a:p>
        </p:txBody>
      </p:sp>
      <p:sp>
        <p:nvSpPr>
          <p:cNvPr id="23" name="Shape 21"/>
          <p:cNvSpPr/>
          <p:nvPr/>
        </p:nvSpPr>
        <p:spPr>
          <a:xfrm>
            <a:off x="3065069" y="2834640"/>
            <a:ext cx="1483157" cy="0"/>
          </a:xfrm>
          <a:prstGeom prst="line">
            <a:avLst/>
          </a:prstGeom>
          <a:noFill/>
          <a:ln w="9525">
            <a:solidFill>
              <a:srgbClr val="DDE3EB"/>
            </a:solidFill>
            <a:prstDash val="solid"/>
          </a:ln>
        </p:spPr>
      </p:sp>
      <p:sp>
        <p:nvSpPr>
          <p:cNvPr id="24" name="Text 22"/>
          <p:cNvSpPr txBox="1"/>
          <p:nvPr/>
        </p:nvSpPr>
        <p:spPr>
          <a:xfrm>
            <a:off x="2882189" y="2871216"/>
            <a:ext cx="1848917" cy="365760"/>
          </a:xfrm>
          <a:prstGeom prst="rect">
            <a:avLst/>
          </a:prstGeom>
          <a:noFill/>
          <a:ln/>
        </p:spPr>
        <p:txBody>
          <a:bodyPr wrap="square" lIns="0" tIns="0" rIns="0" bIns="0" rtlCol="0" anchor="ctr"/>
          <a:lstStyle/>
          <a:p>
            <a:pPr algn="ctr" indent="0" marL="0">
              <a:buNone/>
            </a:pPr>
            <a:r>
              <a:rPr lang="en-US" sz="1400" b="1" dirty="0">
                <a:solidFill>
                  <a:srgbClr val="16305B"/>
                </a:solidFill>
                <a:latin typeface="Malgun Gothic" pitchFamily="34" charset="0"/>
                <a:ea typeface="Malgun Gothic" pitchFamily="34" charset="-122"/>
                <a:cs typeface="Malgun Gothic" pitchFamily="34" charset="-120"/>
              </a:rPr>
              <a:t>29회 → 활성 8개</a:t>
            </a:r>
            <a:endParaRPr lang="en-US" sz="1400" dirty="0"/>
          </a:p>
        </p:txBody>
      </p:sp>
      <p:sp>
        <p:nvSpPr>
          <p:cNvPr id="25" name="Text 23"/>
          <p:cNvSpPr txBox="1"/>
          <p:nvPr/>
        </p:nvSpPr>
        <p:spPr>
          <a:xfrm>
            <a:off x="4840834" y="2103120"/>
            <a:ext cx="219456" cy="274320"/>
          </a:xfrm>
          <a:prstGeom prst="rect">
            <a:avLst/>
          </a:prstGeom>
          <a:noFill/>
          <a:ln/>
        </p:spPr>
        <p:txBody>
          <a:bodyPr wrap="square" lIns="0" tIns="0" rIns="0" bIns="0" rtlCol="0" anchor="ctr"/>
          <a:lstStyle/>
          <a:p>
            <a:pPr algn="ctr" indent="0" marL="0">
              <a:buNone/>
            </a:pPr>
            <a:r>
              <a:rPr lang="en-US" sz="1000" dirty="0">
                <a:solidFill>
                  <a:srgbClr val="9FB0C6"/>
                </a:solidFill>
                <a:latin typeface="Malgun Gothic" pitchFamily="34" charset="0"/>
                <a:ea typeface="Malgun Gothic" pitchFamily="34" charset="-122"/>
                <a:cs typeface="Malgun Gothic" pitchFamily="34" charset="-120"/>
              </a:rPr>
              <a:t>▶</a:t>
            </a:r>
            <a:endParaRPr lang="en-US" sz="1000" dirty="0"/>
          </a:p>
        </p:txBody>
      </p:sp>
      <p:sp>
        <p:nvSpPr>
          <p:cNvPr id="26" name="Shape 24"/>
          <p:cNvSpPr/>
          <p:nvPr/>
        </p:nvSpPr>
        <p:spPr>
          <a:xfrm>
            <a:off x="5078578" y="1188720"/>
            <a:ext cx="2031797" cy="2103120"/>
          </a:xfrm>
          <a:prstGeom prst="roundRect">
            <a:avLst>
              <a:gd name="adj" fmla="val 2700"/>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27" name="Shape 25"/>
          <p:cNvSpPr/>
          <p:nvPr/>
        </p:nvSpPr>
        <p:spPr>
          <a:xfrm>
            <a:off x="5224882" y="1344168"/>
            <a:ext cx="274320" cy="274320"/>
          </a:xfrm>
          <a:prstGeom prst="ellipse">
            <a:avLst/>
          </a:prstGeom>
          <a:solidFill>
            <a:srgbClr val="16305B"/>
          </a:solidFill>
          <a:ln w="12700">
            <a:solidFill>
              <a:srgbClr val="16305B"/>
            </a:solidFill>
            <a:prstDash val="solid"/>
          </a:ln>
        </p:spPr>
      </p:sp>
      <p:sp>
        <p:nvSpPr>
          <p:cNvPr id="28" name="Text 26"/>
          <p:cNvSpPr txBox="1"/>
          <p:nvPr/>
        </p:nvSpPr>
        <p:spPr>
          <a:xfrm>
            <a:off x="5224882" y="1344168"/>
            <a:ext cx="27432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Malgun Gothic" pitchFamily="34" charset="0"/>
                <a:ea typeface="Malgun Gothic" pitchFamily="34" charset="-122"/>
                <a:cs typeface="Malgun Gothic" pitchFamily="34" charset="-120"/>
              </a:rPr>
              <a:t>3</a:t>
            </a:r>
            <a:endParaRPr lang="en-US" sz="950" dirty="0"/>
          </a:p>
        </p:txBody>
      </p:sp>
      <p:sp>
        <p:nvSpPr>
          <p:cNvPr id="29" name="Text 27"/>
          <p:cNvSpPr txBox="1"/>
          <p:nvPr/>
        </p:nvSpPr>
        <p:spPr>
          <a:xfrm>
            <a:off x="5554066" y="1298448"/>
            <a:ext cx="1501445" cy="365760"/>
          </a:xfrm>
          <a:prstGeom prst="rect">
            <a:avLst/>
          </a:prstGeom>
          <a:noFill/>
          <a:ln/>
        </p:spPr>
        <p:txBody>
          <a:bodyPr wrap="square" lIns="0" tIns="0" rIns="0" bIns="0" rtlCol="0" anchor="ctr"/>
          <a:lstStyle/>
          <a:p>
            <a:pPr indent="0" marL="0">
              <a:buNone/>
            </a:pPr>
            <a:r>
              <a:rPr lang="en-US" sz="1000" b="1" dirty="0">
                <a:solidFill>
                  <a:srgbClr val="16305B"/>
                </a:solidFill>
                <a:latin typeface="Malgun Gothic" pitchFamily="34" charset="0"/>
                <a:ea typeface="Malgun Gothic" pitchFamily="34" charset="-122"/>
                <a:cs typeface="Malgun Gothic" pitchFamily="34" charset="-120"/>
              </a:rPr>
              <a:t>활성 변수 실험계획</a:t>
            </a:r>
            <a:endParaRPr lang="en-US" sz="1000" dirty="0"/>
          </a:p>
        </p:txBody>
      </p:sp>
      <p:sp>
        <p:nvSpPr>
          <p:cNvPr id="30" name="Shape 28"/>
          <p:cNvSpPr/>
          <p:nvPr/>
        </p:nvSpPr>
        <p:spPr>
          <a:xfrm>
            <a:off x="5224882" y="1755648"/>
            <a:ext cx="1739189" cy="274320"/>
          </a:xfrm>
          <a:prstGeom prst="roundRect">
            <a:avLst>
              <a:gd name="adj" fmla="val 23333"/>
            </a:avLst>
          </a:prstGeom>
          <a:solidFill>
            <a:srgbClr val="EEF2F7"/>
          </a:solidFill>
          <a:ln w="9525">
            <a:solidFill>
              <a:srgbClr val="EEF2F7"/>
            </a:solidFill>
            <a:prstDash val="solid"/>
          </a:ln>
        </p:spPr>
      </p:sp>
      <p:sp>
        <p:nvSpPr>
          <p:cNvPr id="31" name="Text 29"/>
          <p:cNvSpPr txBox="1"/>
          <p:nvPr/>
        </p:nvSpPr>
        <p:spPr>
          <a:xfrm>
            <a:off x="5224882" y="1755648"/>
            <a:ext cx="1739189" cy="274320"/>
          </a:xfrm>
          <a:prstGeom prst="rect">
            <a:avLst/>
          </a:prstGeom>
          <a:noFill/>
          <a:ln/>
        </p:spPr>
        <p:txBody>
          <a:bodyPr wrap="square" lIns="0" tIns="0" rIns="0" bIns="0" rtlCol="0" anchor="ctr"/>
          <a:lstStyle/>
          <a:p>
            <a:pPr algn="ctr" indent="0" marL="0">
              <a:lnSpc>
                <a:spcPct val="105000"/>
              </a:lnSpc>
              <a:buNone/>
            </a:pPr>
            <a:r>
              <a:rPr lang="en-US" sz="850" b="1" dirty="0">
                <a:solidFill>
                  <a:srgbClr val="16305B"/>
                </a:solidFill>
                <a:latin typeface="Malgun Gothic" pitchFamily="34" charset="0"/>
                <a:ea typeface="Malgun Gothic" pitchFamily="34" charset="-122"/>
                <a:cs typeface="Malgun Gothic" pitchFamily="34" charset="-120"/>
              </a:rPr>
              <a:t>OLHD  (최적라틴방격법)</a:t>
            </a:r>
            <a:endParaRPr lang="en-US" sz="850" dirty="0"/>
          </a:p>
        </p:txBody>
      </p:sp>
      <p:sp>
        <p:nvSpPr>
          <p:cNvPr id="32" name="Text 30"/>
          <p:cNvSpPr txBox="1"/>
          <p:nvPr/>
        </p:nvSpPr>
        <p:spPr>
          <a:xfrm>
            <a:off x="5170018" y="2103120"/>
            <a:ext cx="1848917" cy="676656"/>
          </a:xfrm>
          <a:prstGeom prst="rect">
            <a:avLst/>
          </a:prstGeom>
          <a:noFill/>
          <a:ln/>
        </p:spPr>
        <p:txBody>
          <a:bodyPr wrap="square" lIns="0" tIns="0" rIns="0" bIns="0" rtlCol="0" anchor="ctr"/>
          <a:lstStyle/>
          <a:p>
            <a:pPr algn="ctr" indent="0" marL="0">
              <a:lnSpc>
                <a:spcPct val="115000"/>
              </a:lnSpc>
              <a:buNone/>
            </a:pPr>
            <a:r>
              <a:rPr lang="en-US" sz="900" dirty="0">
                <a:solidFill>
                  <a:srgbClr val="1C2733"/>
                </a:solidFill>
                <a:latin typeface="Malgun Gothic" pitchFamily="34" charset="0"/>
                <a:ea typeface="Malgun Gothic" pitchFamily="34" charset="-122"/>
                <a:cs typeface="Malgun Gothic" pitchFamily="34" charset="-120"/>
              </a:rPr>
              <a:t>설계공간을</a:t>
            </a:r>
            <a:endParaRPr lang="en-US" sz="900" dirty="0"/>
          </a:p>
          <a:p>
            <a:pPr algn="ctr" indent="0" marL="0">
              <a:lnSpc>
                <a:spcPct val="115000"/>
              </a:lnSpc>
              <a:buNone/>
            </a:pPr>
            <a:r>
              <a:rPr lang="en-US" sz="900" dirty="0">
                <a:solidFill>
                  <a:srgbClr val="1C2733"/>
                </a:solidFill>
                <a:latin typeface="Malgun Gothic" pitchFamily="34" charset="0"/>
                <a:ea typeface="Malgun Gothic" pitchFamily="34" charset="-122"/>
                <a:cs typeface="Malgun Gothic" pitchFamily="34" charset="-120"/>
              </a:rPr>
              <a:t>빈틈없이 고르게</a:t>
            </a:r>
            <a:endParaRPr lang="en-US" sz="900" dirty="0"/>
          </a:p>
          <a:p>
            <a:pPr algn="ctr" indent="0" marL="0">
              <a:lnSpc>
                <a:spcPct val="115000"/>
              </a:lnSpc>
              <a:buNone/>
            </a:pPr>
            <a:r>
              <a:rPr lang="en-US" sz="900" dirty="0">
                <a:solidFill>
                  <a:srgbClr val="1C2733"/>
                </a:solidFill>
                <a:latin typeface="Malgun Gothic" pitchFamily="34" charset="0"/>
                <a:ea typeface="Malgun Gothic" pitchFamily="34" charset="-122"/>
                <a:cs typeface="Malgun Gothic" pitchFamily="34" charset="-120"/>
              </a:rPr>
              <a:t>채우도록 실험점 배치</a:t>
            </a:r>
            <a:endParaRPr lang="en-US" sz="900" dirty="0"/>
          </a:p>
        </p:txBody>
      </p:sp>
      <p:sp>
        <p:nvSpPr>
          <p:cNvPr id="33" name="Shape 31"/>
          <p:cNvSpPr/>
          <p:nvPr/>
        </p:nvSpPr>
        <p:spPr>
          <a:xfrm>
            <a:off x="5352898" y="2834640"/>
            <a:ext cx="1483157" cy="0"/>
          </a:xfrm>
          <a:prstGeom prst="line">
            <a:avLst/>
          </a:prstGeom>
          <a:noFill/>
          <a:ln w="9525">
            <a:solidFill>
              <a:srgbClr val="DDE3EB"/>
            </a:solidFill>
            <a:prstDash val="solid"/>
          </a:ln>
        </p:spPr>
      </p:sp>
      <p:sp>
        <p:nvSpPr>
          <p:cNvPr id="34" name="Text 32"/>
          <p:cNvSpPr txBox="1"/>
          <p:nvPr/>
        </p:nvSpPr>
        <p:spPr>
          <a:xfrm>
            <a:off x="5170018" y="2871216"/>
            <a:ext cx="1848917" cy="365760"/>
          </a:xfrm>
          <a:prstGeom prst="rect">
            <a:avLst/>
          </a:prstGeom>
          <a:noFill/>
          <a:ln/>
        </p:spPr>
        <p:txBody>
          <a:bodyPr wrap="square" lIns="0" tIns="0" rIns="0" bIns="0" rtlCol="0" anchor="ctr"/>
          <a:lstStyle/>
          <a:p>
            <a:pPr algn="ctr" indent="0" marL="0">
              <a:buNone/>
            </a:pPr>
            <a:r>
              <a:rPr lang="en-US" sz="1400" b="1" dirty="0">
                <a:solidFill>
                  <a:srgbClr val="16305B"/>
                </a:solidFill>
                <a:latin typeface="Malgun Gothic" pitchFamily="34" charset="0"/>
                <a:ea typeface="Malgun Gothic" pitchFamily="34" charset="-122"/>
                <a:cs typeface="Malgun Gothic" pitchFamily="34" charset="-120"/>
              </a:rPr>
              <a:t>80점 해석</a:t>
            </a:r>
            <a:endParaRPr lang="en-US" sz="1400" dirty="0"/>
          </a:p>
        </p:txBody>
      </p:sp>
      <p:sp>
        <p:nvSpPr>
          <p:cNvPr id="35" name="Text 33"/>
          <p:cNvSpPr txBox="1"/>
          <p:nvPr/>
        </p:nvSpPr>
        <p:spPr>
          <a:xfrm>
            <a:off x="7128662" y="2103120"/>
            <a:ext cx="219456" cy="274320"/>
          </a:xfrm>
          <a:prstGeom prst="rect">
            <a:avLst/>
          </a:prstGeom>
          <a:noFill/>
          <a:ln/>
        </p:spPr>
        <p:txBody>
          <a:bodyPr wrap="square" lIns="0" tIns="0" rIns="0" bIns="0" rtlCol="0" anchor="ctr"/>
          <a:lstStyle/>
          <a:p>
            <a:pPr algn="ctr" indent="0" marL="0">
              <a:buNone/>
            </a:pPr>
            <a:r>
              <a:rPr lang="en-US" sz="1000" dirty="0">
                <a:solidFill>
                  <a:srgbClr val="9FB0C6"/>
                </a:solidFill>
                <a:latin typeface="Malgun Gothic" pitchFamily="34" charset="0"/>
                <a:ea typeface="Malgun Gothic" pitchFamily="34" charset="-122"/>
                <a:cs typeface="Malgun Gothic" pitchFamily="34" charset="-120"/>
              </a:rPr>
              <a:t>▶</a:t>
            </a:r>
            <a:endParaRPr lang="en-US" sz="1000" dirty="0"/>
          </a:p>
        </p:txBody>
      </p:sp>
      <p:sp>
        <p:nvSpPr>
          <p:cNvPr id="36" name="Shape 34"/>
          <p:cNvSpPr/>
          <p:nvPr/>
        </p:nvSpPr>
        <p:spPr>
          <a:xfrm>
            <a:off x="7366406" y="1188720"/>
            <a:ext cx="2031797" cy="2103120"/>
          </a:xfrm>
          <a:prstGeom prst="roundRect">
            <a:avLst>
              <a:gd name="adj" fmla="val 2700"/>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37" name="Shape 35"/>
          <p:cNvSpPr/>
          <p:nvPr/>
        </p:nvSpPr>
        <p:spPr>
          <a:xfrm>
            <a:off x="7512710" y="1344168"/>
            <a:ext cx="274320" cy="274320"/>
          </a:xfrm>
          <a:prstGeom prst="ellipse">
            <a:avLst/>
          </a:prstGeom>
          <a:solidFill>
            <a:srgbClr val="00A3C4"/>
          </a:solidFill>
          <a:ln w="12700">
            <a:solidFill>
              <a:srgbClr val="00A3C4"/>
            </a:solidFill>
            <a:prstDash val="solid"/>
          </a:ln>
        </p:spPr>
      </p:sp>
      <p:sp>
        <p:nvSpPr>
          <p:cNvPr id="38" name="Text 36"/>
          <p:cNvSpPr txBox="1"/>
          <p:nvPr/>
        </p:nvSpPr>
        <p:spPr>
          <a:xfrm>
            <a:off x="7512710" y="1344168"/>
            <a:ext cx="27432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Malgun Gothic" pitchFamily="34" charset="0"/>
                <a:ea typeface="Malgun Gothic" pitchFamily="34" charset="-122"/>
                <a:cs typeface="Malgun Gothic" pitchFamily="34" charset="-120"/>
              </a:rPr>
              <a:t>4</a:t>
            </a:r>
            <a:endParaRPr lang="en-US" sz="950" dirty="0"/>
          </a:p>
        </p:txBody>
      </p:sp>
      <p:sp>
        <p:nvSpPr>
          <p:cNvPr id="39" name="Text 37"/>
          <p:cNvSpPr txBox="1"/>
          <p:nvPr/>
        </p:nvSpPr>
        <p:spPr>
          <a:xfrm>
            <a:off x="7841894" y="1298448"/>
            <a:ext cx="1501445" cy="365760"/>
          </a:xfrm>
          <a:prstGeom prst="rect">
            <a:avLst/>
          </a:prstGeom>
          <a:noFill/>
          <a:ln/>
        </p:spPr>
        <p:txBody>
          <a:bodyPr wrap="square" lIns="0" tIns="0" rIns="0" bIns="0" rtlCol="0" anchor="ctr"/>
          <a:lstStyle/>
          <a:p>
            <a:pPr indent="0" marL="0">
              <a:buNone/>
            </a:pPr>
            <a:r>
              <a:rPr lang="en-US" sz="1000" b="1" dirty="0">
                <a:solidFill>
                  <a:srgbClr val="16305B"/>
                </a:solidFill>
                <a:latin typeface="Malgun Gothic" pitchFamily="34" charset="0"/>
                <a:ea typeface="Malgun Gothic" pitchFamily="34" charset="-122"/>
                <a:cs typeface="Malgun Gothic" pitchFamily="34" charset="-120"/>
              </a:rPr>
              <a:t>대리모델 구축</a:t>
            </a:r>
            <a:endParaRPr lang="en-US" sz="1000" dirty="0"/>
          </a:p>
        </p:txBody>
      </p:sp>
      <p:sp>
        <p:nvSpPr>
          <p:cNvPr id="40" name="Shape 38"/>
          <p:cNvSpPr/>
          <p:nvPr/>
        </p:nvSpPr>
        <p:spPr>
          <a:xfrm>
            <a:off x="7512710" y="1755648"/>
            <a:ext cx="1739189" cy="274320"/>
          </a:xfrm>
          <a:prstGeom prst="roundRect">
            <a:avLst>
              <a:gd name="adj" fmla="val 23333"/>
            </a:avLst>
          </a:prstGeom>
          <a:solidFill>
            <a:srgbClr val="E8F6FA"/>
          </a:solidFill>
          <a:ln w="9525">
            <a:solidFill>
              <a:srgbClr val="E8F6FA"/>
            </a:solidFill>
            <a:prstDash val="solid"/>
          </a:ln>
        </p:spPr>
      </p:sp>
      <p:sp>
        <p:nvSpPr>
          <p:cNvPr id="41" name="Text 39"/>
          <p:cNvSpPr txBox="1"/>
          <p:nvPr/>
        </p:nvSpPr>
        <p:spPr>
          <a:xfrm>
            <a:off x="7512710" y="1755648"/>
            <a:ext cx="1739189" cy="274320"/>
          </a:xfrm>
          <a:prstGeom prst="rect">
            <a:avLst/>
          </a:prstGeom>
          <a:noFill/>
          <a:ln/>
        </p:spPr>
        <p:txBody>
          <a:bodyPr wrap="square" lIns="0" tIns="0" rIns="0" bIns="0" rtlCol="0" anchor="ctr"/>
          <a:lstStyle/>
          <a:p>
            <a:pPr algn="ctr" indent="0" marL="0">
              <a:lnSpc>
                <a:spcPct val="105000"/>
              </a:lnSpc>
              <a:buNone/>
            </a:pPr>
            <a:r>
              <a:rPr lang="en-US" sz="850" b="1" dirty="0">
                <a:solidFill>
                  <a:srgbClr val="0088A6"/>
                </a:solidFill>
                <a:latin typeface="Malgun Gothic" pitchFamily="34" charset="0"/>
                <a:ea typeface="Malgun Gothic" pitchFamily="34" charset="-122"/>
                <a:cs typeface="Malgun Gothic" pitchFamily="34" charset="-120"/>
              </a:rPr>
              <a:t>GPR  (가우시안 프로세스 회귀)</a:t>
            </a:r>
            <a:endParaRPr lang="en-US" sz="850" dirty="0"/>
          </a:p>
        </p:txBody>
      </p:sp>
      <p:sp>
        <p:nvSpPr>
          <p:cNvPr id="42" name="Text 40"/>
          <p:cNvSpPr txBox="1"/>
          <p:nvPr/>
        </p:nvSpPr>
        <p:spPr>
          <a:xfrm>
            <a:off x="7457846" y="2103120"/>
            <a:ext cx="1848917" cy="676656"/>
          </a:xfrm>
          <a:prstGeom prst="rect">
            <a:avLst/>
          </a:prstGeom>
          <a:noFill/>
          <a:ln/>
        </p:spPr>
        <p:txBody>
          <a:bodyPr wrap="square" lIns="0" tIns="0" rIns="0" bIns="0" rtlCol="0" anchor="ctr"/>
          <a:lstStyle/>
          <a:p>
            <a:pPr algn="ctr" indent="0" marL="0">
              <a:lnSpc>
                <a:spcPct val="115000"/>
              </a:lnSpc>
              <a:buNone/>
            </a:pPr>
            <a:r>
              <a:rPr lang="en-US" sz="900" dirty="0">
                <a:solidFill>
                  <a:srgbClr val="1C2733"/>
                </a:solidFill>
                <a:latin typeface="Malgun Gothic" pitchFamily="34" charset="0"/>
                <a:ea typeface="Malgun Gothic" pitchFamily="34" charset="-122"/>
                <a:cs typeface="Malgun Gothic" pitchFamily="34" charset="-120"/>
              </a:rPr>
              <a:t>해석 결과를 학습해</a:t>
            </a:r>
            <a:endParaRPr lang="en-US" sz="900" dirty="0"/>
          </a:p>
          <a:p>
            <a:pPr algn="ctr" indent="0" marL="0">
              <a:lnSpc>
                <a:spcPct val="115000"/>
              </a:lnSpc>
              <a:buNone/>
            </a:pPr>
            <a:r>
              <a:rPr lang="en-US" sz="900" dirty="0">
                <a:solidFill>
                  <a:srgbClr val="1C2733"/>
                </a:solidFill>
                <a:latin typeface="Malgun Gothic" pitchFamily="34" charset="0"/>
                <a:ea typeface="Malgun Gothic" pitchFamily="34" charset="-122"/>
                <a:cs typeface="Malgun Gothic" pitchFamily="34" charset="-120"/>
              </a:rPr>
              <a:t>해석 없이도 성능을</a:t>
            </a:r>
            <a:endParaRPr lang="en-US" sz="900" dirty="0"/>
          </a:p>
          <a:p>
            <a:pPr algn="ctr" indent="0" marL="0">
              <a:lnSpc>
                <a:spcPct val="115000"/>
              </a:lnSpc>
              <a:buNone/>
            </a:pPr>
            <a:r>
              <a:rPr lang="en-US" sz="900" dirty="0">
                <a:solidFill>
                  <a:srgbClr val="1C2733"/>
                </a:solidFill>
                <a:latin typeface="Malgun Gothic" pitchFamily="34" charset="0"/>
                <a:ea typeface="Malgun Gothic" pitchFamily="34" charset="-122"/>
                <a:cs typeface="Malgun Gothic" pitchFamily="34" charset="-120"/>
              </a:rPr>
              <a:t>수 초 만에 예측</a:t>
            </a:r>
            <a:endParaRPr lang="en-US" sz="900" dirty="0"/>
          </a:p>
        </p:txBody>
      </p:sp>
      <p:sp>
        <p:nvSpPr>
          <p:cNvPr id="43" name="Shape 41"/>
          <p:cNvSpPr/>
          <p:nvPr/>
        </p:nvSpPr>
        <p:spPr>
          <a:xfrm>
            <a:off x="7640726" y="2834640"/>
            <a:ext cx="1483157" cy="0"/>
          </a:xfrm>
          <a:prstGeom prst="line">
            <a:avLst/>
          </a:prstGeom>
          <a:noFill/>
          <a:ln w="9525">
            <a:solidFill>
              <a:srgbClr val="DDE3EB"/>
            </a:solidFill>
            <a:prstDash val="solid"/>
          </a:ln>
        </p:spPr>
      </p:sp>
      <p:sp>
        <p:nvSpPr>
          <p:cNvPr id="44" name="Text 42"/>
          <p:cNvSpPr txBox="1"/>
          <p:nvPr/>
        </p:nvSpPr>
        <p:spPr>
          <a:xfrm>
            <a:off x="7457846" y="2871216"/>
            <a:ext cx="1848917" cy="365760"/>
          </a:xfrm>
          <a:prstGeom prst="rect">
            <a:avLst/>
          </a:prstGeom>
          <a:noFill/>
          <a:ln/>
        </p:spPr>
        <p:txBody>
          <a:bodyPr wrap="square" lIns="0" tIns="0" rIns="0" bIns="0" rtlCol="0" anchor="ctr"/>
          <a:lstStyle/>
          <a:p>
            <a:pPr algn="ctr" indent="0" marL="0">
              <a:buNone/>
            </a:pPr>
            <a:r>
              <a:rPr lang="en-US" sz="1400" b="1" dirty="0">
                <a:solidFill>
                  <a:srgbClr val="0088A6"/>
                </a:solidFill>
                <a:latin typeface="Malgun Gothic" pitchFamily="34" charset="0"/>
                <a:ea typeface="Malgun Gothic" pitchFamily="34" charset="-122"/>
                <a:cs typeface="Malgun Gothic" pitchFamily="34" charset="-120"/>
              </a:rPr>
              <a:t>응답별 모델 7개</a:t>
            </a:r>
            <a:endParaRPr lang="en-US" sz="1400" dirty="0"/>
          </a:p>
        </p:txBody>
      </p:sp>
      <p:sp>
        <p:nvSpPr>
          <p:cNvPr id="45" name="Text 43"/>
          <p:cNvSpPr txBox="1"/>
          <p:nvPr/>
        </p:nvSpPr>
        <p:spPr>
          <a:xfrm>
            <a:off x="9416491" y="2103120"/>
            <a:ext cx="219456" cy="274320"/>
          </a:xfrm>
          <a:prstGeom prst="rect">
            <a:avLst/>
          </a:prstGeom>
          <a:noFill/>
          <a:ln/>
        </p:spPr>
        <p:txBody>
          <a:bodyPr wrap="square" lIns="0" tIns="0" rIns="0" bIns="0" rtlCol="0" anchor="ctr"/>
          <a:lstStyle/>
          <a:p>
            <a:pPr algn="ctr" indent="0" marL="0">
              <a:buNone/>
            </a:pPr>
            <a:r>
              <a:rPr lang="en-US" sz="1000" dirty="0">
                <a:solidFill>
                  <a:srgbClr val="9FB0C6"/>
                </a:solidFill>
                <a:latin typeface="Malgun Gothic" pitchFamily="34" charset="0"/>
                <a:ea typeface="Malgun Gothic" pitchFamily="34" charset="-122"/>
                <a:cs typeface="Malgun Gothic" pitchFamily="34" charset="-120"/>
              </a:rPr>
              <a:t>▶</a:t>
            </a:r>
            <a:endParaRPr lang="en-US" sz="1000" dirty="0"/>
          </a:p>
        </p:txBody>
      </p:sp>
      <p:sp>
        <p:nvSpPr>
          <p:cNvPr id="46" name="Shape 44"/>
          <p:cNvSpPr/>
          <p:nvPr/>
        </p:nvSpPr>
        <p:spPr>
          <a:xfrm>
            <a:off x="9654235" y="1188720"/>
            <a:ext cx="2031797" cy="2103120"/>
          </a:xfrm>
          <a:prstGeom prst="roundRect">
            <a:avLst>
              <a:gd name="adj" fmla="val 2700"/>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47" name="Shape 45"/>
          <p:cNvSpPr/>
          <p:nvPr/>
        </p:nvSpPr>
        <p:spPr>
          <a:xfrm>
            <a:off x="9800539" y="1344168"/>
            <a:ext cx="274320" cy="274320"/>
          </a:xfrm>
          <a:prstGeom prst="ellipse">
            <a:avLst/>
          </a:prstGeom>
          <a:solidFill>
            <a:srgbClr val="00A3C4"/>
          </a:solidFill>
          <a:ln w="12700">
            <a:solidFill>
              <a:srgbClr val="00A3C4"/>
            </a:solidFill>
            <a:prstDash val="solid"/>
          </a:ln>
        </p:spPr>
      </p:sp>
      <p:sp>
        <p:nvSpPr>
          <p:cNvPr id="48" name="Text 46"/>
          <p:cNvSpPr txBox="1"/>
          <p:nvPr/>
        </p:nvSpPr>
        <p:spPr>
          <a:xfrm>
            <a:off x="9800539" y="1344168"/>
            <a:ext cx="27432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Malgun Gothic" pitchFamily="34" charset="0"/>
                <a:ea typeface="Malgun Gothic" pitchFamily="34" charset="-122"/>
                <a:cs typeface="Malgun Gothic" pitchFamily="34" charset="-120"/>
              </a:rPr>
              <a:t>5</a:t>
            </a:r>
            <a:endParaRPr lang="en-US" sz="950" dirty="0"/>
          </a:p>
        </p:txBody>
      </p:sp>
      <p:sp>
        <p:nvSpPr>
          <p:cNvPr id="49" name="Text 47"/>
          <p:cNvSpPr txBox="1"/>
          <p:nvPr/>
        </p:nvSpPr>
        <p:spPr>
          <a:xfrm>
            <a:off x="10129723" y="1298448"/>
            <a:ext cx="1501445" cy="365760"/>
          </a:xfrm>
          <a:prstGeom prst="rect">
            <a:avLst/>
          </a:prstGeom>
          <a:noFill/>
          <a:ln/>
        </p:spPr>
        <p:txBody>
          <a:bodyPr wrap="square" lIns="0" tIns="0" rIns="0" bIns="0" rtlCol="0" anchor="ctr"/>
          <a:lstStyle/>
          <a:p>
            <a:pPr indent="0" marL="0">
              <a:buNone/>
            </a:pPr>
            <a:r>
              <a:rPr lang="en-US" sz="1000" b="1" dirty="0">
                <a:solidFill>
                  <a:srgbClr val="16305B"/>
                </a:solidFill>
                <a:latin typeface="Malgun Gothic" pitchFamily="34" charset="0"/>
                <a:ea typeface="Malgun Gothic" pitchFamily="34" charset="-122"/>
                <a:cs typeface="Malgun Gothic" pitchFamily="34" charset="-120"/>
              </a:rPr>
              <a:t>정확도 · 민감도 분석</a:t>
            </a:r>
            <a:endParaRPr lang="en-US" sz="1000" dirty="0"/>
          </a:p>
        </p:txBody>
      </p:sp>
      <p:sp>
        <p:nvSpPr>
          <p:cNvPr id="50" name="Shape 48"/>
          <p:cNvSpPr/>
          <p:nvPr/>
        </p:nvSpPr>
        <p:spPr>
          <a:xfrm>
            <a:off x="9800539" y="1755648"/>
            <a:ext cx="1739189" cy="274320"/>
          </a:xfrm>
          <a:prstGeom prst="roundRect">
            <a:avLst>
              <a:gd name="adj" fmla="val 23333"/>
            </a:avLst>
          </a:prstGeom>
          <a:solidFill>
            <a:srgbClr val="E8F6FA"/>
          </a:solidFill>
          <a:ln w="9525">
            <a:solidFill>
              <a:srgbClr val="E8F6FA"/>
            </a:solidFill>
            <a:prstDash val="solid"/>
          </a:ln>
        </p:spPr>
      </p:sp>
      <p:sp>
        <p:nvSpPr>
          <p:cNvPr id="51" name="Text 49"/>
          <p:cNvSpPr txBox="1"/>
          <p:nvPr/>
        </p:nvSpPr>
        <p:spPr>
          <a:xfrm>
            <a:off x="9800539" y="1755648"/>
            <a:ext cx="1739189" cy="274320"/>
          </a:xfrm>
          <a:prstGeom prst="rect">
            <a:avLst/>
          </a:prstGeom>
          <a:noFill/>
          <a:ln/>
        </p:spPr>
        <p:txBody>
          <a:bodyPr wrap="square" lIns="0" tIns="0" rIns="0" bIns="0" rtlCol="0" anchor="ctr"/>
          <a:lstStyle/>
          <a:p>
            <a:pPr algn="ctr" indent="0" marL="0">
              <a:lnSpc>
                <a:spcPct val="105000"/>
              </a:lnSpc>
              <a:buNone/>
            </a:pPr>
            <a:r>
              <a:rPr lang="en-US" sz="850" b="1" dirty="0">
                <a:solidFill>
                  <a:srgbClr val="0088A6"/>
                </a:solidFill>
                <a:latin typeface="Malgun Gothic" pitchFamily="34" charset="0"/>
                <a:ea typeface="Malgun Gothic" pitchFamily="34" charset="-122"/>
                <a:cs typeface="Malgun Gothic" pitchFamily="34" charset="-120"/>
              </a:rPr>
              <a:t>교차검증 · Sobol 지수</a:t>
            </a:r>
            <a:endParaRPr lang="en-US" sz="850" dirty="0"/>
          </a:p>
        </p:txBody>
      </p:sp>
      <p:sp>
        <p:nvSpPr>
          <p:cNvPr id="52" name="Text 50"/>
          <p:cNvSpPr txBox="1"/>
          <p:nvPr/>
        </p:nvSpPr>
        <p:spPr>
          <a:xfrm>
            <a:off x="9745675" y="2103120"/>
            <a:ext cx="1848917" cy="676656"/>
          </a:xfrm>
          <a:prstGeom prst="rect">
            <a:avLst/>
          </a:prstGeom>
          <a:noFill/>
          <a:ln/>
        </p:spPr>
        <p:txBody>
          <a:bodyPr wrap="square" lIns="0" tIns="0" rIns="0" bIns="0" rtlCol="0" anchor="ctr"/>
          <a:lstStyle/>
          <a:p>
            <a:pPr algn="ctr" indent="0" marL="0">
              <a:lnSpc>
                <a:spcPct val="115000"/>
              </a:lnSpc>
              <a:buNone/>
            </a:pPr>
            <a:r>
              <a:rPr lang="en-US" sz="900" dirty="0">
                <a:solidFill>
                  <a:srgbClr val="1C2733"/>
                </a:solidFill>
                <a:latin typeface="Malgun Gothic" pitchFamily="34" charset="0"/>
                <a:ea typeface="Malgun Gothic" pitchFamily="34" charset="-122"/>
                <a:cs typeface="Malgun Gothic" pitchFamily="34" charset="-120"/>
              </a:rPr>
              <a:t>처음 보는 설계도 맞히는지</a:t>
            </a:r>
            <a:endParaRPr lang="en-US" sz="900" dirty="0"/>
          </a:p>
          <a:p>
            <a:pPr algn="ctr" indent="0" marL="0">
              <a:lnSpc>
                <a:spcPct val="115000"/>
              </a:lnSpc>
              <a:buNone/>
            </a:pPr>
            <a:r>
              <a:rPr lang="en-US" sz="900" dirty="0">
                <a:solidFill>
                  <a:srgbClr val="1C2733"/>
                </a:solidFill>
                <a:latin typeface="Malgun Gothic" pitchFamily="34" charset="0"/>
                <a:ea typeface="Malgun Gothic" pitchFamily="34" charset="-122"/>
                <a:cs typeface="Malgun Gothic" pitchFamily="34" charset="-120"/>
              </a:rPr>
              <a:t>어떤 변수가 성능을</a:t>
            </a:r>
            <a:endParaRPr lang="en-US" sz="900" dirty="0"/>
          </a:p>
          <a:p>
            <a:pPr algn="ctr" indent="0" marL="0">
              <a:lnSpc>
                <a:spcPct val="115000"/>
              </a:lnSpc>
              <a:buNone/>
            </a:pPr>
            <a:r>
              <a:rPr lang="en-US" sz="900" dirty="0">
                <a:solidFill>
                  <a:srgbClr val="1C2733"/>
                </a:solidFill>
                <a:latin typeface="Malgun Gothic" pitchFamily="34" charset="0"/>
                <a:ea typeface="Malgun Gothic" pitchFamily="34" charset="-122"/>
                <a:cs typeface="Malgun Gothic" pitchFamily="34" charset="-120"/>
              </a:rPr>
              <a:t>좌우하는지 확인</a:t>
            </a:r>
            <a:endParaRPr lang="en-US" sz="900" dirty="0"/>
          </a:p>
        </p:txBody>
      </p:sp>
      <p:sp>
        <p:nvSpPr>
          <p:cNvPr id="53" name="Shape 51"/>
          <p:cNvSpPr/>
          <p:nvPr/>
        </p:nvSpPr>
        <p:spPr>
          <a:xfrm>
            <a:off x="9928555" y="2834640"/>
            <a:ext cx="1483157" cy="0"/>
          </a:xfrm>
          <a:prstGeom prst="line">
            <a:avLst/>
          </a:prstGeom>
          <a:noFill/>
          <a:ln w="9525">
            <a:solidFill>
              <a:srgbClr val="DDE3EB"/>
            </a:solidFill>
            <a:prstDash val="solid"/>
          </a:ln>
        </p:spPr>
      </p:sp>
      <p:sp>
        <p:nvSpPr>
          <p:cNvPr id="54" name="Text 52"/>
          <p:cNvSpPr txBox="1"/>
          <p:nvPr/>
        </p:nvSpPr>
        <p:spPr>
          <a:xfrm>
            <a:off x="9745675" y="2871216"/>
            <a:ext cx="1848917" cy="365760"/>
          </a:xfrm>
          <a:prstGeom prst="rect">
            <a:avLst/>
          </a:prstGeom>
          <a:noFill/>
          <a:ln/>
        </p:spPr>
        <p:txBody>
          <a:bodyPr wrap="square" lIns="0" tIns="0" rIns="0" bIns="0" rtlCol="0" anchor="ctr"/>
          <a:lstStyle/>
          <a:p>
            <a:pPr algn="ctr" indent="0" marL="0">
              <a:buNone/>
            </a:pPr>
            <a:r>
              <a:rPr lang="en-US" sz="1400" b="1" dirty="0">
                <a:solidFill>
                  <a:srgbClr val="0088A6"/>
                </a:solidFill>
                <a:latin typeface="Malgun Gothic" pitchFamily="34" charset="0"/>
                <a:ea typeface="Malgun Gothic" pitchFamily="34" charset="-122"/>
                <a:cs typeface="Malgun Gothic" pitchFamily="34" charset="-120"/>
              </a:rPr>
              <a:t>R² 0.89 ~ 1.00</a:t>
            </a:r>
            <a:endParaRPr lang="en-US" sz="1400" dirty="0"/>
          </a:p>
        </p:txBody>
      </p:sp>
      <p:sp>
        <p:nvSpPr>
          <p:cNvPr id="55" name="Shape 53"/>
          <p:cNvSpPr/>
          <p:nvPr/>
        </p:nvSpPr>
        <p:spPr>
          <a:xfrm>
            <a:off x="502920" y="3474720"/>
            <a:ext cx="5440680" cy="2907792"/>
          </a:xfrm>
          <a:prstGeom prst="roundRect">
            <a:avLst>
              <a:gd name="adj" fmla="val 1887"/>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56" name="Shape 54"/>
          <p:cNvSpPr/>
          <p:nvPr/>
        </p:nvSpPr>
        <p:spPr>
          <a:xfrm>
            <a:off x="758952" y="3749040"/>
            <a:ext cx="82296" cy="182880"/>
          </a:xfrm>
          <a:prstGeom prst="rect">
            <a:avLst/>
          </a:prstGeom>
          <a:solidFill>
            <a:srgbClr val="00A3C4"/>
          </a:solidFill>
          <a:ln w="12700">
            <a:solidFill>
              <a:srgbClr val="00A3C4"/>
            </a:solidFill>
            <a:prstDash val="solid"/>
          </a:ln>
        </p:spPr>
      </p:sp>
      <p:sp>
        <p:nvSpPr>
          <p:cNvPr id="57" name="Text 55"/>
          <p:cNvSpPr txBox="1"/>
          <p:nvPr/>
        </p:nvSpPr>
        <p:spPr>
          <a:xfrm>
            <a:off x="923544" y="3657600"/>
            <a:ext cx="4480560" cy="365760"/>
          </a:xfrm>
          <a:prstGeom prst="rect">
            <a:avLst/>
          </a:prstGeom>
          <a:noFill/>
          <a:ln/>
        </p:spPr>
        <p:txBody>
          <a:bodyPr wrap="square" lIns="0" tIns="0" rIns="0" bIns="0" rtlCol="0" anchor="ctr"/>
          <a:lstStyle/>
          <a:p>
            <a:pPr indent="0" marL="0">
              <a:buNone/>
            </a:pPr>
            <a:r>
              <a:rPr lang="en-US" sz="1300" b="1" dirty="0">
                <a:solidFill>
                  <a:srgbClr val="16305B"/>
                </a:solidFill>
                <a:latin typeface="Malgun Gothic" pitchFamily="34" charset="0"/>
                <a:ea typeface="Malgun Gothic" pitchFamily="34" charset="-122"/>
                <a:cs typeface="Malgun Gothic" pitchFamily="34" charset="-120"/>
              </a:rPr>
              <a:t>응답 7개  —  목적함수 5 + 제약조건 2</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3816" y="4096512"/>
          <a:ext cx="4846320" cy="914400"/>
        </p:xfrm>
        <a:graphic>
          <a:graphicData uri="http://schemas.openxmlformats.org/drawingml/2006/table">
            <a:tbl>
              <a:tblPr/>
              <a:tblGrid>
                <a:gridCol w="960120"/>
                <a:gridCol w="2743200"/>
                <a:gridCol w="1143000"/>
              </a:tblGrid>
              <a:tr h="260604">
                <a:tc>
                  <a:txBody>
                    <a:bodyPr/>
                    <a:lstStyle/>
                    <a:p>
                      <a:pPr indent="0" marL="0">
                        <a:buNone/>
                      </a:pPr>
                      <a:r>
                        <a:rPr lang="en-US" sz="900" b="1" dirty="0">
                          <a:solidFill>
                            <a:srgbClr val="16305B"/>
                          </a:solidFill>
                          <a:latin typeface="Malgun Gothic" pitchFamily="34" charset="0"/>
                          <a:ea typeface="Malgun Gothic" pitchFamily="34" charset="-122"/>
                          <a:cs typeface="Malgun Gothic" pitchFamily="34" charset="-120"/>
                        </a:rPr>
                        <a:t>응답</a:t>
                      </a:r>
                      <a:endParaRPr lang="en-US" sz="9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c>
                  <a:txBody>
                    <a:bodyPr/>
                    <a:lstStyle/>
                    <a:p>
                      <a:pPr indent="0" marL="0">
                        <a:buNone/>
                      </a:pPr>
                      <a:r>
                        <a:rPr lang="en-US" sz="900" b="1" dirty="0">
                          <a:solidFill>
                            <a:srgbClr val="16305B"/>
                          </a:solidFill>
                          <a:latin typeface="Malgun Gothic" pitchFamily="34" charset="0"/>
                          <a:ea typeface="Malgun Gothic" pitchFamily="34" charset="-122"/>
                          <a:cs typeface="Malgun Gothic" pitchFamily="34" charset="-120"/>
                        </a:rPr>
                        <a:t>의미</a:t>
                      </a:r>
                      <a:endParaRPr lang="en-US" sz="9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c>
                  <a:txBody>
                    <a:bodyPr/>
                    <a:lstStyle/>
                    <a:p>
                      <a:pPr algn="ctr" indent="0" marL="0">
                        <a:buNone/>
                      </a:pPr>
                      <a:r>
                        <a:rPr lang="en-US" sz="900" b="1" dirty="0">
                          <a:solidFill>
                            <a:srgbClr val="16305B"/>
                          </a:solidFill>
                          <a:latin typeface="Malgun Gothic" pitchFamily="34" charset="0"/>
                          <a:ea typeface="Malgun Gothic" pitchFamily="34" charset="-122"/>
                          <a:cs typeface="Malgun Gothic" pitchFamily="34" charset="-120"/>
                        </a:rPr>
                        <a:t>구분</a:t>
                      </a:r>
                      <a:endParaRPr lang="en-US" sz="9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r>
              <a:tr h="260604">
                <a:tc>
                  <a:txBody>
                    <a:bodyPr/>
                    <a:lstStyle/>
                    <a:p>
                      <a:pPr indent="0" marL="0">
                        <a:buNone/>
                      </a:pPr>
                      <a:r>
                        <a:rPr lang="en-US" sz="900" b="1" dirty="0">
                          <a:solidFill>
                            <a:srgbClr val="1C2733"/>
                          </a:solidFill>
                          <a:latin typeface="Malgun Gothic" pitchFamily="34" charset="0"/>
                          <a:ea typeface="Malgun Gothic" pitchFamily="34" charset="-122"/>
                          <a:cs typeface="Malgun Gothic" pitchFamily="34" charset="-120"/>
                        </a:rPr>
                        <a:t>차압</a:t>
                      </a:r>
                      <a:endParaRPr lang="en-US" sz="9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00" dirty="0">
                          <a:solidFill>
                            <a:srgbClr val="1C2733"/>
                          </a:solidFill>
                          <a:latin typeface="Malgun Gothic" pitchFamily="34" charset="0"/>
                          <a:ea typeface="Malgun Gothic" pitchFamily="34" charset="-122"/>
                          <a:cs typeface="Malgun Gothic" pitchFamily="34" charset="-120"/>
                        </a:rPr>
                        <a:t>입구 · 출구 사이 압력 차이 (펌프 부담)</a:t>
                      </a:r>
                      <a:endParaRPr lang="en-US" sz="9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algn="ctr" indent="0" marL="0">
                        <a:buNone/>
                      </a:pPr>
                      <a:r>
                        <a:rPr lang="en-US" sz="900" b="1" dirty="0">
                          <a:solidFill>
                            <a:srgbClr val="16305B"/>
                          </a:solidFill>
                          <a:latin typeface="Malgun Gothic" pitchFamily="34" charset="0"/>
                          <a:ea typeface="Malgun Gothic" pitchFamily="34" charset="-122"/>
                          <a:cs typeface="Malgun Gothic" pitchFamily="34" charset="-120"/>
                        </a:rPr>
                        <a:t>목적함수 ↓</a:t>
                      </a:r>
                      <a:endParaRPr lang="en-US" sz="9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260604">
                <a:tc>
                  <a:txBody>
                    <a:bodyPr/>
                    <a:lstStyle/>
                    <a:p>
                      <a:pPr indent="0" marL="0">
                        <a:buNone/>
                      </a:pPr>
                      <a:r>
                        <a:rPr lang="en-US" sz="900" b="1" dirty="0">
                          <a:solidFill>
                            <a:srgbClr val="1C2733"/>
                          </a:solidFill>
                          <a:latin typeface="Malgun Gothic" pitchFamily="34" charset="0"/>
                          <a:ea typeface="Malgun Gothic" pitchFamily="34" charset="-122"/>
                          <a:cs typeface="Malgun Gothic" pitchFamily="34" charset="-120"/>
                        </a:rPr>
                        <a:t>최고온도</a:t>
                      </a:r>
                      <a:endParaRPr lang="en-US" sz="9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00" dirty="0">
                          <a:solidFill>
                            <a:srgbClr val="1C2733"/>
                          </a:solidFill>
                          <a:latin typeface="Malgun Gothic" pitchFamily="34" charset="0"/>
                          <a:ea typeface="Malgun Gothic" pitchFamily="34" charset="-122"/>
                          <a:cs typeface="Malgun Gothic" pitchFamily="34" charset="-120"/>
                        </a:rPr>
                        <a:t>발열원 중 가장 높은 온도</a:t>
                      </a:r>
                      <a:endParaRPr lang="en-US" sz="9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algn="ctr" indent="0" marL="0">
                        <a:buNone/>
                      </a:pPr>
                      <a:r>
                        <a:rPr lang="en-US" sz="900" b="1" dirty="0">
                          <a:solidFill>
                            <a:srgbClr val="16305B"/>
                          </a:solidFill>
                          <a:latin typeface="Malgun Gothic" pitchFamily="34" charset="0"/>
                          <a:ea typeface="Malgun Gothic" pitchFamily="34" charset="-122"/>
                          <a:cs typeface="Malgun Gothic" pitchFamily="34" charset="-120"/>
                        </a:rPr>
                        <a:t>목적함수 ↓</a:t>
                      </a:r>
                      <a:endParaRPr lang="en-US" sz="9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260604">
                <a:tc>
                  <a:txBody>
                    <a:bodyPr/>
                    <a:lstStyle/>
                    <a:p>
                      <a:pPr indent="0" marL="0">
                        <a:buNone/>
                      </a:pPr>
                      <a:r>
                        <a:rPr lang="en-US" sz="900" b="1" dirty="0">
                          <a:solidFill>
                            <a:srgbClr val="1C2733"/>
                          </a:solidFill>
                          <a:latin typeface="Malgun Gothic" pitchFamily="34" charset="0"/>
                          <a:ea typeface="Malgun Gothic" pitchFamily="34" charset="-122"/>
                          <a:cs typeface="Malgun Gothic" pitchFamily="34" charset="-120"/>
                        </a:rPr>
                        <a:t>온도편차</a:t>
                      </a:r>
                      <a:endParaRPr lang="en-US" sz="9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00" dirty="0">
                          <a:solidFill>
                            <a:srgbClr val="1C2733"/>
                          </a:solidFill>
                          <a:latin typeface="Malgun Gothic" pitchFamily="34" charset="0"/>
                          <a:ea typeface="Malgun Gothic" pitchFamily="34" charset="-122"/>
                          <a:cs typeface="Malgun Gothic" pitchFamily="34" charset="-120"/>
                        </a:rPr>
                        <a:t>발열원 간 평균 온도의 표준편차</a:t>
                      </a:r>
                      <a:endParaRPr lang="en-US" sz="9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algn="ctr" indent="0" marL="0">
                        <a:buNone/>
                      </a:pPr>
                      <a:r>
                        <a:rPr lang="en-US" sz="900" b="1" dirty="0">
                          <a:solidFill>
                            <a:srgbClr val="16305B"/>
                          </a:solidFill>
                          <a:latin typeface="Malgun Gothic" pitchFamily="34" charset="0"/>
                          <a:ea typeface="Malgun Gothic" pitchFamily="34" charset="-122"/>
                          <a:cs typeface="Malgun Gothic" pitchFamily="34" charset="-120"/>
                        </a:rPr>
                        <a:t>목적함수 ↓</a:t>
                      </a:r>
                      <a:endParaRPr lang="en-US" sz="9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260604">
                <a:tc>
                  <a:txBody>
                    <a:bodyPr/>
                    <a:lstStyle/>
                    <a:p>
                      <a:pPr indent="0" marL="0">
                        <a:buNone/>
                      </a:pPr>
                      <a:r>
                        <a:rPr lang="en-US" sz="900" b="1" dirty="0">
                          <a:solidFill>
                            <a:srgbClr val="1C2733"/>
                          </a:solidFill>
                          <a:latin typeface="Malgun Gothic" pitchFamily="34" charset="0"/>
                          <a:ea typeface="Malgun Gothic" pitchFamily="34" charset="-122"/>
                          <a:cs typeface="Malgun Gothic" pitchFamily="34" charset="-120"/>
                        </a:rPr>
                        <a:t>1차 균일도</a:t>
                      </a:r>
                      <a:endParaRPr lang="en-US" sz="9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00" dirty="0">
                          <a:solidFill>
                            <a:srgbClr val="1C2733"/>
                          </a:solidFill>
                          <a:latin typeface="Malgun Gothic" pitchFamily="34" charset="0"/>
                          <a:ea typeface="Malgun Gothic" pitchFamily="34" charset="-122"/>
                          <a:cs typeface="Malgun Gothic" pitchFamily="34" charset="-120"/>
                        </a:rPr>
                        <a:t>1차 통과 유로별 유량의 표준편차</a:t>
                      </a:r>
                      <a:endParaRPr lang="en-US" sz="9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algn="ctr" indent="0" marL="0">
                        <a:buNone/>
                      </a:pPr>
                      <a:r>
                        <a:rPr lang="en-US" sz="900" b="1" dirty="0">
                          <a:solidFill>
                            <a:srgbClr val="16305B"/>
                          </a:solidFill>
                          <a:latin typeface="Malgun Gothic" pitchFamily="34" charset="0"/>
                          <a:ea typeface="Malgun Gothic" pitchFamily="34" charset="-122"/>
                          <a:cs typeface="Malgun Gothic" pitchFamily="34" charset="-120"/>
                        </a:rPr>
                        <a:t>목적함수 ↓</a:t>
                      </a:r>
                      <a:endParaRPr lang="en-US" sz="9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260604">
                <a:tc>
                  <a:txBody>
                    <a:bodyPr/>
                    <a:lstStyle/>
                    <a:p>
                      <a:pPr indent="0" marL="0">
                        <a:buNone/>
                      </a:pPr>
                      <a:r>
                        <a:rPr lang="en-US" sz="900" b="1" dirty="0">
                          <a:solidFill>
                            <a:srgbClr val="1C2733"/>
                          </a:solidFill>
                          <a:latin typeface="Malgun Gothic" pitchFamily="34" charset="0"/>
                          <a:ea typeface="Malgun Gothic" pitchFamily="34" charset="-122"/>
                          <a:cs typeface="Malgun Gothic" pitchFamily="34" charset="-120"/>
                        </a:rPr>
                        <a:t>2차 균일도</a:t>
                      </a:r>
                      <a:endParaRPr lang="en-US" sz="9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00" dirty="0">
                          <a:solidFill>
                            <a:srgbClr val="1C2733"/>
                          </a:solidFill>
                          <a:latin typeface="Malgun Gothic" pitchFamily="34" charset="0"/>
                          <a:ea typeface="Malgun Gothic" pitchFamily="34" charset="-122"/>
                          <a:cs typeface="Malgun Gothic" pitchFamily="34" charset="-120"/>
                        </a:rPr>
                        <a:t>2차 통과 유로별 유량의 표준편차</a:t>
                      </a:r>
                      <a:endParaRPr lang="en-US" sz="9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algn="ctr" indent="0" marL="0">
                        <a:buNone/>
                      </a:pPr>
                      <a:r>
                        <a:rPr lang="en-US" sz="900" b="1" dirty="0">
                          <a:solidFill>
                            <a:srgbClr val="16305B"/>
                          </a:solidFill>
                          <a:latin typeface="Malgun Gothic" pitchFamily="34" charset="0"/>
                          <a:ea typeface="Malgun Gothic" pitchFamily="34" charset="-122"/>
                          <a:cs typeface="Malgun Gothic" pitchFamily="34" charset="-120"/>
                        </a:rPr>
                        <a:t>목적함수 ↓</a:t>
                      </a:r>
                      <a:endParaRPr lang="en-US" sz="9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260604">
                <a:tc>
                  <a:txBody>
                    <a:bodyPr/>
                    <a:lstStyle/>
                    <a:p>
                      <a:pPr indent="0" marL="0">
                        <a:buNone/>
                      </a:pPr>
                      <a:r>
                        <a:rPr lang="en-US" sz="900" b="1" dirty="0">
                          <a:solidFill>
                            <a:srgbClr val="1C2733"/>
                          </a:solidFill>
                          <a:latin typeface="Malgun Gothic" pitchFamily="34" charset="0"/>
                          <a:ea typeface="Malgun Gothic" pitchFamily="34" charset="-122"/>
                          <a:cs typeface="Malgun Gothic" pitchFamily="34" charset="-120"/>
                        </a:rPr>
                        <a:t>분기비</a:t>
                      </a:r>
                      <a:endParaRPr lang="en-US" sz="9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00" dirty="0">
                          <a:solidFill>
                            <a:srgbClr val="1C2733"/>
                          </a:solidFill>
                          <a:latin typeface="Malgun Gothic" pitchFamily="34" charset="0"/>
                          <a:ea typeface="Malgun Gothic" pitchFamily="34" charset="-122"/>
                          <a:cs typeface="Malgun Gothic" pitchFamily="34" charset="-120"/>
                        </a:rPr>
                        <a:t>전원공급모듈 쪽으로 빠지는 유량 비율</a:t>
                      </a:r>
                      <a:endParaRPr lang="en-US" sz="9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algn="ctr" indent="0" marL="0">
                        <a:buNone/>
                      </a:pPr>
                      <a:r>
                        <a:rPr lang="en-US" sz="900" b="1" dirty="0">
                          <a:solidFill>
                            <a:srgbClr val="16305B"/>
                          </a:solidFill>
                          <a:latin typeface="Malgun Gothic" pitchFamily="34" charset="0"/>
                          <a:ea typeface="Malgun Gothic" pitchFamily="34" charset="-122"/>
                          <a:cs typeface="Malgun Gothic" pitchFamily="34" charset="-120"/>
                        </a:rPr>
                        <a:t>제약조건</a:t>
                      </a:r>
                      <a:endParaRPr lang="en-US" sz="9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260604">
                <a:tc>
                  <a:txBody>
                    <a:bodyPr/>
                    <a:lstStyle/>
                    <a:p>
                      <a:pPr indent="0" marL="0">
                        <a:buNone/>
                      </a:pPr>
                      <a:r>
                        <a:rPr lang="en-US" sz="900" b="1" dirty="0">
                          <a:solidFill>
                            <a:srgbClr val="1C2733"/>
                          </a:solidFill>
                          <a:latin typeface="Malgun Gothic" pitchFamily="34" charset="0"/>
                          <a:ea typeface="Malgun Gothic" pitchFamily="34" charset="-122"/>
                          <a:cs typeface="Malgun Gothic" pitchFamily="34" charset="-120"/>
                        </a:rPr>
                        <a:t>중량</a:t>
                      </a:r>
                      <a:endParaRPr lang="en-US" sz="9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00" dirty="0">
                          <a:solidFill>
                            <a:srgbClr val="1C2733"/>
                          </a:solidFill>
                          <a:latin typeface="Malgun Gothic" pitchFamily="34" charset="0"/>
                          <a:ea typeface="Malgun Gothic" pitchFamily="34" charset="-122"/>
                          <a:cs typeface="Malgun Gothic" pitchFamily="34" charset="-120"/>
                        </a:rPr>
                        <a:t>냉각판 무게</a:t>
                      </a:r>
                      <a:endParaRPr lang="en-US" sz="9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algn="ctr" indent="0" marL="0">
                        <a:buNone/>
                      </a:pPr>
                      <a:r>
                        <a:rPr lang="en-US" sz="900" b="1" dirty="0">
                          <a:solidFill>
                            <a:srgbClr val="16305B"/>
                          </a:solidFill>
                          <a:latin typeface="Malgun Gothic" pitchFamily="34" charset="0"/>
                          <a:ea typeface="Malgun Gothic" pitchFamily="34" charset="-122"/>
                          <a:cs typeface="Malgun Gothic" pitchFamily="34" charset="-120"/>
                        </a:rPr>
                        <a:t>제약조건</a:t>
                      </a:r>
                      <a:endParaRPr lang="en-US" sz="9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bl>
          </a:graphicData>
        </a:graphic>
      </p:graphicFrame>
      <p:sp>
        <p:nvSpPr>
          <p:cNvPr id="59" name="Shape 56"/>
          <p:cNvSpPr/>
          <p:nvPr/>
        </p:nvSpPr>
        <p:spPr>
          <a:xfrm>
            <a:off x="6336792" y="3474720"/>
            <a:ext cx="5440680" cy="2907792"/>
          </a:xfrm>
          <a:prstGeom prst="roundRect">
            <a:avLst>
              <a:gd name="adj" fmla="val 1887"/>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60" name="Shape 57"/>
          <p:cNvSpPr/>
          <p:nvPr/>
        </p:nvSpPr>
        <p:spPr>
          <a:xfrm>
            <a:off x="6592824" y="3749040"/>
            <a:ext cx="82296" cy="182880"/>
          </a:xfrm>
          <a:prstGeom prst="rect">
            <a:avLst/>
          </a:prstGeom>
          <a:solidFill>
            <a:srgbClr val="00A3C4"/>
          </a:solidFill>
          <a:ln w="12700">
            <a:solidFill>
              <a:srgbClr val="00A3C4"/>
            </a:solidFill>
            <a:prstDash val="solid"/>
          </a:ln>
        </p:spPr>
      </p:sp>
      <p:sp>
        <p:nvSpPr>
          <p:cNvPr id="61" name="Text 58"/>
          <p:cNvSpPr txBox="1"/>
          <p:nvPr/>
        </p:nvSpPr>
        <p:spPr>
          <a:xfrm>
            <a:off x="6757416" y="3657600"/>
            <a:ext cx="4480560" cy="365760"/>
          </a:xfrm>
          <a:prstGeom prst="rect">
            <a:avLst/>
          </a:prstGeom>
          <a:noFill/>
          <a:ln/>
        </p:spPr>
        <p:txBody>
          <a:bodyPr wrap="square" lIns="0" tIns="0" rIns="0" bIns="0" rtlCol="0" anchor="ctr"/>
          <a:lstStyle/>
          <a:p>
            <a:pPr indent="0" marL="0">
              <a:buNone/>
            </a:pPr>
            <a:r>
              <a:rPr lang="en-US" sz="1300" b="1" dirty="0">
                <a:solidFill>
                  <a:srgbClr val="16305B"/>
                </a:solidFill>
                <a:latin typeface="Malgun Gothic" pitchFamily="34" charset="0"/>
                <a:ea typeface="Malgun Gothic" pitchFamily="34" charset="-122"/>
                <a:cs typeface="Malgun Gothic" pitchFamily="34" charset="-120"/>
              </a:rPr>
              <a:t>왜 'DSD → GPR' 2단계인가</a:t>
            </a:r>
            <a:endParaRPr lang="en-US" sz="1300" dirty="0"/>
          </a:p>
        </p:txBody>
      </p:sp>
      <p:sp>
        <p:nvSpPr>
          <p:cNvPr id="62" name="Shape 59"/>
          <p:cNvSpPr/>
          <p:nvPr/>
        </p:nvSpPr>
        <p:spPr>
          <a:xfrm>
            <a:off x="6647688" y="4114800"/>
            <a:ext cx="4846320" cy="566928"/>
          </a:xfrm>
          <a:prstGeom prst="roundRect">
            <a:avLst>
              <a:gd name="adj" fmla="val 9677"/>
            </a:avLst>
          </a:prstGeom>
          <a:solidFill>
            <a:srgbClr val="F7F9FC"/>
          </a:solidFill>
          <a:ln w="9525">
            <a:solidFill>
              <a:srgbClr val="DDE3EB"/>
            </a:solidFill>
            <a:prstDash val="solid"/>
          </a:ln>
        </p:spPr>
      </p:sp>
      <p:sp>
        <p:nvSpPr>
          <p:cNvPr id="63" name="Shape 60"/>
          <p:cNvSpPr/>
          <p:nvPr/>
        </p:nvSpPr>
        <p:spPr>
          <a:xfrm>
            <a:off x="6757416" y="4242816"/>
            <a:ext cx="960120" cy="310896"/>
          </a:xfrm>
          <a:prstGeom prst="roundRect">
            <a:avLst>
              <a:gd name="adj" fmla="val 20588"/>
            </a:avLst>
          </a:prstGeom>
          <a:solidFill>
            <a:srgbClr val="16305B"/>
          </a:solidFill>
          <a:ln w="9525">
            <a:solidFill>
              <a:srgbClr val="16305B"/>
            </a:solidFill>
            <a:prstDash val="solid"/>
          </a:ln>
        </p:spPr>
      </p:sp>
      <p:sp>
        <p:nvSpPr>
          <p:cNvPr id="64" name="Text 61"/>
          <p:cNvSpPr txBox="1"/>
          <p:nvPr/>
        </p:nvSpPr>
        <p:spPr>
          <a:xfrm>
            <a:off x="6757416" y="4242816"/>
            <a:ext cx="960120" cy="310896"/>
          </a:xfrm>
          <a:prstGeom prst="rect">
            <a:avLst/>
          </a:prstGeom>
          <a:noFill/>
          <a:ln/>
        </p:spPr>
        <p:txBody>
          <a:bodyPr wrap="square" lIns="0" tIns="0" rIns="0" bIns="0" rtlCol="0" anchor="ctr"/>
          <a:lstStyle/>
          <a:p>
            <a:pPr algn="ctr" indent="0" marL="0">
              <a:lnSpc>
                <a:spcPct val="105000"/>
              </a:lnSpc>
              <a:buNone/>
            </a:pPr>
            <a:r>
              <a:rPr lang="en-US" sz="950" b="1" dirty="0">
                <a:solidFill>
                  <a:srgbClr val="FFFFFF"/>
                </a:solidFill>
                <a:latin typeface="Malgun Gothic" pitchFamily="34" charset="0"/>
                <a:ea typeface="Malgun Gothic" pitchFamily="34" charset="-122"/>
                <a:cs typeface="Malgun Gothic" pitchFamily="34" charset="-120"/>
              </a:rPr>
              <a:t>DSD</a:t>
            </a:r>
            <a:endParaRPr lang="en-US" sz="950" dirty="0"/>
          </a:p>
        </p:txBody>
      </p:sp>
      <p:sp>
        <p:nvSpPr>
          <p:cNvPr id="65" name="Text 62"/>
          <p:cNvSpPr txBox="1"/>
          <p:nvPr/>
        </p:nvSpPr>
        <p:spPr>
          <a:xfrm>
            <a:off x="7836408" y="4114800"/>
            <a:ext cx="3611880" cy="566928"/>
          </a:xfrm>
          <a:prstGeom prst="rect">
            <a:avLst/>
          </a:prstGeom>
          <a:noFill/>
          <a:ln/>
        </p:spPr>
        <p:txBody>
          <a:bodyPr wrap="square" lIns="0" tIns="0" rIns="0" bIns="0" rtlCol="0" anchor="ctr"/>
          <a:lstStyle/>
          <a:p>
            <a:pPr indent="0" marL="0">
              <a:lnSpc>
                <a:spcPct val="115000"/>
              </a:lnSpc>
              <a:buNone/>
            </a:pPr>
            <a:r>
              <a:rPr lang="en-US" sz="930" b="1" dirty="0">
                <a:solidFill>
                  <a:srgbClr val="16305B"/>
                </a:solidFill>
                <a:latin typeface="Malgun Gothic" pitchFamily="34" charset="0"/>
                <a:ea typeface="Malgun Gothic" pitchFamily="34" charset="-122"/>
                <a:cs typeface="Malgun Gothic" pitchFamily="34" charset="-120"/>
              </a:rPr>
              <a:t>주효과(변수 하나만의 효과)를 29회로 판정</a:t>
            </a:r>
            <a:endParaRPr lang="en-US" sz="930" dirty="0"/>
          </a:p>
          <a:p>
            <a:pPr indent="0" marL="0">
              <a:lnSpc>
                <a:spcPct val="115000"/>
              </a:lnSpc>
              <a:buNone/>
            </a:pPr>
            <a:r>
              <a:rPr lang="en-US" sz="930" dirty="0">
                <a:solidFill>
                  <a:srgbClr val="1C2733"/>
                </a:solidFill>
                <a:latin typeface="Malgun Gothic" pitchFamily="34" charset="0"/>
                <a:ea typeface="Malgun Gothic" pitchFamily="34" charset="-122"/>
                <a:cs typeface="Malgun Gothic" pitchFamily="34" charset="-120"/>
              </a:rPr>
              <a:t>→ 비활성 변수 3개를 고정해 해석 횟수 절약</a:t>
            </a:r>
            <a:endParaRPr lang="en-US" sz="930" dirty="0"/>
          </a:p>
        </p:txBody>
      </p:sp>
      <p:sp>
        <p:nvSpPr>
          <p:cNvPr id="66" name="Shape 63"/>
          <p:cNvSpPr/>
          <p:nvPr/>
        </p:nvSpPr>
        <p:spPr>
          <a:xfrm>
            <a:off x="6647688" y="4773168"/>
            <a:ext cx="4846320" cy="566928"/>
          </a:xfrm>
          <a:prstGeom prst="roundRect">
            <a:avLst>
              <a:gd name="adj" fmla="val 9677"/>
            </a:avLst>
          </a:prstGeom>
          <a:solidFill>
            <a:srgbClr val="F7F9FC"/>
          </a:solidFill>
          <a:ln w="9525">
            <a:solidFill>
              <a:srgbClr val="DDE3EB"/>
            </a:solidFill>
            <a:prstDash val="solid"/>
          </a:ln>
        </p:spPr>
      </p:sp>
      <p:sp>
        <p:nvSpPr>
          <p:cNvPr id="67" name="Shape 64"/>
          <p:cNvSpPr/>
          <p:nvPr/>
        </p:nvSpPr>
        <p:spPr>
          <a:xfrm>
            <a:off x="6757416" y="4901184"/>
            <a:ext cx="960120" cy="310896"/>
          </a:xfrm>
          <a:prstGeom prst="roundRect">
            <a:avLst>
              <a:gd name="adj" fmla="val 20588"/>
            </a:avLst>
          </a:prstGeom>
          <a:solidFill>
            <a:srgbClr val="00A3C4"/>
          </a:solidFill>
          <a:ln w="9525">
            <a:solidFill>
              <a:srgbClr val="00A3C4"/>
            </a:solidFill>
            <a:prstDash val="solid"/>
          </a:ln>
        </p:spPr>
      </p:sp>
      <p:sp>
        <p:nvSpPr>
          <p:cNvPr id="68" name="Text 65"/>
          <p:cNvSpPr txBox="1"/>
          <p:nvPr/>
        </p:nvSpPr>
        <p:spPr>
          <a:xfrm>
            <a:off x="6757416" y="4901184"/>
            <a:ext cx="960120" cy="310896"/>
          </a:xfrm>
          <a:prstGeom prst="rect">
            <a:avLst/>
          </a:prstGeom>
          <a:noFill/>
          <a:ln/>
        </p:spPr>
        <p:txBody>
          <a:bodyPr wrap="square" lIns="0" tIns="0" rIns="0" bIns="0" rtlCol="0" anchor="ctr"/>
          <a:lstStyle/>
          <a:p>
            <a:pPr algn="ctr" indent="0" marL="0">
              <a:lnSpc>
                <a:spcPct val="105000"/>
              </a:lnSpc>
              <a:buNone/>
            </a:pPr>
            <a:r>
              <a:rPr lang="en-US" sz="950" b="1" dirty="0">
                <a:solidFill>
                  <a:srgbClr val="FFFFFF"/>
                </a:solidFill>
                <a:latin typeface="Malgun Gothic" pitchFamily="34" charset="0"/>
                <a:ea typeface="Malgun Gothic" pitchFamily="34" charset="-122"/>
                <a:cs typeface="Malgun Gothic" pitchFamily="34" charset="-120"/>
              </a:rPr>
              <a:t>GPR</a:t>
            </a:r>
            <a:endParaRPr lang="en-US" sz="950" dirty="0"/>
          </a:p>
        </p:txBody>
      </p:sp>
      <p:sp>
        <p:nvSpPr>
          <p:cNvPr id="69" name="Text 66"/>
          <p:cNvSpPr txBox="1"/>
          <p:nvPr/>
        </p:nvSpPr>
        <p:spPr>
          <a:xfrm>
            <a:off x="7836408" y="4773168"/>
            <a:ext cx="3611880" cy="566928"/>
          </a:xfrm>
          <a:prstGeom prst="rect">
            <a:avLst/>
          </a:prstGeom>
          <a:noFill/>
          <a:ln/>
        </p:spPr>
        <p:txBody>
          <a:bodyPr wrap="square" lIns="0" tIns="0" rIns="0" bIns="0" rtlCol="0" anchor="ctr"/>
          <a:lstStyle/>
          <a:p>
            <a:pPr indent="0" marL="0">
              <a:lnSpc>
                <a:spcPct val="115000"/>
              </a:lnSpc>
              <a:buNone/>
            </a:pPr>
            <a:r>
              <a:rPr lang="en-US" sz="930" b="1" dirty="0">
                <a:solidFill>
                  <a:srgbClr val="16305B"/>
                </a:solidFill>
                <a:latin typeface="Malgun Gothic" pitchFamily="34" charset="0"/>
                <a:ea typeface="Malgun Gothic" pitchFamily="34" charset="-122"/>
                <a:cs typeface="Malgun Gothic" pitchFamily="34" charset="-120"/>
              </a:rPr>
              <a:t>교호작용(변수끼리 얽힌 효과)까지 학습</a:t>
            </a:r>
            <a:endParaRPr lang="en-US" sz="930" dirty="0"/>
          </a:p>
          <a:p>
            <a:pPr indent="0" marL="0">
              <a:lnSpc>
                <a:spcPct val="115000"/>
              </a:lnSpc>
              <a:buNone/>
            </a:pPr>
            <a:r>
              <a:rPr lang="en-US" sz="930" dirty="0">
                <a:solidFill>
                  <a:srgbClr val="1C2733"/>
                </a:solidFill>
                <a:latin typeface="Malgun Gothic" pitchFamily="34" charset="0"/>
                <a:ea typeface="Malgun Gothic" pitchFamily="34" charset="-122"/>
                <a:cs typeface="Malgun Gothic" pitchFamily="34" charset="-120"/>
              </a:rPr>
              <a:t>→ 정밀 예측 · Sobol 민감도 분석</a:t>
            </a:r>
            <a:endParaRPr lang="en-US" sz="930" dirty="0"/>
          </a:p>
        </p:txBody>
      </p:sp>
      <p:sp>
        <p:nvSpPr>
          <p:cNvPr id="70" name="Shape 67"/>
          <p:cNvSpPr/>
          <p:nvPr/>
        </p:nvSpPr>
        <p:spPr>
          <a:xfrm>
            <a:off x="6647688" y="5449824"/>
            <a:ext cx="4846320" cy="786384"/>
          </a:xfrm>
          <a:prstGeom prst="roundRect">
            <a:avLst>
              <a:gd name="adj" fmla="val 6977"/>
            </a:avLst>
          </a:prstGeom>
          <a:solidFill>
            <a:srgbClr val="E8F6FA"/>
          </a:solidFill>
          <a:ln w="9525">
            <a:solidFill>
              <a:srgbClr val="00A3C4"/>
            </a:solidFill>
            <a:prstDash val="solid"/>
          </a:ln>
        </p:spPr>
      </p:sp>
      <p:sp>
        <p:nvSpPr>
          <p:cNvPr id="71" name="Text 68"/>
          <p:cNvSpPr txBox="1"/>
          <p:nvPr/>
        </p:nvSpPr>
        <p:spPr>
          <a:xfrm>
            <a:off x="6793992" y="5449824"/>
            <a:ext cx="4572000" cy="786384"/>
          </a:xfrm>
          <a:prstGeom prst="rect">
            <a:avLst/>
          </a:prstGeom>
          <a:noFill/>
          <a:ln/>
        </p:spPr>
        <p:txBody>
          <a:bodyPr wrap="square" lIns="0" tIns="0" rIns="0" bIns="0" rtlCol="0" anchor="ctr"/>
          <a:lstStyle/>
          <a:p>
            <a:pPr indent="0" marL="0">
              <a:lnSpc>
                <a:spcPct val="125000"/>
              </a:lnSpc>
              <a:buNone/>
            </a:pPr>
            <a:r>
              <a:rPr lang="en-US" sz="950" b="1" dirty="0">
                <a:solidFill>
                  <a:srgbClr val="0088A6"/>
                </a:solidFill>
                <a:latin typeface="Malgun Gothic" pitchFamily="34" charset="0"/>
                <a:ea typeface="Malgun Gothic" pitchFamily="34" charset="-122"/>
                <a:cs typeface="Malgun Gothic" pitchFamily="34" charset="-120"/>
              </a:rPr>
              <a:t>교호작용이란?  </a:t>
            </a:r>
            <a:pPr indent="0" marL="0">
              <a:lnSpc>
                <a:spcPct val="125000"/>
              </a:lnSpc>
              <a:buNone/>
            </a:pPr>
            <a:r>
              <a:rPr lang="en-US" sz="950" b="1" dirty="0">
                <a:solidFill>
                  <a:srgbClr val="16305B"/>
                </a:solidFill>
                <a:latin typeface="Malgun Gothic" pitchFamily="34" charset="0"/>
                <a:ea typeface="Malgun Gothic" pitchFamily="34" charset="-122"/>
                <a:cs typeface="Malgun Gothic" pitchFamily="34" charset="-120"/>
              </a:rPr>
              <a:t>두 변수가 함께 바뀔 때 생기는 추가 효과</a:t>
            </a:r>
            <a:endParaRPr lang="en-US" sz="950" dirty="0"/>
          </a:p>
          <a:p>
            <a:pPr indent="0" marL="0">
              <a:lnSpc>
                <a:spcPct val="125000"/>
              </a:lnSpc>
              <a:buNone/>
            </a:pPr>
            <a:r>
              <a:rPr lang="en-US" sz="880" dirty="0">
                <a:solidFill>
                  <a:srgbClr val="1C2733"/>
                </a:solidFill>
                <a:latin typeface="Malgun Gothic" pitchFamily="34" charset="0"/>
                <a:ea typeface="Malgun Gothic" pitchFamily="34" charset="-122"/>
                <a:cs typeface="Malgun Gothic" pitchFamily="34" charset="-120"/>
              </a:rPr>
              <a:t>예) 핀 무게 ∝ 개수 × 두께 → 핀이 두꺼울수록 1개 늘릴 때 무게가 더 많이 늘어남</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5F8"/>
        </a:solidFill>
      </p:bgPr>
    </p:bg>
    <p:spTree>
      <p:nvGrpSpPr>
        <p:cNvPr id="1" name=""/>
        <p:cNvGrpSpPr/>
        <p:nvPr/>
      </p:nvGrpSpPr>
      <p:grpSpPr>
        <a:xfrm>
          <a:off x="0" y="0"/>
          <a:ext cx="0" cy="0"/>
          <a:chOff x="0" y="0"/>
          <a:chExt cx="0" cy="0"/>
        </a:xfrm>
      </p:grpSpPr>
      <p:sp>
        <p:nvSpPr>
          <p:cNvPr id="2" name="Shape 0"/>
          <p:cNvSpPr/>
          <p:nvPr/>
        </p:nvSpPr>
        <p:spPr>
          <a:xfrm>
            <a:off x="502920" y="384048"/>
            <a:ext cx="475488" cy="475488"/>
          </a:xfrm>
          <a:prstGeom prst="rect">
            <a:avLst/>
          </a:prstGeom>
          <a:solidFill>
            <a:srgbClr val="16305B"/>
          </a:solidFill>
          <a:ln w="12700">
            <a:solidFill>
              <a:srgbClr val="16305B"/>
            </a:solidFill>
            <a:prstDash val="solid"/>
          </a:ln>
        </p:spPr>
      </p:sp>
      <p:sp>
        <p:nvSpPr>
          <p:cNvPr id="3" name="Text 1"/>
          <p:cNvSpPr txBox="1"/>
          <p:nvPr/>
        </p:nvSpPr>
        <p:spPr>
          <a:xfrm>
            <a:off x="502920" y="38404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01</a:t>
            </a:r>
            <a:endParaRPr lang="en-US" sz="1600" dirty="0"/>
          </a:p>
        </p:txBody>
      </p:sp>
      <p:sp>
        <p:nvSpPr>
          <p:cNvPr id="4" name="Text 2"/>
          <p:cNvSpPr txBox="1"/>
          <p:nvPr/>
        </p:nvSpPr>
        <p:spPr>
          <a:xfrm>
            <a:off x="1124712" y="365760"/>
            <a:ext cx="7315200" cy="237744"/>
          </a:xfrm>
          <a:prstGeom prst="rect">
            <a:avLst/>
          </a:prstGeom>
          <a:noFill/>
          <a:ln/>
        </p:spPr>
        <p:txBody>
          <a:bodyPr wrap="square" lIns="0" tIns="0" rIns="0" bIns="0" rtlCol="0" anchor="ctr"/>
          <a:lstStyle/>
          <a:p>
            <a:pPr indent="0" marL="0">
              <a:buNone/>
            </a:pPr>
            <a:r>
              <a:rPr lang="en-US" sz="1050" b="1" spc="100" kern="0" dirty="0">
                <a:solidFill>
                  <a:srgbClr val="00A3C4"/>
                </a:solidFill>
                <a:latin typeface="Malgun Gothic" pitchFamily="34" charset="0"/>
                <a:ea typeface="Malgun Gothic" pitchFamily="34" charset="-122"/>
                <a:cs typeface="Malgun Gothic" pitchFamily="34" charset="-120"/>
              </a:rPr>
              <a:t>AI 에이전트 기반 개발환경 구축</a:t>
            </a:r>
            <a:endParaRPr lang="en-US" sz="1050" dirty="0"/>
          </a:p>
        </p:txBody>
      </p:sp>
      <p:sp>
        <p:nvSpPr>
          <p:cNvPr id="5" name="Text 3"/>
          <p:cNvSpPr txBox="1"/>
          <p:nvPr/>
        </p:nvSpPr>
        <p:spPr>
          <a:xfrm>
            <a:off x="1124712" y="548640"/>
            <a:ext cx="10607040" cy="384048"/>
          </a:xfrm>
          <a:prstGeom prst="rect">
            <a:avLst/>
          </a:prstGeom>
          <a:noFill/>
          <a:ln/>
        </p:spPr>
        <p:txBody>
          <a:bodyPr wrap="square" lIns="0" tIns="0" rIns="0" bIns="0" rtlCol="0" anchor="ctr"/>
          <a:lstStyle/>
          <a:p>
            <a:pPr indent="0" marL="0">
              <a:buNone/>
            </a:pPr>
            <a:r>
              <a:rPr lang="en-US" sz="2200" b="1" dirty="0">
                <a:solidFill>
                  <a:srgbClr val="16305B"/>
                </a:solidFill>
                <a:latin typeface="Malgun Gothic" pitchFamily="34" charset="0"/>
                <a:ea typeface="Malgun Gothic" pitchFamily="34" charset="-122"/>
                <a:cs typeface="Malgun Gothic" pitchFamily="34" charset="-120"/>
              </a:rPr>
              <a:t>망분리 환경에서의 AI 에이전트 활용 체계</a:t>
            </a:r>
            <a:endParaRPr lang="en-US" sz="2200" dirty="0"/>
          </a:p>
        </p:txBody>
      </p:sp>
      <p:sp>
        <p:nvSpPr>
          <p:cNvPr id="6" name="Shape 4"/>
          <p:cNvSpPr/>
          <p:nvPr/>
        </p:nvSpPr>
        <p:spPr>
          <a:xfrm>
            <a:off x="502920" y="1188720"/>
            <a:ext cx="5440680" cy="2487168"/>
          </a:xfrm>
          <a:prstGeom prst="roundRect">
            <a:avLst>
              <a:gd name="adj" fmla="val 2206"/>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7" name="Shape 5"/>
          <p:cNvSpPr/>
          <p:nvPr/>
        </p:nvSpPr>
        <p:spPr>
          <a:xfrm>
            <a:off x="758952" y="1463040"/>
            <a:ext cx="82296" cy="182880"/>
          </a:xfrm>
          <a:prstGeom prst="rect">
            <a:avLst/>
          </a:prstGeom>
          <a:solidFill>
            <a:srgbClr val="00A3C4"/>
          </a:solidFill>
          <a:ln w="12700">
            <a:solidFill>
              <a:srgbClr val="00A3C4"/>
            </a:solidFill>
            <a:prstDash val="solid"/>
          </a:ln>
        </p:spPr>
      </p:sp>
      <p:sp>
        <p:nvSpPr>
          <p:cNvPr id="8" name="Text 6"/>
          <p:cNvSpPr txBox="1"/>
          <p:nvPr/>
        </p:nvSpPr>
        <p:spPr>
          <a:xfrm>
            <a:off x="923544" y="1371600"/>
            <a:ext cx="4480560" cy="365760"/>
          </a:xfrm>
          <a:prstGeom prst="rect">
            <a:avLst/>
          </a:prstGeom>
          <a:noFill/>
          <a:ln/>
        </p:spPr>
        <p:txBody>
          <a:bodyPr wrap="square" lIns="0" tIns="0" rIns="0" bIns="0" rtlCol="0" anchor="ctr"/>
          <a:lstStyle/>
          <a:p>
            <a:pPr indent="0" marL="0">
              <a:buNone/>
            </a:pPr>
            <a:r>
              <a:rPr lang="en-US" sz="1300" b="1" dirty="0">
                <a:solidFill>
                  <a:srgbClr val="16305B"/>
                </a:solidFill>
                <a:latin typeface="Malgun Gothic" pitchFamily="34" charset="0"/>
                <a:ea typeface="Malgun Gothic" pitchFamily="34" charset="-122"/>
                <a:cs typeface="Malgun Gothic" pitchFamily="34" charset="-120"/>
              </a:rPr>
              <a:t>제약 조건</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13816" y="1920240"/>
          <a:ext cx="4846320" cy="914400"/>
        </p:xfrm>
        <a:graphic>
          <a:graphicData uri="http://schemas.openxmlformats.org/drawingml/2006/table">
            <a:tbl>
              <a:tblPr/>
              <a:tblGrid>
                <a:gridCol w="1051560"/>
                <a:gridCol w="3794760"/>
              </a:tblGrid>
              <a:tr h="310896">
                <a:tc>
                  <a:txBody>
                    <a:bodyP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구분</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c>
                  <a:txBody>
                    <a:bodyP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현황</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r>
              <a:tr h="310896">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내부망</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보안 정책상 외부 AI 직접 접속 불가</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310896">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반출 제한</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CAD·해석 모델 및 원본 결과는 반출 불가</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310896">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필요 사항</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내부 자산을 내보내지 않고 개발하는 방법</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bl>
          </a:graphicData>
        </a:graphic>
      </p:graphicFrame>
      <p:sp>
        <p:nvSpPr>
          <p:cNvPr id="10" name="Shape 7"/>
          <p:cNvSpPr/>
          <p:nvPr/>
        </p:nvSpPr>
        <p:spPr>
          <a:xfrm>
            <a:off x="813816" y="3218688"/>
            <a:ext cx="4846320" cy="384048"/>
          </a:xfrm>
          <a:prstGeom prst="roundRect">
            <a:avLst>
              <a:gd name="adj" fmla="val 14286"/>
            </a:avLst>
          </a:prstGeom>
          <a:solidFill>
            <a:srgbClr val="EEF2F7"/>
          </a:solidFill>
          <a:ln w="12700">
            <a:solidFill>
              <a:srgbClr val="EEF2F7"/>
            </a:solidFill>
            <a:prstDash val="solid"/>
          </a:ln>
        </p:spPr>
      </p:sp>
      <p:sp>
        <p:nvSpPr>
          <p:cNvPr id="11" name="Text 8"/>
          <p:cNvSpPr txBox="1"/>
          <p:nvPr/>
        </p:nvSpPr>
        <p:spPr>
          <a:xfrm>
            <a:off x="941832" y="3218688"/>
            <a:ext cx="4617720" cy="384048"/>
          </a:xfrm>
          <a:prstGeom prst="rect">
            <a:avLst/>
          </a:prstGeom>
          <a:noFill/>
          <a:ln/>
        </p:spPr>
        <p:txBody>
          <a:bodyPr wrap="square" lIns="0" tIns="0" rIns="0" bIns="0" rtlCol="0" anchor="ct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  외부에서 만드는 것은 '코드'이고, 형상과 해석은 내부망에서만 수행</a:t>
            </a:r>
            <a:endParaRPr lang="en-US" sz="950" dirty="0"/>
          </a:p>
        </p:txBody>
      </p:sp>
      <p:sp>
        <p:nvSpPr>
          <p:cNvPr id="12" name="Shape 9"/>
          <p:cNvSpPr/>
          <p:nvPr/>
        </p:nvSpPr>
        <p:spPr>
          <a:xfrm>
            <a:off x="6336792" y="1188720"/>
            <a:ext cx="5440680" cy="2487168"/>
          </a:xfrm>
          <a:prstGeom prst="roundRect">
            <a:avLst>
              <a:gd name="adj" fmla="val 2206"/>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13" name="Shape 10"/>
          <p:cNvSpPr/>
          <p:nvPr/>
        </p:nvSpPr>
        <p:spPr>
          <a:xfrm>
            <a:off x="6592824" y="1463040"/>
            <a:ext cx="82296" cy="182880"/>
          </a:xfrm>
          <a:prstGeom prst="rect">
            <a:avLst/>
          </a:prstGeom>
          <a:solidFill>
            <a:srgbClr val="00A3C4"/>
          </a:solidFill>
          <a:ln w="12700">
            <a:solidFill>
              <a:srgbClr val="00A3C4"/>
            </a:solidFill>
            <a:prstDash val="solid"/>
          </a:ln>
        </p:spPr>
      </p:sp>
      <p:sp>
        <p:nvSpPr>
          <p:cNvPr id="14" name="Text 11"/>
          <p:cNvSpPr txBox="1"/>
          <p:nvPr/>
        </p:nvSpPr>
        <p:spPr>
          <a:xfrm>
            <a:off x="6757416" y="1371600"/>
            <a:ext cx="4480560" cy="365760"/>
          </a:xfrm>
          <a:prstGeom prst="rect">
            <a:avLst/>
          </a:prstGeom>
          <a:noFill/>
          <a:ln/>
        </p:spPr>
        <p:txBody>
          <a:bodyPr wrap="square" lIns="0" tIns="0" rIns="0" bIns="0" rtlCol="0" anchor="ctr"/>
          <a:lstStyle/>
          <a:p>
            <a:pPr indent="0" marL="0">
              <a:buNone/>
            </a:pPr>
            <a:r>
              <a:rPr lang="en-US" sz="1300" b="1" dirty="0">
                <a:solidFill>
                  <a:srgbClr val="16305B"/>
                </a:solidFill>
                <a:latin typeface="Malgun Gothic" pitchFamily="34" charset="0"/>
                <a:ea typeface="Malgun Gothic" pitchFamily="34" charset="-122"/>
                <a:cs typeface="Malgun Gothic" pitchFamily="34" charset="-120"/>
              </a:rPr>
              <a:t>활용 구조</a:t>
            </a:r>
            <a:endParaRPr lang="en-US" sz="1300" dirty="0"/>
          </a:p>
        </p:txBody>
      </p:sp>
      <p:sp>
        <p:nvSpPr>
          <p:cNvPr id="15" name="Text 12"/>
          <p:cNvSpPr txBox="1"/>
          <p:nvPr/>
        </p:nvSpPr>
        <p:spPr>
          <a:xfrm>
            <a:off x="6647688" y="1847088"/>
            <a:ext cx="1828800" cy="201168"/>
          </a:xfrm>
          <a:prstGeom prst="rect">
            <a:avLst/>
          </a:prstGeom>
          <a:noFill/>
          <a:ln/>
        </p:spPr>
        <p:txBody>
          <a:bodyPr wrap="square" lIns="0" tIns="0" rIns="0" bIns="0" rtlCol="0" anchor="ctr"/>
          <a:lstStyle/>
          <a:p>
            <a:pPr algn="l" indent="0" marL="0">
              <a:buNone/>
            </a:pPr>
            <a:r>
              <a:rPr lang="en-US" sz="900" b="1" spc="100" kern="0" dirty="0">
                <a:solidFill>
                  <a:srgbClr val="6B7A8F"/>
                </a:solidFill>
                <a:latin typeface="Malgun Gothic" pitchFamily="34" charset="0"/>
                <a:ea typeface="Malgun Gothic" pitchFamily="34" charset="-122"/>
                <a:cs typeface="Malgun Gothic" pitchFamily="34" charset="-120"/>
              </a:rPr>
              <a:t>외부 (개발)</a:t>
            </a:r>
            <a:endParaRPr lang="en-US" sz="900" dirty="0"/>
          </a:p>
        </p:txBody>
      </p:sp>
      <p:sp>
        <p:nvSpPr>
          <p:cNvPr id="16" name="Text 13"/>
          <p:cNvSpPr txBox="1"/>
          <p:nvPr/>
        </p:nvSpPr>
        <p:spPr>
          <a:xfrm>
            <a:off x="9665208" y="1847088"/>
            <a:ext cx="1828800" cy="201168"/>
          </a:xfrm>
          <a:prstGeom prst="rect">
            <a:avLst/>
          </a:prstGeom>
          <a:noFill/>
          <a:ln/>
        </p:spPr>
        <p:txBody>
          <a:bodyPr wrap="square" lIns="0" tIns="0" rIns="0" bIns="0" rtlCol="0" anchor="ctr"/>
          <a:lstStyle/>
          <a:p>
            <a:pPr algn="r" indent="0" marL="0">
              <a:buNone/>
            </a:pPr>
            <a:r>
              <a:rPr lang="en-US" sz="900" b="1" spc="100" kern="0" dirty="0">
                <a:solidFill>
                  <a:srgbClr val="6B7A8F"/>
                </a:solidFill>
                <a:latin typeface="Malgun Gothic" pitchFamily="34" charset="0"/>
                <a:ea typeface="Malgun Gothic" pitchFamily="34" charset="-122"/>
                <a:cs typeface="Malgun Gothic" pitchFamily="34" charset="-120"/>
              </a:rPr>
              <a:t>내부망</a:t>
            </a:r>
            <a:endParaRPr lang="en-US" sz="900" dirty="0"/>
          </a:p>
        </p:txBody>
      </p:sp>
      <p:sp>
        <p:nvSpPr>
          <p:cNvPr id="17" name="Shape 14"/>
          <p:cNvSpPr/>
          <p:nvPr/>
        </p:nvSpPr>
        <p:spPr>
          <a:xfrm>
            <a:off x="9665208" y="1810512"/>
            <a:ext cx="0" cy="1444752"/>
          </a:xfrm>
          <a:prstGeom prst="line">
            <a:avLst/>
          </a:prstGeom>
          <a:noFill/>
          <a:ln w="15875">
            <a:solidFill>
              <a:srgbClr val="B9C4D2"/>
            </a:solidFill>
            <a:prstDash val="dash"/>
          </a:ln>
        </p:spPr>
      </p:sp>
      <p:sp>
        <p:nvSpPr>
          <p:cNvPr id="18" name="Shape 15"/>
          <p:cNvSpPr/>
          <p:nvPr/>
        </p:nvSpPr>
        <p:spPr>
          <a:xfrm>
            <a:off x="6647688" y="2121408"/>
            <a:ext cx="1371600" cy="457200"/>
          </a:xfrm>
          <a:prstGeom prst="roundRect">
            <a:avLst>
              <a:gd name="adj" fmla="val 14000"/>
            </a:avLst>
          </a:prstGeom>
          <a:solidFill>
            <a:srgbClr val="00A3C4"/>
          </a:solidFill>
          <a:ln w="15875">
            <a:solidFill>
              <a:srgbClr val="00A3C4"/>
            </a:solidFill>
            <a:prstDash val="solid"/>
          </a:ln>
        </p:spPr>
      </p:sp>
      <p:sp>
        <p:nvSpPr>
          <p:cNvPr id="19" name="Text 16"/>
          <p:cNvSpPr txBox="1"/>
          <p:nvPr/>
        </p:nvSpPr>
        <p:spPr>
          <a:xfrm>
            <a:off x="6647688" y="2121408"/>
            <a:ext cx="1371600" cy="457200"/>
          </a:xfrm>
          <a:prstGeom prst="rect">
            <a:avLst/>
          </a:prstGeom>
          <a:noFill/>
          <a:ln/>
        </p:spPr>
        <p:txBody>
          <a:bodyPr wrap="square" lIns="0" tIns="0" rIns="0" bIns="0" rtlCol="0" anchor="ctr"/>
          <a:lstStyle/>
          <a:p>
            <a:pPr algn="ctr" indent="0" marL="0">
              <a:lnSpc>
                <a:spcPct val="95000"/>
              </a:lnSpc>
              <a:buNone/>
            </a:pPr>
            <a:r>
              <a:rPr lang="en-US" sz="1000" b="1" dirty="0">
                <a:solidFill>
                  <a:srgbClr val="FFFFFF"/>
                </a:solidFill>
                <a:latin typeface="Malgun Gothic" pitchFamily="34" charset="0"/>
                <a:ea typeface="Malgun Gothic" pitchFamily="34" charset="-122"/>
                <a:cs typeface="Malgun Gothic" pitchFamily="34" charset="-120"/>
              </a:rPr>
              <a:t>AI 에이전트</a:t>
            </a:r>
            <a:endParaRPr lang="en-US" sz="1000" dirty="0"/>
          </a:p>
        </p:txBody>
      </p:sp>
      <p:sp>
        <p:nvSpPr>
          <p:cNvPr id="20" name="Shape 17"/>
          <p:cNvSpPr/>
          <p:nvPr/>
        </p:nvSpPr>
        <p:spPr>
          <a:xfrm>
            <a:off x="8202168" y="2121408"/>
            <a:ext cx="1371600" cy="457200"/>
          </a:xfrm>
          <a:prstGeom prst="roundRect">
            <a:avLst>
              <a:gd name="adj" fmla="val 14000"/>
            </a:avLst>
          </a:prstGeom>
          <a:solidFill>
            <a:srgbClr val="FFFFFF"/>
          </a:solidFill>
          <a:ln w="15875">
            <a:solidFill>
              <a:srgbClr val="16305B"/>
            </a:solidFill>
            <a:prstDash val="solid"/>
          </a:ln>
        </p:spPr>
      </p:sp>
      <p:sp>
        <p:nvSpPr>
          <p:cNvPr id="21" name="Text 18"/>
          <p:cNvSpPr txBox="1"/>
          <p:nvPr/>
        </p:nvSpPr>
        <p:spPr>
          <a:xfrm>
            <a:off x="8202168" y="2121408"/>
            <a:ext cx="1371600" cy="457200"/>
          </a:xfrm>
          <a:prstGeom prst="rect">
            <a:avLst/>
          </a:prstGeom>
          <a:noFill/>
          <a:ln/>
        </p:spPr>
        <p:txBody>
          <a:bodyPr wrap="square" lIns="0" tIns="0" rIns="0" bIns="0" rtlCol="0" anchor="ctr"/>
          <a:lstStyle/>
          <a:p>
            <a:pPr algn="ctr" indent="0" marL="0">
              <a:lnSpc>
                <a:spcPct val="95000"/>
              </a:lnSpc>
              <a:buNone/>
            </a:pPr>
            <a:r>
              <a:rPr lang="en-US" sz="900" b="1" dirty="0">
                <a:solidFill>
                  <a:srgbClr val="16305B"/>
                </a:solidFill>
                <a:latin typeface="Malgun Gothic" pitchFamily="34" charset="0"/>
                <a:ea typeface="Malgun Gothic" pitchFamily="34" charset="-122"/>
                <a:cs typeface="Malgun Gothic" pitchFamily="34" charset="-120"/>
              </a:rPr>
              <a:t>저장소</a:t>
            </a:r>
            <a:endParaRPr lang="en-US" sz="900" dirty="0"/>
          </a:p>
          <a:p>
            <a:pPr algn="ctr" indent="0" marL="0">
              <a:lnSpc>
                <a:spcPct val="95000"/>
              </a:lnSpc>
              <a:buNone/>
            </a:pPr>
            <a:r>
              <a:rPr lang="en-US" sz="900" b="1" dirty="0">
                <a:solidFill>
                  <a:srgbClr val="16305B"/>
                </a:solidFill>
                <a:latin typeface="Malgun Gothic" pitchFamily="34" charset="0"/>
                <a:ea typeface="Malgun Gothic" pitchFamily="34" charset="-122"/>
                <a:cs typeface="Malgun Gothic" pitchFamily="34" charset="-120"/>
              </a:rPr>
              <a:t>(코드 · 문서)</a:t>
            </a:r>
            <a:endParaRPr lang="en-US" sz="900" dirty="0"/>
          </a:p>
        </p:txBody>
      </p:sp>
      <p:sp>
        <p:nvSpPr>
          <p:cNvPr id="22" name="Shape 19"/>
          <p:cNvSpPr/>
          <p:nvPr/>
        </p:nvSpPr>
        <p:spPr>
          <a:xfrm>
            <a:off x="9756648" y="2121408"/>
            <a:ext cx="1371600" cy="457200"/>
          </a:xfrm>
          <a:prstGeom prst="roundRect">
            <a:avLst>
              <a:gd name="adj" fmla="val 14000"/>
            </a:avLst>
          </a:prstGeom>
          <a:solidFill>
            <a:srgbClr val="16305B"/>
          </a:solidFill>
          <a:ln w="15875">
            <a:solidFill>
              <a:srgbClr val="16305B"/>
            </a:solidFill>
            <a:prstDash val="solid"/>
          </a:ln>
        </p:spPr>
      </p:sp>
      <p:sp>
        <p:nvSpPr>
          <p:cNvPr id="23" name="Text 20"/>
          <p:cNvSpPr txBox="1"/>
          <p:nvPr/>
        </p:nvSpPr>
        <p:spPr>
          <a:xfrm>
            <a:off x="9756648" y="2121408"/>
            <a:ext cx="1371600" cy="457200"/>
          </a:xfrm>
          <a:prstGeom prst="rect">
            <a:avLst/>
          </a:prstGeom>
          <a:noFill/>
          <a:ln/>
        </p:spPr>
        <p:txBody>
          <a:bodyPr wrap="square" lIns="0" tIns="0" rIns="0" bIns="0" rtlCol="0" anchor="ctr"/>
          <a:lstStyle/>
          <a:p>
            <a:pPr algn="ctr" indent="0" marL="0">
              <a:lnSpc>
                <a:spcPct val="95000"/>
              </a:lnSpc>
              <a:buNone/>
            </a:pPr>
            <a:r>
              <a:rPr lang="en-US" sz="1000" b="1" dirty="0">
                <a:solidFill>
                  <a:srgbClr val="FFFFFF"/>
                </a:solidFill>
                <a:latin typeface="Malgun Gothic" pitchFamily="34" charset="0"/>
                <a:ea typeface="Malgun Gothic" pitchFamily="34" charset="-122"/>
                <a:cs typeface="Malgun Gothic" pitchFamily="34" charset="-120"/>
              </a:rPr>
              <a:t>CAD · 해석 실행</a:t>
            </a:r>
            <a:endParaRPr lang="en-US" sz="1000" dirty="0"/>
          </a:p>
        </p:txBody>
      </p:sp>
      <p:sp>
        <p:nvSpPr>
          <p:cNvPr id="24" name="Shape 21"/>
          <p:cNvSpPr/>
          <p:nvPr/>
        </p:nvSpPr>
        <p:spPr>
          <a:xfrm>
            <a:off x="8019288" y="2350008"/>
            <a:ext cx="182880" cy="0"/>
          </a:xfrm>
          <a:prstGeom prst="line">
            <a:avLst/>
          </a:prstGeom>
          <a:noFill/>
          <a:ln w="15875">
            <a:solidFill>
              <a:srgbClr val="16305B"/>
            </a:solidFill>
            <a:prstDash val="solid"/>
            <a:tailEnd type="triangle"/>
          </a:ln>
        </p:spPr>
      </p:sp>
      <p:sp>
        <p:nvSpPr>
          <p:cNvPr id="25" name="Shape 22"/>
          <p:cNvSpPr/>
          <p:nvPr/>
        </p:nvSpPr>
        <p:spPr>
          <a:xfrm>
            <a:off x="9573768" y="2350008"/>
            <a:ext cx="182880" cy="0"/>
          </a:xfrm>
          <a:prstGeom prst="line">
            <a:avLst/>
          </a:prstGeom>
          <a:noFill/>
          <a:ln w="15875">
            <a:solidFill>
              <a:srgbClr val="16305B"/>
            </a:solidFill>
            <a:prstDash val="solid"/>
            <a:tailEnd type="triangle"/>
          </a:ln>
        </p:spPr>
      </p:sp>
      <p:sp>
        <p:nvSpPr>
          <p:cNvPr id="26" name="Text 23"/>
          <p:cNvSpPr txBox="1"/>
          <p:nvPr/>
        </p:nvSpPr>
        <p:spPr>
          <a:xfrm>
            <a:off x="8942832" y="2606040"/>
            <a:ext cx="1325880" cy="201168"/>
          </a:xfrm>
          <a:prstGeom prst="rect">
            <a:avLst/>
          </a:prstGeom>
          <a:noFill/>
          <a:ln/>
        </p:spPr>
        <p:txBody>
          <a:bodyPr wrap="square" lIns="0" tIns="0" rIns="0" bIns="0" rtlCol="0" anchor="ctr"/>
          <a:lstStyle/>
          <a:p>
            <a:pPr algn="ctr" indent="0" marL="0">
              <a:buNone/>
            </a:pPr>
            <a:r>
              <a:rPr lang="en-US" sz="800" dirty="0">
                <a:solidFill>
                  <a:srgbClr val="16305B"/>
                </a:solidFill>
                <a:latin typeface="Malgun Gothic" pitchFamily="34" charset="0"/>
                <a:ea typeface="Malgun Gothic" pitchFamily="34" charset="-122"/>
                <a:cs typeface="Malgun Gothic" pitchFamily="34" charset="-120"/>
              </a:rPr>
              <a:t>코드 · 문서 반입</a:t>
            </a:r>
            <a:endParaRPr lang="en-US" sz="800" dirty="0"/>
          </a:p>
        </p:txBody>
      </p:sp>
      <p:sp>
        <p:nvSpPr>
          <p:cNvPr id="27" name="Shape 24"/>
          <p:cNvSpPr/>
          <p:nvPr/>
        </p:nvSpPr>
        <p:spPr>
          <a:xfrm>
            <a:off x="10442448" y="2578608"/>
            <a:ext cx="0" cy="365760"/>
          </a:xfrm>
          <a:prstGeom prst="line">
            <a:avLst/>
          </a:prstGeom>
          <a:noFill/>
          <a:ln w="13970">
            <a:solidFill>
              <a:srgbClr val="6B7A8F"/>
            </a:solidFill>
            <a:prstDash val="solid"/>
          </a:ln>
        </p:spPr>
      </p:sp>
      <p:sp>
        <p:nvSpPr>
          <p:cNvPr id="28" name="Shape 25"/>
          <p:cNvSpPr/>
          <p:nvPr/>
        </p:nvSpPr>
        <p:spPr>
          <a:xfrm>
            <a:off x="7333488" y="2944368"/>
            <a:ext cx="3108960" cy="0"/>
          </a:xfrm>
          <a:prstGeom prst="line">
            <a:avLst/>
          </a:prstGeom>
          <a:noFill/>
          <a:ln w="13970">
            <a:solidFill>
              <a:srgbClr val="6B7A8F"/>
            </a:solidFill>
            <a:prstDash val="solid"/>
            <a:headEnd type="triangle"/>
          </a:ln>
        </p:spPr>
      </p:sp>
      <p:sp>
        <p:nvSpPr>
          <p:cNvPr id="29" name="Shape 26"/>
          <p:cNvSpPr/>
          <p:nvPr/>
        </p:nvSpPr>
        <p:spPr>
          <a:xfrm>
            <a:off x="7333488" y="2578608"/>
            <a:ext cx="0" cy="365760"/>
          </a:xfrm>
          <a:prstGeom prst="line">
            <a:avLst/>
          </a:prstGeom>
          <a:noFill/>
          <a:ln w="13970">
            <a:solidFill>
              <a:srgbClr val="6B7A8F"/>
            </a:solidFill>
            <a:prstDash val="solid"/>
            <a:headEnd type="triangle"/>
          </a:ln>
        </p:spPr>
      </p:sp>
      <p:sp>
        <p:nvSpPr>
          <p:cNvPr id="30" name="Text 27"/>
          <p:cNvSpPr txBox="1"/>
          <p:nvPr/>
        </p:nvSpPr>
        <p:spPr>
          <a:xfrm>
            <a:off x="6647688" y="2980944"/>
            <a:ext cx="4846320" cy="219456"/>
          </a:xfrm>
          <a:prstGeom prst="rect">
            <a:avLst/>
          </a:prstGeom>
          <a:noFill/>
          <a:ln/>
        </p:spPr>
        <p:txBody>
          <a:bodyPr wrap="square" lIns="0" tIns="0" rIns="0" bIns="0" rtlCol="0" anchor="ctr"/>
          <a:lstStyle/>
          <a:p>
            <a:pPr algn="ctr" indent="0" marL="0">
              <a:buNone/>
            </a:pPr>
            <a:r>
              <a:rPr lang="en-US" sz="850" dirty="0">
                <a:solidFill>
                  <a:srgbClr val="6B7A8F"/>
                </a:solidFill>
                <a:latin typeface="Malgun Gothic" pitchFamily="34" charset="0"/>
                <a:ea typeface="Malgun Gothic" pitchFamily="34" charset="-122"/>
                <a:cs typeface="Malgun Gothic" pitchFamily="34" charset="-120"/>
              </a:rPr>
              <a:t>개발자가 결과를 확인하고 요구사항만 정리해 전달</a:t>
            </a:r>
            <a:endParaRPr lang="en-US" sz="850" dirty="0"/>
          </a:p>
        </p:txBody>
      </p:sp>
      <p:sp>
        <p:nvSpPr>
          <p:cNvPr id="31" name="Shape 28"/>
          <p:cNvSpPr/>
          <p:nvPr/>
        </p:nvSpPr>
        <p:spPr>
          <a:xfrm>
            <a:off x="6647688" y="3273552"/>
            <a:ext cx="4846320" cy="292608"/>
          </a:xfrm>
          <a:prstGeom prst="roundRect">
            <a:avLst>
              <a:gd name="adj" fmla="val 15625"/>
            </a:avLst>
          </a:prstGeom>
          <a:solidFill>
            <a:srgbClr val="EEF2F7"/>
          </a:solidFill>
          <a:ln w="12700">
            <a:solidFill>
              <a:srgbClr val="EEF2F7"/>
            </a:solidFill>
            <a:prstDash val="solid"/>
          </a:ln>
        </p:spPr>
      </p:sp>
      <p:sp>
        <p:nvSpPr>
          <p:cNvPr id="32" name="Text 29"/>
          <p:cNvSpPr txBox="1"/>
          <p:nvPr/>
        </p:nvSpPr>
        <p:spPr>
          <a:xfrm>
            <a:off x="6647688" y="3273552"/>
            <a:ext cx="4846320" cy="292608"/>
          </a:xfrm>
          <a:prstGeom prst="rect">
            <a:avLst/>
          </a:prstGeom>
          <a:noFill/>
          <a:ln/>
        </p:spPr>
        <p:txBody>
          <a:bodyPr wrap="square" lIns="0" tIns="0" rIns="0" bIns="0" rtlCol="0" anchor="ctr"/>
          <a:lstStyle/>
          <a:p>
            <a:pPr algn="ctr" indent="0" marL="0">
              <a:buNone/>
            </a:pPr>
            <a:r>
              <a:rPr lang="en-US" sz="900" b="1" dirty="0">
                <a:solidFill>
                  <a:srgbClr val="16305B"/>
                </a:solidFill>
                <a:latin typeface="Malgun Gothic" pitchFamily="34" charset="0"/>
                <a:ea typeface="Malgun Gothic" pitchFamily="34" charset="-122"/>
                <a:cs typeface="Malgun Gothic" pitchFamily="34" charset="-120"/>
              </a:rPr>
              <a:t>형상·해석 모델과 원본 결과는 경계를 넘지 않음</a:t>
            </a:r>
            <a:endParaRPr lang="en-US" sz="900" dirty="0"/>
          </a:p>
        </p:txBody>
      </p:sp>
      <p:sp>
        <p:nvSpPr>
          <p:cNvPr id="33" name="Shape 30"/>
          <p:cNvSpPr/>
          <p:nvPr/>
        </p:nvSpPr>
        <p:spPr>
          <a:xfrm>
            <a:off x="502920" y="3822192"/>
            <a:ext cx="5440680" cy="2487168"/>
          </a:xfrm>
          <a:prstGeom prst="roundRect">
            <a:avLst>
              <a:gd name="adj" fmla="val 2206"/>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34" name="Shape 31"/>
          <p:cNvSpPr/>
          <p:nvPr/>
        </p:nvSpPr>
        <p:spPr>
          <a:xfrm>
            <a:off x="758952" y="4096512"/>
            <a:ext cx="82296" cy="182880"/>
          </a:xfrm>
          <a:prstGeom prst="rect">
            <a:avLst/>
          </a:prstGeom>
          <a:solidFill>
            <a:srgbClr val="00A3C4"/>
          </a:solidFill>
          <a:ln w="12700">
            <a:solidFill>
              <a:srgbClr val="00A3C4"/>
            </a:solidFill>
            <a:prstDash val="solid"/>
          </a:ln>
        </p:spPr>
      </p:sp>
      <p:sp>
        <p:nvSpPr>
          <p:cNvPr id="35" name="Text 32"/>
          <p:cNvSpPr txBox="1"/>
          <p:nvPr/>
        </p:nvSpPr>
        <p:spPr>
          <a:xfrm>
            <a:off x="923544" y="4005072"/>
            <a:ext cx="4480560" cy="365760"/>
          </a:xfrm>
          <a:prstGeom prst="rect">
            <a:avLst/>
          </a:prstGeom>
          <a:noFill/>
          <a:ln/>
        </p:spPr>
        <p:txBody>
          <a:bodyPr wrap="square" lIns="0" tIns="0" rIns="0" bIns="0" rtlCol="0" anchor="ctr"/>
          <a:lstStyle/>
          <a:p>
            <a:pPr indent="0" marL="0">
              <a:buNone/>
            </a:pPr>
            <a:r>
              <a:rPr lang="en-US" sz="1300" b="1" dirty="0">
                <a:solidFill>
                  <a:srgbClr val="16305B"/>
                </a:solidFill>
                <a:latin typeface="Malgun Gothic" pitchFamily="34" charset="0"/>
                <a:ea typeface="Malgun Gothic" pitchFamily="34" charset="-122"/>
                <a:cs typeface="Malgun Gothic" pitchFamily="34" charset="-120"/>
              </a:rPr>
              <a:t>맥락(Context) 구축 방법</a:t>
            </a:r>
            <a:endParaRPr lang="en-US" sz="1300" dirty="0"/>
          </a:p>
        </p:txBody>
      </p:sp>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813816" y="4535424"/>
          <a:ext cx="4846320" cy="914400"/>
        </p:xfrm>
        <a:graphic>
          <a:graphicData uri="http://schemas.openxmlformats.org/drawingml/2006/table">
            <a:tbl>
              <a:tblPr/>
              <a:tblGrid>
                <a:gridCol w="1325880"/>
                <a:gridCol w="3520440"/>
              </a:tblGrid>
              <a:tr h="274320">
                <a:tc>
                  <a:txBody>
                    <a:bodyP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저장소 구성</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c>
                  <a:txBody>
                    <a:bodyP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담는 내용</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r>
              <a:tr h="274320">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설계 로직 문서</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설계변수 구성 · 제약조건 · 처리 절차</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274320">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작업 규칙 문서</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임의 수정 금지 등 협업 규칙</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274320">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코드</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형상·해석 자동화 모듈</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274320">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인터페이스 규약</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결과 파일 형식, API 호출 규약</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bl>
          </a:graphicData>
        </a:graphic>
      </p:graphicFrame>
      <p:sp>
        <p:nvSpPr>
          <p:cNvPr id="37" name="Text 33"/>
          <p:cNvSpPr txBox="1"/>
          <p:nvPr/>
        </p:nvSpPr>
        <p:spPr>
          <a:xfrm>
            <a:off x="813816" y="5961888"/>
            <a:ext cx="4846320" cy="274320"/>
          </a:xfrm>
          <a:prstGeom prst="rect">
            <a:avLst/>
          </a:prstGeom>
          <a:noFill/>
          <a:ln/>
        </p:spPr>
        <p:txBody>
          <a:bodyPr wrap="square" lIns="0" tIns="0" rIns="0" bIns="0" rtlCol="0" anchor="ctr"/>
          <a:lstStyle/>
          <a:p>
            <a:pPr indent="0" marL="0">
              <a:lnSpc>
                <a:spcPct val="120000"/>
              </a:lnSpc>
              <a:buNone/>
            </a:pPr>
            <a:r>
              <a:rPr lang="en-US" sz="900" i="1" dirty="0">
                <a:solidFill>
                  <a:srgbClr val="6B7A8F"/>
                </a:solidFill>
                <a:latin typeface="Malgun Gothic" pitchFamily="34" charset="0"/>
                <a:ea typeface="Malgun Gothic" pitchFamily="34" charset="-122"/>
                <a:cs typeface="Malgun Gothic" pitchFamily="34" charset="-120"/>
              </a:rPr>
              <a:t>코드 작성에 필요한 범위로 한정 — 매 세션 저장소를 읽어 이전 맥락을 그대로 이어받음</a:t>
            </a:r>
            <a:endParaRPr lang="en-US" sz="900" dirty="0"/>
          </a:p>
        </p:txBody>
      </p:sp>
      <p:sp>
        <p:nvSpPr>
          <p:cNvPr id="38" name="Shape 34"/>
          <p:cNvSpPr/>
          <p:nvPr/>
        </p:nvSpPr>
        <p:spPr>
          <a:xfrm>
            <a:off x="6336792" y="3822192"/>
            <a:ext cx="5440680" cy="2487168"/>
          </a:xfrm>
          <a:prstGeom prst="roundRect">
            <a:avLst>
              <a:gd name="adj" fmla="val 2206"/>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39" name="Shape 35"/>
          <p:cNvSpPr/>
          <p:nvPr/>
        </p:nvSpPr>
        <p:spPr>
          <a:xfrm>
            <a:off x="6592824" y="4096512"/>
            <a:ext cx="82296" cy="182880"/>
          </a:xfrm>
          <a:prstGeom prst="rect">
            <a:avLst/>
          </a:prstGeom>
          <a:solidFill>
            <a:srgbClr val="00A3C4"/>
          </a:solidFill>
          <a:ln w="12700">
            <a:solidFill>
              <a:srgbClr val="00A3C4"/>
            </a:solidFill>
            <a:prstDash val="solid"/>
          </a:ln>
        </p:spPr>
      </p:sp>
      <p:sp>
        <p:nvSpPr>
          <p:cNvPr id="40" name="Text 36"/>
          <p:cNvSpPr txBox="1"/>
          <p:nvPr/>
        </p:nvSpPr>
        <p:spPr>
          <a:xfrm>
            <a:off x="6757416" y="4005072"/>
            <a:ext cx="4480560" cy="365760"/>
          </a:xfrm>
          <a:prstGeom prst="rect">
            <a:avLst/>
          </a:prstGeom>
          <a:noFill/>
          <a:ln/>
        </p:spPr>
        <p:txBody>
          <a:bodyPr wrap="square" lIns="0" tIns="0" rIns="0" bIns="0" rtlCol="0" anchor="ctr"/>
          <a:lstStyle/>
          <a:p>
            <a:pPr indent="0" marL="0">
              <a:buNone/>
            </a:pPr>
            <a:r>
              <a:rPr lang="en-US" sz="1300" b="1" dirty="0">
                <a:solidFill>
                  <a:srgbClr val="16305B"/>
                </a:solidFill>
                <a:latin typeface="Malgun Gothic" pitchFamily="34" charset="0"/>
                <a:ea typeface="Malgun Gothic" pitchFamily="34" charset="-122"/>
                <a:cs typeface="Malgun Gothic" pitchFamily="34" charset="-120"/>
              </a:rPr>
              <a:t>운영 방식</a:t>
            </a:r>
            <a:endParaRPr lang="en-US" sz="1300" dirty="0"/>
          </a:p>
        </p:txBody>
      </p:sp>
      <p:graphicFrame>
        <p:nvGraphicFramePr>
          <p:cNvPr id="13" name="Table 2"/>
          <p:cNvGraphicFramePr>
            <a:graphicFrameLocks noGrp="1"/>
          </p:cNvGraphicFramePr>
          <p:nvPr>
            <p:extLst>
              <p:ext uri="{D42A27DB-BD31-4B8C-83A1-F6EECF244321}">
                <p14:modId xmlns:p14="http://schemas.microsoft.com/office/powerpoint/2010/main" val="1579011935"/>
              </p:ext>
            </p:extLst>
          </p:nvPr>
        </p:nvGraphicFramePr>
        <p:xfrm>
          <a:off x="6647688" y="4535424"/>
          <a:ext cx="4846320" cy="914400"/>
        </p:xfrm>
        <a:graphic>
          <a:graphicData uri="http://schemas.openxmlformats.org/drawingml/2006/table">
            <a:tbl>
              <a:tblPr/>
              <a:tblGrid>
                <a:gridCol w="1143000"/>
                <a:gridCol w="3703320"/>
              </a:tblGrid>
              <a:tr h="274320">
                <a:tc>
                  <a:txBody>
                    <a:bodyP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항목</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c>
                  <a:txBody>
                    <a:bodyP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내용</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r>
              <a:tr h="274320">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버전 관리</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코드·문서 변경을 버전별 분기로 이력화</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274320">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변경 이력</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코드 수정 이력이 곧 설계 결정 이력</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274320">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반입 범위</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코드·문서만 내부망으로 반입</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274320">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코드 검증</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수식 검산 · 전수 검증 · 통합 테스트</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bl>
          </a:graphicData>
        </a:graphic>
      </p:graphicFrame>
      <p:sp>
        <p:nvSpPr>
          <p:cNvPr id="42" name="Shape 37"/>
          <p:cNvSpPr/>
          <p:nvPr/>
        </p:nvSpPr>
        <p:spPr>
          <a:xfrm>
            <a:off x="6647688" y="5925312"/>
            <a:ext cx="4846320" cy="347472"/>
          </a:xfrm>
          <a:prstGeom prst="roundRect">
            <a:avLst>
              <a:gd name="adj" fmla="val 15789"/>
            </a:avLst>
          </a:prstGeom>
          <a:solidFill>
            <a:srgbClr val="16305B"/>
          </a:solidFill>
          <a:ln/>
        </p:spPr>
      </p:sp>
      <p:sp>
        <p:nvSpPr>
          <p:cNvPr id="43" name="Text 38"/>
          <p:cNvSpPr txBox="1"/>
          <p:nvPr/>
        </p:nvSpPr>
        <p:spPr>
          <a:xfrm>
            <a:off x="6647688" y="5925312"/>
            <a:ext cx="48463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내부 자산을 반출하지 않고 AI 협업 체계 구축</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5F8"/>
        </a:solidFill>
      </p:bgPr>
    </p:bg>
    <p:spTree>
      <p:nvGrpSpPr>
        <p:cNvPr id="1" name=""/>
        <p:cNvGrpSpPr/>
        <p:nvPr/>
      </p:nvGrpSpPr>
      <p:grpSpPr>
        <a:xfrm>
          <a:off x="0" y="0"/>
          <a:ext cx="0" cy="0"/>
          <a:chOff x="0" y="0"/>
          <a:chExt cx="0" cy="0"/>
        </a:xfrm>
      </p:grpSpPr>
      <p:sp>
        <p:nvSpPr>
          <p:cNvPr id="2" name="Shape 0"/>
          <p:cNvSpPr/>
          <p:nvPr/>
        </p:nvSpPr>
        <p:spPr>
          <a:xfrm>
            <a:off x="502920" y="384048"/>
            <a:ext cx="475488" cy="475488"/>
          </a:xfrm>
          <a:prstGeom prst="rect">
            <a:avLst/>
          </a:prstGeom>
          <a:solidFill>
            <a:srgbClr val="16305B"/>
          </a:solidFill>
          <a:ln w="12700">
            <a:solidFill>
              <a:srgbClr val="16305B"/>
            </a:solidFill>
            <a:prstDash val="solid"/>
          </a:ln>
        </p:spPr>
      </p:sp>
      <p:sp>
        <p:nvSpPr>
          <p:cNvPr id="3" name="Text 1"/>
          <p:cNvSpPr txBox="1"/>
          <p:nvPr/>
        </p:nvSpPr>
        <p:spPr>
          <a:xfrm>
            <a:off x="502920" y="38404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01</a:t>
            </a:r>
            <a:endParaRPr lang="en-US" sz="1600" dirty="0"/>
          </a:p>
        </p:txBody>
      </p:sp>
      <p:sp>
        <p:nvSpPr>
          <p:cNvPr id="4" name="Text 2"/>
          <p:cNvSpPr txBox="1"/>
          <p:nvPr/>
        </p:nvSpPr>
        <p:spPr>
          <a:xfrm>
            <a:off x="1124712" y="365760"/>
            <a:ext cx="7315200" cy="237744"/>
          </a:xfrm>
          <a:prstGeom prst="rect">
            <a:avLst/>
          </a:prstGeom>
          <a:noFill/>
          <a:ln/>
        </p:spPr>
        <p:txBody>
          <a:bodyPr wrap="square" lIns="0" tIns="0" rIns="0" bIns="0" rtlCol="0" anchor="ctr"/>
          <a:lstStyle/>
          <a:p>
            <a:pPr indent="0" marL="0">
              <a:buNone/>
            </a:pPr>
            <a:r>
              <a:rPr lang="en-US" sz="1050" b="1" spc="100" kern="0" dirty="0">
                <a:solidFill>
                  <a:srgbClr val="00A3C4"/>
                </a:solidFill>
                <a:latin typeface="Malgun Gothic" pitchFamily="34" charset="0"/>
                <a:ea typeface="Malgun Gothic" pitchFamily="34" charset="-122"/>
                <a:cs typeface="Malgun Gothic" pitchFamily="34" charset="-120"/>
              </a:rPr>
              <a:t>AI 에이전트 기반 개발환경 구축</a:t>
            </a:r>
            <a:endParaRPr lang="en-US" sz="1050" dirty="0"/>
          </a:p>
        </p:txBody>
      </p:sp>
      <p:sp>
        <p:nvSpPr>
          <p:cNvPr id="5" name="Text 3"/>
          <p:cNvSpPr txBox="1"/>
          <p:nvPr/>
        </p:nvSpPr>
        <p:spPr>
          <a:xfrm>
            <a:off x="1124712" y="548640"/>
            <a:ext cx="10607040" cy="384048"/>
          </a:xfrm>
          <a:prstGeom prst="rect">
            <a:avLst/>
          </a:prstGeom>
          <a:noFill/>
          <a:ln/>
        </p:spPr>
        <p:txBody>
          <a:bodyPr wrap="square" lIns="0" tIns="0" rIns="0" bIns="0" rtlCol="0" anchor="ctr"/>
          <a:lstStyle/>
          <a:p>
            <a:pPr indent="0" marL="0">
              <a:buNone/>
            </a:pPr>
            <a:r>
              <a:rPr lang="en-US" sz="2200" b="1" dirty="0">
                <a:solidFill>
                  <a:srgbClr val="16305B"/>
                </a:solidFill>
                <a:latin typeface="Malgun Gothic" pitchFamily="34" charset="0"/>
                <a:ea typeface="Malgun Gothic" pitchFamily="34" charset="-122"/>
                <a:cs typeface="Malgun Gothic" pitchFamily="34" charset="-120"/>
              </a:rPr>
              <a:t>저장소 기반 개발환경 구성</a:t>
            </a:r>
            <a:endParaRPr lang="en-US" sz="2200" dirty="0"/>
          </a:p>
        </p:txBody>
      </p:sp>
      <p:sp>
        <p:nvSpPr>
          <p:cNvPr id="6" name="Shape 4"/>
          <p:cNvSpPr/>
          <p:nvPr/>
        </p:nvSpPr>
        <p:spPr>
          <a:xfrm>
            <a:off x="502920" y="1097280"/>
            <a:ext cx="274320" cy="274320"/>
          </a:xfrm>
          <a:prstGeom prst="ellipse">
            <a:avLst/>
          </a:prstGeom>
          <a:solidFill>
            <a:srgbClr val="00A3C4"/>
          </a:solidFill>
          <a:ln w="12700">
            <a:solidFill>
              <a:srgbClr val="00A3C4"/>
            </a:solidFill>
            <a:prstDash val="solid"/>
          </a:ln>
        </p:spPr>
      </p:sp>
      <p:sp>
        <p:nvSpPr>
          <p:cNvPr id="7" name="Text 5"/>
          <p:cNvSpPr txBox="1"/>
          <p:nvPr/>
        </p:nvSpPr>
        <p:spPr>
          <a:xfrm>
            <a:off x="502920" y="109728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①</a:t>
            </a:r>
            <a:endParaRPr lang="en-US" sz="1100" dirty="0"/>
          </a:p>
        </p:txBody>
      </p:sp>
      <p:sp>
        <p:nvSpPr>
          <p:cNvPr id="8" name="Text 6"/>
          <p:cNvSpPr txBox="1"/>
          <p:nvPr/>
        </p:nvSpPr>
        <p:spPr>
          <a:xfrm>
            <a:off x="886968" y="1078992"/>
            <a:ext cx="4873752" cy="310896"/>
          </a:xfrm>
          <a:prstGeom prst="rect">
            <a:avLst/>
          </a:prstGeom>
          <a:noFill/>
          <a:ln/>
        </p:spPr>
        <p:txBody>
          <a:bodyPr wrap="square" lIns="0" tIns="0" rIns="0" bIns="0" rtlCol="0" anchor="ctr"/>
          <a:lstStyle/>
          <a:p>
            <a:pPr indent="0" marL="0">
              <a:buNone/>
            </a:pPr>
            <a:r>
              <a:rPr lang="en-US" sz="1300" b="1" dirty="0">
                <a:solidFill>
                  <a:srgbClr val="16305B"/>
                </a:solidFill>
                <a:latin typeface="Malgun Gothic" pitchFamily="34" charset="0"/>
                <a:ea typeface="Malgun Gothic" pitchFamily="34" charset="-122"/>
                <a:cs typeface="Malgun Gothic" pitchFamily="34" charset="-120"/>
              </a:rPr>
              <a:t>AI 에이전트 — 작업 브랜치 연결</a:t>
            </a:r>
            <a:endParaRPr lang="en-US" sz="1300" dirty="0"/>
          </a:p>
        </p:txBody>
      </p:sp>
      <p:sp>
        <p:nvSpPr>
          <p:cNvPr id="9" name="Shape 7"/>
          <p:cNvSpPr/>
          <p:nvPr/>
        </p:nvSpPr>
        <p:spPr>
          <a:xfrm>
            <a:off x="502920" y="1517904"/>
            <a:ext cx="5257800" cy="3127248"/>
          </a:xfrm>
          <a:prstGeom prst="roundRect">
            <a:avLst>
              <a:gd name="adj" fmla="val 1462"/>
            </a:avLst>
          </a:prstGeom>
          <a:solidFill>
            <a:srgbClr val="FFFFFF"/>
          </a:solidFill>
          <a:ln w="12700">
            <a:solidFill>
              <a:srgbClr val="C3CDDA"/>
            </a:solidFill>
            <a:prstDash val="dash"/>
          </a:ln>
          <a:effectLst>
            <a:outerShdw sx="100000" sy="100000" kx="0" ky="0" algn="bl" rotWithShape="0" blurRad="101600" dist="12700" dir="5400000">
              <a:srgbClr val="9AA8BC">
                <a:alpha val="18000"/>
              </a:srgbClr>
            </a:outerShdw>
          </a:effectLst>
        </p:spPr>
      </p:sp>
      <p:sp>
        <p:nvSpPr>
          <p:cNvPr id="10" name="Text 8"/>
          <p:cNvSpPr txBox="1"/>
          <p:nvPr/>
        </p:nvSpPr>
        <p:spPr>
          <a:xfrm>
            <a:off x="502920" y="2807208"/>
            <a:ext cx="5257800" cy="365760"/>
          </a:xfrm>
          <a:prstGeom prst="rect">
            <a:avLst/>
          </a:prstGeom>
          <a:noFill/>
          <a:ln/>
        </p:spPr>
        <p:txBody>
          <a:bodyPr wrap="square" lIns="0" tIns="0" rIns="0" bIns="0" rtlCol="0" anchor="ctr"/>
          <a:lstStyle/>
          <a:p>
            <a:pPr algn="ctr" indent="0" marL="0">
              <a:buNone/>
            </a:pPr>
            <a:r>
              <a:rPr lang="en-US" sz="1200" b="1" dirty="0">
                <a:solidFill>
                  <a:srgbClr val="AAB6C6"/>
                </a:solidFill>
                <a:latin typeface="Malgun Gothic" pitchFamily="34" charset="0"/>
                <a:ea typeface="Malgun Gothic" pitchFamily="34" charset="-122"/>
                <a:cs typeface="Malgun Gothic" pitchFamily="34" charset="-120"/>
              </a:rPr>
              <a:t>①  화면 캡처 삽입 영역</a:t>
            </a:r>
            <a:endParaRPr lang="en-US" sz="1200" dirty="0"/>
          </a:p>
        </p:txBody>
      </p:sp>
      <p:sp>
        <p:nvSpPr>
          <p:cNvPr id="11" name="Text 9"/>
          <p:cNvSpPr txBox="1"/>
          <p:nvPr/>
        </p:nvSpPr>
        <p:spPr>
          <a:xfrm>
            <a:off x="502920" y="3136392"/>
            <a:ext cx="5257800" cy="274320"/>
          </a:xfrm>
          <a:prstGeom prst="rect">
            <a:avLst/>
          </a:prstGeom>
          <a:noFill/>
          <a:ln/>
        </p:spPr>
        <p:txBody>
          <a:bodyPr wrap="square" lIns="0" tIns="0" rIns="0" bIns="0" rtlCol="0" anchor="ctr"/>
          <a:lstStyle/>
          <a:p>
            <a:pPr algn="ctr" indent="0" marL="0">
              <a:buNone/>
            </a:pPr>
            <a:r>
              <a:rPr lang="en-US" sz="900" dirty="0">
                <a:solidFill>
                  <a:srgbClr val="C3CDDA"/>
                </a:solidFill>
                <a:latin typeface="Malgun Gothic" pitchFamily="34" charset="0"/>
                <a:ea typeface="Malgun Gothic" pitchFamily="34" charset="-122"/>
                <a:cs typeface="Malgun Gothic" pitchFamily="34" charset="-120"/>
              </a:rPr>
              <a:t>(프레임에 맞춰 캡처 이미지로 교체)</a:t>
            </a:r>
            <a:endParaRPr lang="en-US" sz="900" dirty="0"/>
          </a:p>
        </p:txBody>
      </p:sp>
      <p:sp>
        <p:nvSpPr>
          <p:cNvPr id="12" name="Shape 10"/>
          <p:cNvSpPr/>
          <p:nvPr/>
        </p:nvSpPr>
        <p:spPr>
          <a:xfrm>
            <a:off x="6428232" y="1097280"/>
            <a:ext cx="274320" cy="274320"/>
          </a:xfrm>
          <a:prstGeom prst="ellipse">
            <a:avLst/>
          </a:prstGeom>
          <a:solidFill>
            <a:srgbClr val="16305B"/>
          </a:solidFill>
          <a:ln w="12700">
            <a:solidFill>
              <a:srgbClr val="16305B"/>
            </a:solidFill>
            <a:prstDash val="solid"/>
          </a:ln>
        </p:spPr>
      </p:sp>
      <p:sp>
        <p:nvSpPr>
          <p:cNvPr id="13" name="Text 11"/>
          <p:cNvSpPr txBox="1"/>
          <p:nvPr/>
        </p:nvSpPr>
        <p:spPr>
          <a:xfrm>
            <a:off x="6428232" y="109728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②</a:t>
            </a:r>
            <a:endParaRPr lang="en-US" sz="1100" dirty="0"/>
          </a:p>
        </p:txBody>
      </p:sp>
      <p:sp>
        <p:nvSpPr>
          <p:cNvPr id="14" name="Text 12"/>
          <p:cNvSpPr txBox="1"/>
          <p:nvPr/>
        </p:nvSpPr>
        <p:spPr>
          <a:xfrm>
            <a:off x="6812280" y="1078992"/>
            <a:ext cx="4873752" cy="310896"/>
          </a:xfrm>
          <a:prstGeom prst="rect">
            <a:avLst/>
          </a:prstGeom>
          <a:noFill/>
          <a:ln/>
        </p:spPr>
        <p:txBody>
          <a:bodyPr wrap="square" lIns="0" tIns="0" rIns="0" bIns="0" rtlCol="0" anchor="ctr"/>
          <a:lstStyle/>
          <a:p>
            <a:pPr indent="0" marL="0">
              <a:buNone/>
            </a:pPr>
            <a:r>
              <a:rPr lang="en-US" sz="1300" b="1" dirty="0">
                <a:solidFill>
                  <a:srgbClr val="16305B"/>
                </a:solidFill>
                <a:latin typeface="Malgun Gothic" pitchFamily="34" charset="0"/>
                <a:ea typeface="Malgun Gothic" pitchFamily="34" charset="-122"/>
                <a:cs typeface="Malgun Gothic" pitchFamily="34" charset="-120"/>
              </a:rPr>
              <a:t>저장소 — 버전별 브랜치로 저장</a:t>
            </a:r>
            <a:endParaRPr lang="en-US" sz="1300" dirty="0"/>
          </a:p>
        </p:txBody>
      </p:sp>
      <p:sp>
        <p:nvSpPr>
          <p:cNvPr id="15" name="Shape 13"/>
          <p:cNvSpPr/>
          <p:nvPr/>
        </p:nvSpPr>
        <p:spPr>
          <a:xfrm>
            <a:off x="6428232" y="1517904"/>
            <a:ext cx="5257800" cy="3127248"/>
          </a:xfrm>
          <a:prstGeom prst="roundRect">
            <a:avLst>
              <a:gd name="adj" fmla="val 1462"/>
            </a:avLst>
          </a:prstGeom>
          <a:solidFill>
            <a:srgbClr val="FFFFFF"/>
          </a:solidFill>
          <a:ln w="12700">
            <a:solidFill>
              <a:srgbClr val="C3CDDA"/>
            </a:solidFill>
            <a:prstDash val="dash"/>
          </a:ln>
          <a:effectLst>
            <a:outerShdw sx="100000" sy="100000" kx="0" ky="0" algn="bl" rotWithShape="0" blurRad="101600" dist="12700" dir="5400000">
              <a:srgbClr val="9AA8BC">
                <a:alpha val="18000"/>
              </a:srgbClr>
            </a:outerShdw>
          </a:effectLst>
        </p:spPr>
      </p:sp>
      <p:sp>
        <p:nvSpPr>
          <p:cNvPr id="16" name="Text 14"/>
          <p:cNvSpPr txBox="1"/>
          <p:nvPr/>
        </p:nvSpPr>
        <p:spPr>
          <a:xfrm>
            <a:off x="6428232" y="2807208"/>
            <a:ext cx="5257800" cy="365760"/>
          </a:xfrm>
          <a:prstGeom prst="rect">
            <a:avLst/>
          </a:prstGeom>
          <a:noFill/>
          <a:ln/>
        </p:spPr>
        <p:txBody>
          <a:bodyPr wrap="square" lIns="0" tIns="0" rIns="0" bIns="0" rtlCol="0" anchor="ctr"/>
          <a:lstStyle/>
          <a:p>
            <a:pPr algn="ctr" indent="0" marL="0">
              <a:buNone/>
            </a:pPr>
            <a:r>
              <a:rPr lang="en-US" sz="1200" b="1" dirty="0">
                <a:solidFill>
                  <a:srgbClr val="AAB6C6"/>
                </a:solidFill>
                <a:latin typeface="Malgun Gothic" pitchFamily="34" charset="0"/>
                <a:ea typeface="Malgun Gothic" pitchFamily="34" charset="-122"/>
                <a:cs typeface="Malgun Gothic" pitchFamily="34" charset="-120"/>
              </a:rPr>
              <a:t>②  화면 캡처 삽입 영역</a:t>
            </a:r>
            <a:endParaRPr lang="en-US" sz="1200" dirty="0"/>
          </a:p>
        </p:txBody>
      </p:sp>
      <p:sp>
        <p:nvSpPr>
          <p:cNvPr id="17" name="Text 15"/>
          <p:cNvSpPr txBox="1"/>
          <p:nvPr/>
        </p:nvSpPr>
        <p:spPr>
          <a:xfrm>
            <a:off x="6428232" y="3136392"/>
            <a:ext cx="5257800" cy="274320"/>
          </a:xfrm>
          <a:prstGeom prst="rect">
            <a:avLst/>
          </a:prstGeom>
          <a:noFill/>
          <a:ln/>
        </p:spPr>
        <p:txBody>
          <a:bodyPr wrap="square" lIns="0" tIns="0" rIns="0" bIns="0" rtlCol="0" anchor="ctr"/>
          <a:lstStyle/>
          <a:p>
            <a:pPr algn="ctr" indent="0" marL="0">
              <a:buNone/>
            </a:pPr>
            <a:r>
              <a:rPr lang="en-US" sz="900" dirty="0">
                <a:solidFill>
                  <a:srgbClr val="C3CDDA"/>
                </a:solidFill>
                <a:latin typeface="Malgun Gothic" pitchFamily="34" charset="0"/>
                <a:ea typeface="Malgun Gothic" pitchFamily="34" charset="-122"/>
                <a:cs typeface="Malgun Gothic" pitchFamily="34" charset="-120"/>
              </a:rPr>
              <a:t>(프레임에 맞춰 캡처 이미지로 교체)</a:t>
            </a:r>
            <a:endParaRPr lang="en-US" sz="900" dirty="0"/>
          </a:p>
        </p:txBody>
      </p:sp>
      <p:sp>
        <p:nvSpPr>
          <p:cNvPr id="18" name="Shape 16"/>
          <p:cNvSpPr/>
          <p:nvPr/>
        </p:nvSpPr>
        <p:spPr>
          <a:xfrm>
            <a:off x="5852160" y="3081528"/>
            <a:ext cx="502920" cy="0"/>
          </a:xfrm>
          <a:prstGeom prst="line">
            <a:avLst/>
          </a:prstGeom>
          <a:noFill/>
          <a:ln w="19050">
            <a:solidFill>
              <a:srgbClr val="16305B"/>
            </a:solidFill>
            <a:prstDash val="solid"/>
            <a:tailEnd type="triangle"/>
          </a:ln>
        </p:spPr>
      </p:sp>
      <p:sp>
        <p:nvSpPr>
          <p:cNvPr id="19" name="Text 17"/>
          <p:cNvSpPr txBox="1"/>
          <p:nvPr/>
        </p:nvSpPr>
        <p:spPr>
          <a:xfrm>
            <a:off x="5742432" y="2770632"/>
            <a:ext cx="731520" cy="237744"/>
          </a:xfrm>
          <a:prstGeom prst="rect">
            <a:avLst/>
          </a:prstGeom>
          <a:noFill/>
          <a:ln/>
        </p:spPr>
        <p:txBody>
          <a:bodyPr wrap="square" lIns="0" tIns="0" rIns="0" bIns="0" rtlCol="0" anchor="ctr"/>
          <a:lstStyle/>
          <a:p>
            <a:pPr algn="ctr" indent="0" marL="0">
              <a:buNone/>
            </a:pPr>
            <a:r>
              <a:rPr lang="en-US" sz="900" b="1" dirty="0">
                <a:solidFill>
                  <a:srgbClr val="16305B"/>
                </a:solidFill>
                <a:latin typeface="Malgun Gothic" pitchFamily="34" charset="0"/>
                <a:ea typeface="Malgun Gothic" pitchFamily="34" charset="-122"/>
                <a:cs typeface="Malgun Gothic" pitchFamily="34" charset="-120"/>
              </a:rPr>
              <a:t>저장</a:t>
            </a:r>
            <a:endParaRPr lang="en-US" sz="900" dirty="0"/>
          </a:p>
        </p:txBody>
      </p:sp>
      <p:sp>
        <p:nvSpPr>
          <p:cNvPr id="20" name="Text 18"/>
          <p:cNvSpPr txBox="1"/>
          <p:nvPr/>
        </p:nvSpPr>
        <p:spPr>
          <a:xfrm>
            <a:off x="539496" y="4773168"/>
            <a:ext cx="5184648" cy="621792"/>
          </a:xfrm>
          <a:prstGeom prst="rect">
            <a:avLst/>
          </a:prstGeom>
          <a:noFill/>
          <a:ln/>
        </p:spPr>
        <p:txBody>
          <a:bodyPr wrap="square" lIns="0" tIns="0" rIns="0" bIns="0" rtlCol="0" anchor="ctr"/>
          <a:lstStyle/>
          <a:p>
            <a:pPr indent="0" marL="0">
              <a:lnSpc>
                <a:spcPct val="125000"/>
              </a:lnSpc>
              <a:buNone/>
            </a:pPr>
            <a:r>
              <a:rPr lang="en-US" sz="1000" dirty="0">
                <a:solidFill>
                  <a:srgbClr val="1C2733"/>
                </a:solidFill>
                <a:latin typeface="Malgun Gothic" pitchFamily="34" charset="0"/>
                <a:ea typeface="Malgun Gothic" pitchFamily="34" charset="-122"/>
                <a:cs typeface="Malgun Gothic" pitchFamily="34" charset="-120"/>
              </a:rPr>
              <a:t>세션 시작 시 저장소의 지정 브랜치를 연결</a:t>
            </a:r>
            <a:endParaRPr lang="en-US" sz="1000" dirty="0"/>
          </a:p>
          <a:p>
            <a:pPr indent="0" marL="0">
              <a:lnSpc>
                <a:spcPct val="125000"/>
              </a:lnSpc>
              <a:buNone/>
            </a:pPr>
            <a:r>
              <a:rPr lang="en-US" sz="1000" dirty="0">
                <a:solidFill>
                  <a:srgbClr val="1C2733"/>
                </a:solidFill>
                <a:latin typeface="Malgun Gothic" pitchFamily="34" charset="0"/>
                <a:ea typeface="Malgun Gothic" pitchFamily="34" charset="-122"/>
                <a:cs typeface="Malgun Gothic" pitchFamily="34" charset="-120"/>
              </a:rPr>
              <a:t>→ 이전 작업 맥락을 그대로 이어받아 코드 작성</a:t>
            </a:r>
            <a:endParaRPr lang="en-US" sz="1000" dirty="0"/>
          </a:p>
        </p:txBody>
      </p:sp>
      <p:sp>
        <p:nvSpPr>
          <p:cNvPr id="21" name="Text 19"/>
          <p:cNvSpPr txBox="1"/>
          <p:nvPr/>
        </p:nvSpPr>
        <p:spPr>
          <a:xfrm>
            <a:off x="6464808" y="4773168"/>
            <a:ext cx="5184648" cy="621792"/>
          </a:xfrm>
          <a:prstGeom prst="rect">
            <a:avLst/>
          </a:prstGeom>
          <a:noFill/>
          <a:ln/>
        </p:spPr>
        <p:txBody>
          <a:bodyPr wrap="square" lIns="0" tIns="0" rIns="0" bIns="0" rtlCol="0" anchor="ctr"/>
          <a:lstStyle/>
          <a:p>
            <a:pPr indent="0" marL="0">
              <a:lnSpc>
                <a:spcPct val="125000"/>
              </a:lnSpc>
              <a:buNone/>
            </a:pPr>
            <a:r>
              <a:rPr lang="en-US" sz="1000" dirty="0">
                <a:solidFill>
                  <a:srgbClr val="1C2733"/>
                </a:solidFill>
                <a:latin typeface="Malgun Gothic" pitchFamily="34" charset="0"/>
                <a:ea typeface="Malgun Gothic" pitchFamily="34" charset="-122"/>
                <a:cs typeface="Malgun Gothic" pitchFamily="34" charset="-120"/>
              </a:rPr>
              <a:t>작성된 코드·문서가 해당 브랜치에 반영</a:t>
            </a:r>
            <a:endParaRPr lang="en-US" sz="1000" dirty="0"/>
          </a:p>
          <a:p>
            <a:pPr indent="0" marL="0">
              <a:lnSpc>
                <a:spcPct val="125000"/>
              </a:lnSpc>
              <a:buNone/>
            </a:pPr>
            <a:r>
              <a:rPr lang="en-US" sz="1000" dirty="0">
                <a:solidFill>
                  <a:srgbClr val="1C2733"/>
                </a:solidFill>
                <a:latin typeface="Malgun Gothic" pitchFamily="34" charset="0"/>
                <a:ea typeface="Malgun Gothic" pitchFamily="34" charset="-122"/>
                <a:cs typeface="Malgun Gothic" pitchFamily="34" charset="-120"/>
              </a:rPr>
              <a:t>→ 형상·변수 구성 변경이 버전별로 축적</a:t>
            </a:r>
            <a:endParaRPr lang="en-US" sz="1000" dirty="0"/>
          </a:p>
        </p:txBody>
      </p:sp>
      <p:sp>
        <p:nvSpPr>
          <p:cNvPr id="22" name="Shape 20"/>
          <p:cNvSpPr/>
          <p:nvPr/>
        </p:nvSpPr>
        <p:spPr>
          <a:xfrm>
            <a:off x="502920" y="5541264"/>
            <a:ext cx="11183112" cy="841248"/>
          </a:xfrm>
          <a:prstGeom prst="roundRect">
            <a:avLst>
              <a:gd name="adj" fmla="val 6522"/>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23" name="Shape 21"/>
          <p:cNvSpPr/>
          <p:nvPr/>
        </p:nvSpPr>
        <p:spPr>
          <a:xfrm>
            <a:off x="832104" y="5724144"/>
            <a:ext cx="64008" cy="164592"/>
          </a:xfrm>
          <a:prstGeom prst="rect">
            <a:avLst/>
          </a:prstGeom>
          <a:solidFill>
            <a:srgbClr val="00A3C4"/>
          </a:solidFill>
          <a:ln w="12700">
            <a:solidFill>
              <a:srgbClr val="00A3C4"/>
            </a:solidFill>
            <a:prstDash val="solid"/>
          </a:ln>
        </p:spPr>
      </p:sp>
      <p:sp>
        <p:nvSpPr>
          <p:cNvPr id="24" name="Text 22"/>
          <p:cNvSpPr txBox="1"/>
          <p:nvPr/>
        </p:nvSpPr>
        <p:spPr>
          <a:xfrm>
            <a:off x="978408" y="5669280"/>
            <a:ext cx="3291840" cy="256032"/>
          </a:xfrm>
          <a:prstGeom prst="rect">
            <a:avLst/>
          </a:prstGeom>
          <a:noFill/>
          <a:ln/>
        </p:spPr>
        <p:txBody>
          <a:bodyPr wrap="square" lIns="0" tIns="0" rIns="0" bIns="0" rtlCol="0" anchor="ctr"/>
          <a:lstStyle/>
          <a:p>
            <a:pPr indent="0" marL="0">
              <a:buNone/>
            </a:pPr>
            <a:r>
              <a:rPr lang="en-US" sz="1050" b="1" dirty="0">
                <a:solidFill>
                  <a:srgbClr val="16305B"/>
                </a:solidFill>
                <a:latin typeface="Malgun Gothic" pitchFamily="34" charset="0"/>
                <a:ea typeface="Malgun Gothic" pitchFamily="34" charset="-122"/>
                <a:cs typeface="Malgun Gothic" pitchFamily="34" charset="-120"/>
              </a:rPr>
              <a:t>작업 단위 = 브랜치</a:t>
            </a:r>
            <a:endParaRPr lang="en-US" sz="1050" dirty="0"/>
          </a:p>
        </p:txBody>
      </p:sp>
      <p:sp>
        <p:nvSpPr>
          <p:cNvPr id="25" name="Text 23"/>
          <p:cNvSpPr txBox="1"/>
          <p:nvPr/>
        </p:nvSpPr>
        <p:spPr>
          <a:xfrm>
            <a:off x="978408" y="5943600"/>
            <a:ext cx="3291840" cy="310896"/>
          </a:xfrm>
          <a:prstGeom prst="rect">
            <a:avLst/>
          </a:prstGeom>
          <a:noFill/>
          <a:ln/>
        </p:spPr>
        <p:txBody>
          <a:bodyPr wrap="square" lIns="0" tIns="0" rIns="0" bIns="0" rtlCol="0" anchor="ctr"/>
          <a:lstStyle/>
          <a:p>
            <a:pPr indent="0" marL="0">
              <a:buNone/>
            </a:pPr>
            <a:r>
              <a:rPr lang="en-US" sz="950" dirty="0">
                <a:solidFill>
                  <a:srgbClr val="6B7A8F"/>
                </a:solidFill>
                <a:latin typeface="Malgun Gothic" pitchFamily="34" charset="0"/>
                <a:ea typeface="Malgun Gothic" pitchFamily="34" charset="-122"/>
                <a:cs typeface="Malgun Gothic" pitchFamily="34" charset="-120"/>
              </a:rPr>
              <a:t>형상·변수 구성이 바뀔 때마다 분기하여 관리</a:t>
            </a:r>
            <a:endParaRPr lang="en-US" sz="950" dirty="0"/>
          </a:p>
        </p:txBody>
      </p:sp>
      <p:sp>
        <p:nvSpPr>
          <p:cNvPr id="26" name="Shape 24"/>
          <p:cNvSpPr/>
          <p:nvPr/>
        </p:nvSpPr>
        <p:spPr>
          <a:xfrm>
            <a:off x="4489704" y="5724144"/>
            <a:ext cx="64008" cy="164592"/>
          </a:xfrm>
          <a:prstGeom prst="rect">
            <a:avLst/>
          </a:prstGeom>
          <a:solidFill>
            <a:srgbClr val="00A3C4"/>
          </a:solidFill>
          <a:ln w="12700">
            <a:solidFill>
              <a:srgbClr val="00A3C4"/>
            </a:solidFill>
            <a:prstDash val="solid"/>
          </a:ln>
        </p:spPr>
      </p:sp>
      <p:sp>
        <p:nvSpPr>
          <p:cNvPr id="27" name="Text 25"/>
          <p:cNvSpPr txBox="1"/>
          <p:nvPr/>
        </p:nvSpPr>
        <p:spPr>
          <a:xfrm>
            <a:off x="4636008" y="5669280"/>
            <a:ext cx="3291840" cy="256032"/>
          </a:xfrm>
          <a:prstGeom prst="rect">
            <a:avLst/>
          </a:prstGeom>
          <a:noFill/>
          <a:ln/>
        </p:spPr>
        <p:txBody>
          <a:bodyPr wrap="square" lIns="0" tIns="0" rIns="0" bIns="0" rtlCol="0" anchor="ctr"/>
          <a:lstStyle/>
          <a:p>
            <a:pPr indent="0" marL="0">
              <a:buNone/>
            </a:pPr>
            <a:r>
              <a:rPr lang="en-US" sz="1050" b="1" dirty="0">
                <a:solidFill>
                  <a:srgbClr val="16305B"/>
                </a:solidFill>
                <a:latin typeface="Malgun Gothic" pitchFamily="34" charset="0"/>
                <a:ea typeface="Malgun Gothic" pitchFamily="34" charset="-122"/>
                <a:cs typeface="Malgun Gothic" pitchFamily="34" charset="-120"/>
              </a:rPr>
              <a:t>맥락 유지</a:t>
            </a:r>
            <a:endParaRPr lang="en-US" sz="1050" dirty="0"/>
          </a:p>
        </p:txBody>
      </p:sp>
      <p:sp>
        <p:nvSpPr>
          <p:cNvPr id="28" name="Text 26"/>
          <p:cNvSpPr txBox="1"/>
          <p:nvPr/>
        </p:nvSpPr>
        <p:spPr>
          <a:xfrm>
            <a:off x="4636008" y="5943600"/>
            <a:ext cx="3291840" cy="310896"/>
          </a:xfrm>
          <a:prstGeom prst="rect">
            <a:avLst/>
          </a:prstGeom>
          <a:noFill/>
          <a:ln/>
        </p:spPr>
        <p:txBody>
          <a:bodyPr wrap="square" lIns="0" tIns="0" rIns="0" bIns="0" rtlCol="0" anchor="ctr"/>
          <a:lstStyle/>
          <a:p>
            <a:pPr indent="0" marL="0">
              <a:buNone/>
            </a:pPr>
            <a:r>
              <a:rPr lang="en-US" sz="950" dirty="0">
                <a:solidFill>
                  <a:srgbClr val="6B7A8F"/>
                </a:solidFill>
                <a:latin typeface="Malgun Gothic" pitchFamily="34" charset="0"/>
                <a:ea typeface="Malgun Gothic" pitchFamily="34" charset="-122"/>
                <a:cs typeface="Malgun Gothic" pitchFamily="34" charset="-120"/>
              </a:rPr>
              <a:t>세션이 바뀌어도 저장소를 읽어 이어서 작업</a:t>
            </a:r>
            <a:endParaRPr lang="en-US" sz="950" dirty="0"/>
          </a:p>
        </p:txBody>
      </p:sp>
      <p:sp>
        <p:nvSpPr>
          <p:cNvPr id="29" name="Shape 27"/>
          <p:cNvSpPr/>
          <p:nvPr/>
        </p:nvSpPr>
        <p:spPr>
          <a:xfrm>
            <a:off x="8147304" y="5724144"/>
            <a:ext cx="64008" cy="164592"/>
          </a:xfrm>
          <a:prstGeom prst="rect">
            <a:avLst/>
          </a:prstGeom>
          <a:solidFill>
            <a:srgbClr val="00A3C4"/>
          </a:solidFill>
          <a:ln w="12700">
            <a:solidFill>
              <a:srgbClr val="00A3C4"/>
            </a:solidFill>
            <a:prstDash val="solid"/>
          </a:ln>
        </p:spPr>
      </p:sp>
      <p:sp>
        <p:nvSpPr>
          <p:cNvPr id="30" name="Text 28"/>
          <p:cNvSpPr txBox="1"/>
          <p:nvPr/>
        </p:nvSpPr>
        <p:spPr>
          <a:xfrm>
            <a:off x="8293608" y="5669280"/>
            <a:ext cx="3291840" cy="256032"/>
          </a:xfrm>
          <a:prstGeom prst="rect">
            <a:avLst/>
          </a:prstGeom>
          <a:noFill/>
          <a:ln/>
        </p:spPr>
        <p:txBody>
          <a:bodyPr wrap="square" lIns="0" tIns="0" rIns="0" bIns="0" rtlCol="0" anchor="ctr"/>
          <a:lstStyle/>
          <a:p>
            <a:pPr indent="0" marL="0">
              <a:buNone/>
            </a:pPr>
            <a:r>
              <a:rPr lang="en-US" sz="1050" b="1" dirty="0">
                <a:solidFill>
                  <a:srgbClr val="16305B"/>
                </a:solidFill>
                <a:latin typeface="Malgun Gothic" pitchFamily="34" charset="0"/>
                <a:ea typeface="Malgun Gothic" pitchFamily="34" charset="-122"/>
                <a:cs typeface="Malgun Gothic" pitchFamily="34" charset="-120"/>
              </a:rPr>
              <a:t>이력 = 근거</a:t>
            </a:r>
            <a:endParaRPr lang="en-US" sz="1050" dirty="0"/>
          </a:p>
        </p:txBody>
      </p:sp>
      <p:sp>
        <p:nvSpPr>
          <p:cNvPr id="31" name="Text 29"/>
          <p:cNvSpPr txBox="1"/>
          <p:nvPr/>
        </p:nvSpPr>
        <p:spPr>
          <a:xfrm>
            <a:off x="8293608" y="5943600"/>
            <a:ext cx="3291840" cy="310896"/>
          </a:xfrm>
          <a:prstGeom prst="rect">
            <a:avLst/>
          </a:prstGeom>
          <a:noFill/>
          <a:ln/>
        </p:spPr>
        <p:txBody>
          <a:bodyPr wrap="square" lIns="0" tIns="0" rIns="0" bIns="0" rtlCol="0" anchor="ctr"/>
          <a:lstStyle/>
          <a:p>
            <a:pPr indent="0" marL="0">
              <a:buNone/>
            </a:pPr>
            <a:r>
              <a:rPr lang="en-US" sz="950" dirty="0">
                <a:solidFill>
                  <a:srgbClr val="6B7A8F"/>
                </a:solidFill>
                <a:latin typeface="Malgun Gothic" pitchFamily="34" charset="0"/>
                <a:ea typeface="Malgun Gothic" pitchFamily="34" charset="-122"/>
                <a:cs typeface="Malgun Gothic" pitchFamily="34" charset="-120"/>
              </a:rPr>
              <a:t>커밋 메시지가 곧 설계 변경 사유로 남음</a:t>
            </a:r>
            <a:endParaRPr lang="en-US" sz="950" dirty="0"/>
          </a:p>
        </p:txBody>
      </p:sp>
      <p:sp>
        <p:nvSpPr>
          <p:cNvPr id="32" name="Text 30"/>
          <p:cNvSpPr txBox="1"/>
          <p:nvPr/>
        </p:nvSpPr>
        <p:spPr>
          <a:xfrm>
            <a:off x="502920" y="6419088"/>
            <a:ext cx="5486400" cy="237744"/>
          </a:xfrm>
          <a:prstGeom prst="rect">
            <a:avLst/>
          </a:prstGeom>
          <a:noFill/>
          <a:ln/>
        </p:spPr>
        <p:txBody>
          <a:bodyPr wrap="square" lIns="0" tIns="0" rIns="0" bIns="0" rtlCol="0" anchor="ctr"/>
          <a:lstStyle/>
          <a:p>
            <a:pPr indent="0" marL="0">
              <a:buNone/>
            </a:pPr>
            <a:r>
              <a:rPr lang="en-US" sz="850" i="1" dirty="0">
                <a:solidFill>
                  <a:srgbClr val="6B7A8F"/>
                </a:solidFill>
                <a:latin typeface="Malgun Gothic" pitchFamily="34" charset="0"/>
                <a:ea typeface="Malgun Gothic" pitchFamily="34" charset="-122"/>
                <a:cs typeface="Malgun Gothic" pitchFamily="34" charset="-120"/>
              </a:rPr>
              <a:t>※ 화면 내 설계 세부값은 마스킹 처리</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5F8"/>
        </a:solidFill>
      </p:bgPr>
    </p:bg>
    <p:spTree>
      <p:nvGrpSpPr>
        <p:cNvPr id="1" name=""/>
        <p:cNvGrpSpPr/>
        <p:nvPr/>
      </p:nvGrpSpPr>
      <p:grpSpPr>
        <a:xfrm>
          <a:off x="0" y="0"/>
          <a:ext cx="0" cy="0"/>
          <a:chOff x="0" y="0"/>
          <a:chExt cx="0" cy="0"/>
        </a:xfrm>
      </p:grpSpPr>
      <p:sp>
        <p:nvSpPr>
          <p:cNvPr id="2" name="Shape 0"/>
          <p:cNvSpPr/>
          <p:nvPr/>
        </p:nvSpPr>
        <p:spPr>
          <a:xfrm>
            <a:off x="502920" y="384048"/>
            <a:ext cx="475488" cy="475488"/>
          </a:xfrm>
          <a:prstGeom prst="rect">
            <a:avLst/>
          </a:prstGeom>
          <a:solidFill>
            <a:srgbClr val="16305B"/>
          </a:solidFill>
          <a:ln w="12700">
            <a:solidFill>
              <a:srgbClr val="16305B"/>
            </a:solidFill>
            <a:prstDash val="solid"/>
          </a:ln>
        </p:spPr>
      </p:sp>
      <p:sp>
        <p:nvSpPr>
          <p:cNvPr id="3" name="Text 1"/>
          <p:cNvSpPr txBox="1"/>
          <p:nvPr/>
        </p:nvSpPr>
        <p:spPr>
          <a:xfrm>
            <a:off x="502920" y="38404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01</a:t>
            </a:r>
            <a:endParaRPr lang="en-US" sz="1600" dirty="0"/>
          </a:p>
        </p:txBody>
      </p:sp>
      <p:sp>
        <p:nvSpPr>
          <p:cNvPr id="4" name="Text 2"/>
          <p:cNvSpPr txBox="1"/>
          <p:nvPr/>
        </p:nvSpPr>
        <p:spPr>
          <a:xfrm>
            <a:off x="1124712" y="365760"/>
            <a:ext cx="7315200" cy="237744"/>
          </a:xfrm>
          <a:prstGeom prst="rect">
            <a:avLst/>
          </a:prstGeom>
          <a:noFill/>
          <a:ln/>
        </p:spPr>
        <p:txBody>
          <a:bodyPr wrap="square" lIns="0" tIns="0" rIns="0" bIns="0" rtlCol="0" anchor="ctr"/>
          <a:lstStyle/>
          <a:p>
            <a:pPr indent="0" marL="0">
              <a:buNone/>
            </a:pPr>
            <a:r>
              <a:rPr lang="en-US" sz="1050" b="1" spc="100" kern="0" dirty="0">
                <a:solidFill>
                  <a:srgbClr val="00A3C4"/>
                </a:solidFill>
                <a:latin typeface="Malgun Gothic" pitchFamily="34" charset="0"/>
                <a:ea typeface="Malgun Gothic" pitchFamily="34" charset="-122"/>
                <a:cs typeface="Malgun Gothic" pitchFamily="34" charset="-120"/>
              </a:rPr>
              <a:t>AI 에이전트 기반 개발환경 구축</a:t>
            </a:r>
            <a:endParaRPr lang="en-US" sz="1050" dirty="0"/>
          </a:p>
        </p:txBody>
      </p:sp>
      <p:sp>
        <p:nvSpPr>
          <p:cNvPr id="5" name="Text 3"/>
          <p:cNvSpPr txBox="1"/>
          <p:nvPr/>
        </p:nvSpPr>
        <p:spPr>
          <a:xfrm>
            <a:off x="1124712" y="548640"/>
            <a:ext cx="10607040" cy="384048"/>
          </a:xfrm>
          <a:prstGeom prst="rect">
            <a:avLst/>
          </a:prstGeom>
          <a:noFill/>
          <a:ln/>
        </p:spPr>
        <p:txBody>
          <a:bodyPr wrap="square" lIns="0" tIns="0" rIns="0" bIns="0" rtlCol="0" anchor="ctr"/>
          <a:lstStyle/>
          <a:p>
            <a:pPr indent="0" marL="0">
              <a:buNone/>
            </a:pPr>
            <a:r>
              <a:rPr lang="en-US" sz="2200" b="1" dirty="0">
                <a:solidFill>
                  <a:srgbClr val="16305B"/>
                </a:solidFill>
                <a:latin typeface="Malgun Gothic" pitchFamily="34" charset="0"/>
                <a:ea typeface="Malgun Gothic" pitchFamily="34" charset="-122"/>
                <a:cs typeface="Malgun Gothic" pitchFamily="34" charset="-120"/>
              </a:rPr>
              <a:t>내부망 실행 구조 — 시스템 아키텍처</a:t>
            </a:r>
            <a:endParaRPr lang="en-US" sz="2200" dirty="0"/>
          </a:p>
        </p:txBody>
      </p:sp>
      <p:sp>
        <p:nvSpPr>
          <p:cNvPr id="6" name="Shape 4"/>
          <p:cNvSpPr/>
          <p:nvPr/>
        </p:nvSpPr>
        <p:spPr>
          <a:xfrm>
            <a:off x="502920" y="1115568"/>
            <a:ext cx="64008" cy="237744"/>
          </a:xfrm>
          <a:prstGeom prst="rect">
            <a:avLst/>
          </a:prstGeom>
          <a:solidFill>
            <a:srgbClr val="00A3C4"/>
          </a:solidFill>
          <a:ln w="12700">
            <a:solidFill>
              <a:srgbClr val="00A3C4"/>
            </a:solidFill>
            <a:prstDash val="solid"/>
          </a:ln>
        </p:spPr>
      </p:sp>
      <p:sp>
        <p:nvSpPr>
          <p:cNvPr id="7" name="Text 5"/>
          <p:cNvSpPr txBox="1"/>
          <p:nvPr/>
        </p:nvSpPr>
        <p:spPr>
          <a:xfrm>
            <a:off x="667512" y="1060704"/>
            <a:ext cx="10607040" cy="329184"/>
          </a:xfrm>
          <a:prstGeom prst="rect">
            <a:avLst/>
          </a:prstGeom>
          <a:noFill/>
          <a:ln/>
        </p:spPr>
        <p:txBody>
          <a:bodyPr wrap="square" lIns="0" tIns="0" rIns="0" bIns="0" rtlCol="0" anchor="ctr"/>
          <a:lstStyle/>
          <a:p>
            <a:pPr indent="0" marL="0">
              <a:buNone/>
            </a:pPr>
            <a:r>
              <a:rPr lang="en-US" sz="1250" b="1" dirty="0">
                <a:solidFill>
                  <a:srgbClr val="16305B"/>
                </a:solidFill>
                <a:latin typeface="Malgun Gothic" pitchFamily="34" charset="0"/>
                <a:ea typeface="Malgun Gothic" pitchFamily="34" charset="-122"/>
                <a:cs typeface="Malgun Gothic" pitchFamily="34" charset="-120"/>
              </a:rPr>
              <a:t>작성된 코드가 CAD·해석 프로그램을 직접 제어 — 전 과정이 코드로 연결됨</a:t>
            </a:r>
            <a:endParaRPr lang="en-US" sz="1250" dirty="0"/>
          </a:p>
        </p:txBody>
      </p:sp>
      <p:sp>
        <p:nvSpPr>
          <p:cNvPr id="8" name="Shape 6"/>
          <p:cNvSpPr/>
          <p:nvPr/>
        </p:nvSpPr>
        <p:spPr>
          <a:xfrm>
            <a:off x="448056" y="1444752"/>
            <a:ext cx="7927848" cy="4442537"/>
          </a:xfrm>
          <a:prstGeom prst="roundRect">
            <a:avLst>
              <a:gd name="adj" fmla="val 1029"/>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pic>
        <p:nvPicPr>
          <p:cNvPr id="9" name="Image 0" descr="/home/user/dddd/시스템아키텍처.PNG">    </p:cNvPr>
          <p:cNvPicPr>
            <a:picLocks noChangeAspect="1"/>
          </p:cNvPicPr>
          <p:nvPr/>
        </p:nvPicPr>
        <p:blipFill>
          <a:blip r:embed="rId1"/>
          <a:stretch>
            <a:fillRect/>
          </a:stretch>
        </p:blipFill>
        <p:spPr>
          <a:xfrm>
            <a:off x="502920" y="1499616"/>
            <a:ext cx="7818120" cy="4332809"/>
          </a:xfrm>
          <a:prstGeom prst="rect">
            <a:avLst/>
          </a:prstGeom>
        </p:spPr>
      </p:pic>
      <p:sp>
        <p:nvSpPr>
          <p:cNvPr id="10" name="Text 7"/>
          <p:cNvSpPr txBox="1"/>
          <p:nvPr/>
        </p:nvSpPr>
        <p:spPr>
          <a:xfrm>
            <a:off x="8732520" y="1481328"/>
            <a:ext cx="2956255" cy="274320"/>
          </a:xfrm>
          <a:prstGeom prst="rect">
            <a:avLst/>
          </a:prstGeom>
          <a:noFill/>
          <a:ln/>
        </p:spPr>
        <p:txBody>
          <a:bodyPr wrap="square" lIns="0" tIns="0" rIns="0" bIns="0" rtlCol="0" anchor="ctr"/>
          <a:lstStyle/>
          <a:p>
            <a:pPr indent="0" marL="0">
              <a:buNone/>
            </a:pPr>
            <a:r>
              <a:rPr lang="en-US" sz="1200" b="1" dirty="0">
                <a:solidFill>
                  <a:srgbClr val="16305B"/>
                </a:solidFill>
                <a:latin typeface="Malgun Gothic" pitchFamily="34" charset="0"/>
                <a:ea typeface="Malgun Gothic" pitchFamily="34" charset="-122"/>
                <a:cs typeface="Malgun Gothic" pitchFamily="34" charset="-120"/>
              </a:rPr>
              <a:t>구성 계층</a:t>
            </a:r>
            <a:endParaRPr lang="en-US" sz="1200" dirty="0"/>
          </a:p>
        </p:txBody>
      </p:sp>
      <p:sp>
        <p:nvSpPr>
          <p:cNvPr id="11" name="Shape 8"/>
          <p:cNvSpPr/>
          <p:nvPr/>
        </p:nvSpPr>
        <p:spPr>
          <a:xfrm>
            <a:off x="8732520" y="1828800"/>
            <a:ext cx="237744" cy="237744"/>
          </a:xfrm>
          <a:prstGeom prst="ellipse">
            <a:avLst/>
          </a:prstGeom>
          <a:solidFill>
            <a:srgbClr val="16305B"/>
          </a:solidFill>
          <a:ln w="12700">
            <a:solidFill>
              <a:srgbClr val="16305B"/>
            </a:solidFill>
            <a:prstDash val="solid"/>
          </a:ln>
        </p:spPr>
      </p:sp>
      <p:sp>
        <p:nvSpPr>
          <p:cNvPr id="12" name="Text 9"/>
          <p:cNvSpPr txBox="1"/>
          <p:nvPr/>
        </p:nvSpPr>
        <p:spPr>
          <a:xfrm>
            <a:off x="8732520" y="1828800"/>
            <a:ext cx="237744"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Malgun Gothic" pitchFamily="34" charset="0"/>
                <a:ea typeface="Malgun Gothic" pitchFamily="34" charset="-122"/>
                <a:cs typeface="Malgun Gothic" pitchFamily="34" charset="-120"/>
              </a:rPr>
              <a:t>1</a:t>
            </a:r>
            <a:endParaRPr lang="en-US" sz="850" dirty="0"/>
          </a:p>
        </p:txBody>
      </p:sp>
      <p:sp>
        <p:nvSpPr>
          <p:cNvPr id="13" name="Text 10"/>
          <p:cNvSpPr txBox="1"/>
          <p:nvPr/>
        </p:nvSpPr>
        <p:spPr>
          <a:xfrm>
            <a:off x="9061704" y="1810512"/>
            <a:ext cx="2627071" cy="256032"/>
          </a:xfrm>
          <a:prstGeom prst="rect">
            <a:avLst/>
          </a:prstGeom>
          <a:noFill/>
          <a:ln/>
        </p:spPr>
        <p:txBody>
          <a:bodyPr wrap="square" lIns="0" tIns="0" rIns="0" bIns="0" rtlCol="0" anchor="ctr"/>
          <a:lstStyle/>
          <a:p>
            <a:pPr indent="0" marL="0">
              <a:buNone/>
            </a:pPr>
            <a:r>
              <a:rPr lang="en-US" sz="1050" b="1" dirty="0">
                <a:solidFill>
                  <a:srgbClr val="16305B"/>
                </a:solidFill>
                <a:latin typeface="Malgun Gothic" pitchFamily="34" charset="0"/>
                <a:ea typeface="Malgun Gothic" pitchFamily="34" charset="-122"/>
                <a:cs typeface="Malgun Gothic" pitchFamily="34" charset="-120"/>
              </a:rPr>
              <a:t>개발 환경</a:t>
            </a:r>
            <a:endParaRPr lang="en-US" sz="1050" dirty="0"/>
          </a:p>
        </p:txBody>
      </p:sp>
      <p:sp>
        <p:nvSpPr>
          <p:cNvPr id="14" name="Text 11"/>
          <p:cNvSpPr txBox="1"/>
          <p:nvPr/>
        </p:nvSpPr>
        <p:spPr>
          <a:xfrm>
            <a:off x="9061704" y="2066544"/>
            <a:ext cx="2627071" cy="384048"/>
          </a:xfrm>
          <a:prstGeom prst="rect">
            <a:avLst/>
          </a:prstGeom>
          <a:noFill/>
          <a:ln/>
        </p:spPr>
        <p:txBody>
          <a:bodyPr wrap="square" lIns="0" tIns="0" rIns="0" bIns="0" rtlCol="0" anchor="ctr"/>
          <a:lstStyle/>
          <a:p>
            <a:pPr indent="0" marL="0">
              <a:lnSpc>
                <a:spcPct val="115000"/>
              </a:lnSpc>
              <a:buNone/>
            </a:pPr>
            <a:r>
              <a:rPr lang="en-US" sz="950" dirty="0">
                <a:solidFill>
                  <a:srgbClr val="6B7A8F"/>
                </a:solidFill>
                <a:latin typeface="Malgun Gothic" pitchFamily="34" charset="0"/>
                <a:ea typeface="Malgun Gothic" pitchFamily="34" charset="-122"/>
                <a:cs typeface="Malgun Gothic" pitchFamily="34" charset="-120"/>
              </a:rPr>
              <a:t>코드 편집 · 디버깅 · 인터프리터 설정</a:t>
            </a:r>
            <a:endParaRPr lang="en-US" sz="950" dirty="0"/>
          </a:p>
        </p:txBody>
      </p:sp>
      <p:sp>
        <p:nvSpPr>
          <p:cNvPr id="15" name="Shape 12"/>
          <p:cNvSpPr/>
          <p:nvPr/>
        </p:nvSpPr>
        <p:spPr>
          <a:xfrm>
            <a:off x="8732520" y="2578608"/>
            <a:ext cx="237744" cy="237744"/>
          </a:xfrm>
          <a:prstGeom prst="ellipse">
            <a:avLst/>
          </a:prstGeom>
          <a:solidFill>
            <a:srgbClr val="16305B"/>
          </a:solidFill>
          <a:ln w="12700">
            <a:solidFill>
              <a:srgbClr val="16305B"/>
            </a:solidFill>
            <a:prstDash val="solid"/>
          </a:ln>
        </p:spPr>
      </p:sp>
      <p:sp>
        <p:nvSpPr>
          <p:cNvPr id="16" name="Text 13"/>
          <p:cNvSpPr txBox="1"/>
          <p:nvPr/>
        </p:nvSpPr>
        <p:spPr>
          <a:xfrm>
            <a:off x="8732520" y="2578608"/>
            <a:ext cx="237744"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Malgun Gothic" pitchFamily="34" charset="0"/>
                <a:ea typeface="Malgun Gothic" pitchFamily="34" charset="-122"/>
                <a:cs typeface="Malgun Gothic" pitchFamily="34" charset="-120"/>
              </a:rPr>
              <a:t>2</a:t>
            </a:r>
            <a:endParaRPr lang="en-US" sz="850" dirty="0"/>
          </a:p>
        </p:txBody>
      </p:sp>
      <p:sp>
        <p:nvSpPr>
          <p:cNvPr id="17" name="Text 14"/>
          <p:cNvSpPr txBox="1"/>
          <p:nvPr/>
        </p:nvSpPr>
        <p:spPr>
          <a:xfrm>
            <a:off x="9061704" y="2560320"/>
            <a:ext cx="2627071" cy="256032"/>
          </a:xfrm>
          <a:prstGeom prst="rect">
            <a:avLst/>
          </a:prstGeom>
          <a:noFill/>
          <a:ln/>
        </p:spPr>
        <p:txBody>
          <a:bodyPr wrap="square" lIns="0" tIns="0" rIns="0" bIns="0" rtlCol="0" anchor="ctr"/>
          <a:lstStyle/>
          <a:p>
            <a:pPr indent="0" marL="0">
              <a:buNone/>
            </a:pPr>
            <a:r>
              <a:rPr lang="en-US" sz="1050" b="1" dirty="0">
                <a:solidFill>
                  <a:srgbClr val="16305B"/>
                </a:solidFill>
                <a:latin typeface="Malgun Gothic" pitchFamily="34" charset="0"/>
                <a:ea typeface="Malgun Gothic" pitchFamily="34" charset="-122"/>
                <a:cs typeface="Malgun Gothic" pitchFamily="34" charset="-120"/>
              </a:rPr>
              <a:t>실행 환경</a:t>
            </a:r>
            <a:endParaRPr lang="en-US" sz="1050" dirty="0"/>
          </a:p>
        </p:txBody>
      </p:sp>
      <p:sp>
        <p:nvSpPr>
          <p:cNvPr id="18" name="Text 15"/>
          <p:cNvSpPr txBox="1"/>
          <p:nvPr/>
        </p:nvSpPr>
        <p:spPr>
          <a:xfrm>
            <a:off x="9061704" y="2816352"/>
            <a:ext cx="2627071" cy="384048"/>
          </a:xfrm>
          <a:prstGeom prst="rect">
            <a:avLst/>
          </a:prstGeom>
          <a:noFill/>
          <a:ln/>
        </p:spPr>
        <p:txBody>
          <a:bodyPr wrap="square" lIns="0" tIns="0" rIns="0" bIns="0" rtlCol="0" anchor="ctr"/>
          <a:lstStyle/>
          <a:p>
            <a:pPr indent="0" marL="0">
              <a:lnSpc>
                <a:spcPct val="115000"/>
              </a:lnSpc>
              <a:buNone/>
            </a:pPr>
            <a:r>
              <a:rPr lang="en-US" sz="950" dirty="0">
                <a:solidFill>
                  <a:srgbClr val="6B7A8F"/>
                </a:solidFill>
                <a:latin typeface="Malgun Gothic" pitchFamily="34" charset="0"/>
                <a:ea typeface="Malgun Gothic" pitchFamily="34" charset="-122"/>
                <a:cs typeface="Malgun Gothic" pitchFamily="34" charset="-120"/>
              </a:rPr>
              <a:t>Python 기반 API 라이브러리로 명령 전달</a:t>
            </a:r>
            <a:endParaRPr lang="en-US" sz="950" dirty="0"/>
          </a:p>
        </p:txBody>
      </p:sp>
      <p:sp>
        <p:nvSpPr>
          <p:cNvPr id="19" name="Shape 16"/>
          <p:cNvSpPr/>
          <p:nvPr/>
        </p:nvSpPr>
        <p:spPr>
          <a:xfrm>
            <a:off x="8732520" y="3328416"/>
            <a:ext cx="237744" cy="237744"/>
          </a:xfrm>
          <a:prstGeom prst="ellipse">
            <a:avLst/>
          </a:prstGeom>
          <a:solidFill>
            <a:srgbClr val="16305B"/>
          </a:solidFill>
          <a:ln w="12700">
            <a:solidFill>
              <a:srgbClr val="16305B"/>
            </a:solidFill>
            <a:prstDash val="solid"/>
          </a:ln>
        </p:spPr>
      </p:sp>
      <p:sp>
        <p:nvSpPr>
          <p:cNvPr id="20" name="Text 17"/>
          <p:cNvSpPr txBox="1"/>
          <p:nvPr/>
        </p:nvSpPr>
        <p:spPr>
          <a:xfrm>
            <a:off x="8732520" y="3328416"/>
            <a:ext cx="237744"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Malgun Gothic" pitchFamily="34" charset="0"/>
                <a:ea typeface="Malgun Gothic" pitchFamily="34" charset="-122"/>
                <a:cs typeface="Malgun Gothic" pitchFamily="34" charset="-120"/>
              </a:rPr>
              <a:t>3</a:t>
            </a:r>
            <a:endParaRPr lang="en-US" sz="850" dirty="0"/>
          </a:p>
        </p:txBody>
      </p:sp>
      <p:sp>
        <p:nvSpPr>
          <p:cNvPr id="21" name="Text 18"/>
          <p:cNvSpPr txBox="1"/>
          <p:nvPr/>
        </p:nvSpPr>
        <p:spPr>
          <a:xfrm>
            <a:off x="9061704" y="3310128"/>
            <a:ext cx="2627071" cy="256032"/>
          </a:xfrm>
          <a:prstGeom prst="rect">
            <a:avLst/>
          </a:prstGeom>
          <a:noFill/>
          <a:ln/>
        </p:spPr>
        <p:txBody>
          <a:bodyPr wrap="square" lIns="0" tIns="0" rIns="0" bIns="0" rtlCol="0" anchor="ctr"/>
          <a:lstStyle/>
          <a:p>
            <a:pPr indent="0" marL="0">
              <a:buNone/>
            </a:pPr>
            <a:r>
              <a:rPr lang="en-US" sz="1050" b="1" dirty="0">
                <a:solidFill>
                  <a:srgbClr val="16305B"/>
                </a:solidFill>
                <a:latin typeface="Malgun Gothic" pitchFamily="34" charset="0"/>
                <a:ea typeface="Malgun Gothic" pitchFamily="34" charset="-122"/>
                <a:cs typeface="Malgun Gothic" pitchFamily="34" charset="-120"/>
              </a:rPr>
              <a:t>CAD</a:t>
            </a:r>
            <a:endParaRPr lang="en-US" sz="1050" dirty="0"/>
          </a:p>
        </p:txBody>
      </p:sp>
      <p:sp>
        <p:nvSpPr>
          <p:cNvPr id="22" name="Text 19"/>
          <p:cNvSpPr txBox="1"/>
          <p:nvPr/>
        </p:nvSpPr>
        <p:spPr>
          <a:xfrm>
            <a:off x="9061704" y="3566160"/>
            <a:ext cx="2627071" cy="384048"/>
          </a:xfrm>
          <a:prstGeom prst="rect">
            <a:avLst/>
          </a:prstGeom>
          <a:noFill/>
          <a:ln/>
        </p:spPr>
        <p:txBody>
          <a:bodyPr wrap="square" lIns="0" tIns="0" rIns="0" bIns="0" rtlCol="0" anchor="ctr"/>
          <a:lstStyle/>
          <a:p>
            <a:pPr indent="0" marL="0">
              <a:lnSpc>
                <a:spcPct val="115000"/>
              </a:lnSpc>
              <a:buNone/>
            </a:pPr>
            <a:r>
              <a:rPr lang="en-US" sz="950" dirty="0">
                <a:solidFill>
                  <a:srgbClr val="6B7A8F"/>
                </a:solidFill>
                <a:latin typeface="Malgun Gothic" pitchFamily="34" charset="0"/>
                <a:ea typeface="Malgun Gothic" pitchFamily="34" charset="-122"/>
                <a:cs typeface="Malgun Gothic" pitchFamily="34" charset="-120"/>
              </a:rPr>
              <a:t>형상 파라미터 갱신 · 리빌드 · STEP 내보내기</a:t>
            </a:r>
            <a:endParaRPr lang="en-US" sz="950" dirty="0"/>
          </a:p>
        </p:txBody>
      </p:sp>
      <p:sp>
        <p:nvSpPr>
          <p:cNvPr id="23" name="Shape 20"/>
          <p:cNvSpPr/>
          <p:nvPr/>
        </p:nvSpPr>
        <p:spPr>
          <a:xfrm>
            <a:off x="8732520" y="4078224"/>
            <a:ext cx="237744" cy="237744"/>
          </a:xfrm>
          <a:prstGeom prst="ellipse">
            <a:avLst/>
          </a:prstGeom>
          <a:solidFill>
            <a:srgbClr val="16305B"/>
          </a:solidFill>
          <a:ln w="12700">
            <a:solidFill>
              <a:srgbClr val="16305B"/>
            </a:solidFill>
            <a:prstDash val="solid"/>
          </a:ln>
        </p:spPr>
      </p:sp>
      <p:sp>
        <p:nvSpPr>
          <p:cNvPr id="24" name="Text 21"/>
          <p:cNvSpPr txBox="1"/>
          <p:nvPr/>
        </p:nvSpPr>
        <p:spPr>
          <a:xfrm>
            <a:off x="8732520" y="4078224"/>
            <a:ext cx="237744"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Malgun Gothic" pitchFamily="34" charset="0"/>
                <a:ea typeface="Malgun Gothic" pitchFamily="34" charset="-122"/>
                <a:cs typeface="Malgun Gothic" pitchFamily="34" charset="-120"/>
              </a:rPr>
              <a:t>4</a:t>
            </a:r>
            <a:endParaRPr lang="en-US" sz="850" dirty="0"/>
          </a:p>
        </p:txBody>
      </p:sp>
      <p:sp>
        <p:nvSpPr>
          <p:cNvPr id="25" name="Text 22"/>
          <p:cNvSpPr txBox="1"/>
          <p:nvPr/>
        </p:nvSpPr>
        <p:spPr>
          <a:xfrm>
            <a:off x="9061704" y="4059936"/>
            <a:ext cx="2627071" cy="256032"/>
          </a:xfrm>
          <a:prstGeom prst="rect">
            <a:avLst/>
          </a:prstGeom>
          <a:noFill/>
          <a:ln/>
        </p:spPr>
        <p:txBody>
          <a:bodyPr wrap="square" lIns="0" tIns="0" rIns="0" bIns="0" rtlCol="0" anchor="ctr"/>
          <a:lstStyle/>
          <a:p>
            <a:pPr indent="0" marL="0">
              <a:buNone/>
            </a:pPr>
            <a:r>
              <a:rPr lang="en-US" sz="1050" b="1" dirty="0">
                <a:solidFill>
                  <a:srgbClr val="16305B"/>
                </a:solidFill>
                <a:latin typeface="Malgun Gothic" pitchFamily="34" charset="0"/>
                <a:ea typeface="Malgun Gothic" pitchFamily="34" charset="-122"/>
                <a:cs typeface="Malgun Gothic" pitchFamily="34" charset="-120"/>
              </a:rPr>
              <a:t>해석</a:t>
            </a:r>
            <a:endParaRPr lang="en-US" sz="1050" dirty="0"/>
          </a:p>
        </p:txBody>
      </p:sp>
      <p:sp>
        <p:nvSpPr>
          <p:cNvPr id="26" name="Text 23"/>
          <p:cNvSpPr txBox="1"/>
          <p:nvPr/>
        </p:nvSpPr>
        <p:spPr>
          <a:xfrm>
            <a:off x="9061704" y="4315968"/>
            <a:ext cx="2627071" cy="384048"/>
          </a:xfrm>
          <a:prstGeom prst="rect">
            <a:avLst/>
          </a:prstGeom>
          <a:noFill/>
          <a:ln/>
        </p:spPr>
        <p:txBody>
          <a:bodyPr wrap="square" lIns="0" tIns="0" rIns="0" bIns="0" rtlCol="0" anchor="ctr"/>
          <a:lstStyle/>
          <a:p>
            <a:pPr indent="0" marL="0">
              <a:lnSpc>
                <a:spcPct val="115000"/>
              </a:lnSpc>
              <a:buNone/>
            </a:pPr>
            <a:r>
              <a:rPr lang="en-US" sz="950" dirty="0">
                <a:solidFill>
                  <a:srgbClr val="6B7A8F"/>
                </a:solidFill>
                <a:latin typeface="Malgun Gothic" pitchFamily="34" charset="0"/>
                <a:ea typeface="Malgun Gothic" pitchFamily="34" charset="-122"/>
                <a:cs typeface="Malgun Gothic" pitchFamily="34" charset="-120"/>
              </a:rPr>
              <a:t>해석 모델 구성 · 솔버 실행 · 결과 추출</a:t>
            </a:r>
            <a:endParaRPr lang="en-US" sz="950" dirty="0"/>
          </a:p>
        </p:txBody>
      </p:sp>
      <p:sp>
        <p:nvSpPr>
          <p:cNvPr id="27" name="Shape 24"/>
          <p:cNvSpPr/>
          <p:nvPr/>
        </p:nvSpPr>
        <p:spPr>
          <a:xfrm>
            <a:off x="8732520" y="4991177"/>
            <a:ext cx="2956255" cy="822960"/>
          </a:xfrm>
          <a:prstGeom prst="roundRect">
            <a:avLst>
              <a:gd name="adj" fmla="val 6667"/>
            </a:avLst>
          </a:prstGeom>
          <a:solidFill>
            <a:srgbClr val="16305B"/>
          </a:solidFill>
          <a:ln w="12700">
            <a:solidFill>
              <a:srgbClr val="16305B"/>
            </a:solidFill>
            <a:prstDash val="solid"/>
          </a:ln>
        </p:spPr>
      </p:sp>
      <p:sp>
        <p:nvSpPr>
          <p:cNvPr id="28" name="Text 25"/>
          <p:cNvSpPr txBox="1"/>
          <p:nvPr/>
        </p:nvSpPr>
        <p:spPr>
          <a:xfrm>
            <a:off x="8878824" y="4991177"/>
            <a:ext cx="2663647" cy="822960"/>
          </a:xfrm>
          <a:prstGeom prst="rect">
            <a:avLst/>
          </a:prstGeom>
          <a:noFill/>
          <a:ln/>
        </p:spPr>
        <p:txBody>
          <a:bodyPr wrap="square" lIns="0" tIns="0" rIns="0" bIns="0" rtlCol="0" anchor="ctr"/>
          <a:lstStyle/>
          <a:p>
            <a:pPr algn="ctr" indent="0" marL="0">
              <a:lnSpc>
                <a:spcPct val="120000"/>
              </a:lnSpc>
              <a:buNone/>
            </a:pPr>
            <a:r>
              <a:rPr lang="en-US" sz="1000" b="1" dirty="0">
                <a:solidFill>
                  <a:srgbClr val="FFFFFF"/>
                </a:solidFill>
                <a:latin typeface="Malgun Gothic" pitchFamily="34" charset="0"/>
                <a:ea typeface="Malgun Gothic" pitchFamily="34" charset="-122"/>
                <a:cs typeface="Malgun Gothic" pitchFamily="34" charset="-120"/>
              </a:rPr>
              <a:t>망분리 정책상</a:t>
            </a:r>
            <a:endParaRPr lang="en-US" sz="1000" dirty="0"/>
          </a:p>
          <a:p>
            <a:pPr algn="ctr" indent="0" marL="0">
              <a:lnSpc>
                <a:spcPct val="120000"/>
              </a:lnSpc>
              <a:buNone/>
            </a:pPr>
            <a:r>
              <a:rPr lang="en-US" sz="1000" b="1" dirty="0">
                <a:solidFill>
                  <a:srgbClr val="FFFFFF"/>
                </a:solidFill>
                <a:latin typeface="Malgun Gothic" pitchFamily="34" charset="0"/>
                <a:ea typeface="Malgun Gothic" pitchFamily="34" charset="-122"/>
                <a:cs typeface="Malgun Gothic" pitchFamily="34" charset="-120"/>
              </a:rPr>
              <a:t>외부망 ↔ 내부망 코드 이전은 수동 수행</a:t>
            </a:r>
            <a:endParaRPr lang="en-US" sz="1000" dirty="0"/>
          </a:p>
        </p:txBody>
      </p:sp>
      <p:sp>
        <p:nvSpPr>
          <p:cNvPr id="29" name="Shape 26"/>
          <p:cNvSpPr/>
          <p:nvPr/>
        </p:nvSpPr>
        <p:spPr>
          <a:xfrm>
            <a:off x="502920" y="6070169"/>
            <a:ext cx="11183112" cy="658368"/>
          </a:xfrm>
          <a:prstGeom prst="roundRect">
            <a:avLst>
              <a:gd name="adj" fmla="val 8333"/>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30" name="Shape 27"/>
          <p:cNvSpPr/>
          <p:nvPr/>
        </p:nvSpPr>
        <p:spPr>
          <a:xfrm>
            <a:off x="832104" y="6216473"/>
            <a:ext cx="64008" cy="155448"/>
          </a:xfrm>
          <a:prstGeom prst="rect">
            <a:avLst/>
          </a:prstGeom>
          <a:solidFill>
            <a:srgbClr val="00A3C4"/>
          </a:solidFill>
          <a:ln w="12700">
            <a:solidFill>
              <a:srgbClr val="00A3C4"/>
            </a:solidFill>
            <a:prstDash val="solid"/>
          </a:ln>
        </p:spPr>
      </p:sp>
      <p:sp>
        <p:nvSpPr>
          <p:cNvPr id="31" name="Text 28"/>
          <p:cNvSpPr txBox="1"/>
          <p:nvPr/>
        </p:nvSpPr>
        <p:spPr>
          <a:xfrm>
            <a:off x="978408" y="6161609"/>
            <a:ext cx="3291840" cy="256032"/>
          </a:xfrm>
          <a:prstGeom prst="rect">
            <a:avLst/>
          </a:prstGeom>
          <a:noFill/>
          <a:ln/>
        </p:spPr>
        <p:txBody>
          <a:bodyPr wrap="square" lIns="0" tIns="0" rIns="0" bIns="0" rtlCol="0" anchor="ctr"/>
          <a:lstStyle/>
          <a:p>
            <a:pPr indent="0" marL="0">
              <a:buNone/>
            </a:pPr>
            <a:r>
              <a:rPr lang="en-US" sz="1050" b="1" dirty="0">
                <a:solidFill>
                  <a:srgbClr val="16305B"/>
                </a:solidFill>
                <a:latin typeface="Malgun Gothic" pitchFamily="34" charset="0"/>
                <a:ea typeface="Malgun Gothic" pitchFamily="34" charset="-122"/>
                <a:cs typeface="Malgun Gothic" pitchFamily="34" charset="-120"/>
              </a:rPr>
              <a:t>프로그램 간 연동</a:t>
            </a:r>
            <a:endParaRPr lang="en-US" sz="1050" dirty="0"/>
          </a:p>
        </p:txBody>
      </p:sp>
      <p:sp>
        <p:nvSpPr>
          <p:cNvPr id="32" name="Text 29"/>
          <p:cNvSpPr txBox="1"/>
          <p:nvPr/>
        </p:nvSpPr>
        <p:spPr>
          <a:xfrm>
            <a:off x="978408" y="6417641"/>
            <a:ext cx="3383280" cy="256032"/>
          </a:xfrm>
          <a:prstGeom prst="rect">
            <a:avLst/>
          </a:prstGeom>
          <a:noFill/>
          <a:ln/>
        </p:spPr>
        <p:txBody>
          <a:bodyPr wrap="square" lIns="0" tIns="0" rIns="0" bIns="0" rtlCol="0" anchor="ctr"/>
          <a:lstStyle/>
          <a:p>
            <a:pPr indent="0" marL="0">
              <a:buNone/>
            </a:pPr>
            <a:r>
              <a:rPr lang="en-US" sz="950" dirty="0">
                <a:solidFill>
                  <a:srgbClr val="6B7A8F"/>
                </a:solidFill>
                <a:latin typeface="Malgun Gothic" pitchFamily="34" charset="0"/>
                <a:ea typeface="Malgun Gothic" pitchFamily="34" charset="-122"/>
                <a:cs typeface="Malgun Gothic" pitchFamily="34" charset="-120"/>
              </a:rPr>
              <a:t>CAD와 해석 프로그램을 코드 한 곳에서 제어</a:t>
            </a:r>
            <a:endParaRPr lang="en-US" sz="950" dirty="0"/>
          </a:p>
        </p:txBody>
      </p:sp>
      <p:sp>
        <p:nvSpPr>
          <p:cNvPr id="33" name="Shape 30"/>
          <p:cNvSpPr/>
          <p:nvPr/>
        </p:nvSpPr>
        <p:spPr>
          <a:xfrm>
            <a:off x="4489704" y="6216473"/>
            <a:ext cx="64008" cy="155448"/>
          </a:xfrm>
          <a:prstGeom prst="rect">
            <a:avLst/>
          </a:prstGeom>
          <a:solidFill>
            <a:srgbClr val="00A3C4"/>
          </a:solidFill>
          <a:ln w="12700">
            <a:solidFill>
              <a:srgbClr val="00A3C4"/>
            </a:solidFill>
            <a:prstDash val="solid"/>
          </a:ln>
        </p:spPr>
      </p:sp>
      <p:sp>
        <p:nvSpPr>
          <p:cNvPr id="34" name="Text 31"/>
          <p:cNvSpPr txBox="1"/>
          <p:nvPr/>
        </p:nvSpPr>
        <p:spPr>
          <a:xfrm>
            <a:off x="4636008" y="6161609"/>
            <a:ext cx="3291840" cy="256032"/>
          </a:xfrm>
          <a:prstGeom prst="rect">
            <a:avLst/>
          </a:prstGeom>
          <a:noFill/>
          <a:ln/>
        </p:spPr>
        <p:txBody>
          <a:bodyPr wrap="square" lIns="0" tIns="0" rIns="0" bIns="0" rtlCol="0" anchor="ctr"/>
          <a:lstStyle/>
          <a:p>
            <a:pPr indent="0" marL="0">
              <a:buNone/>
            </a:pPr>
            <a:r>
              <a:rPr lang="en-US" sz="1050" b="1" dirty="0">
                <a:solidFill>
                  <a:srgbClr val="16305B"/>
                </a:solidFill>
                <a:latin typeface="Malgun Gothic" pitchFamily="34" charset="0"/>
                <a:ea typeface="Malgun Gothic" pitchFamily="34" charset="-122"/>
                <a:cs typeface="Malgun Gothic" pitchFamily="34" charset="-120"/>
              </a:rPr>
              <a:t>수작업 개입 제거</a:t>
            </a:r>
            <a:endParaRPr lang="en-US" sz="1050" dirty="0"/>
          </a:p>
        </p:txBody>
      </p:sp>
      <p:sp>
        <p:nvSpPr>
          <p:cNvPr id="35" name="Text 32"/>
          <p:cNvSpPr txBox="1"/>
          <p:nvPr/>
        </p:nvSpPr>
        <p:spPr>
          <a:xfrm>
            <a:off x="4636008" y="6417641"/>
            <a:ext cx="3383280" cy="256032"/>
          </a:xfrm>
          <a:prstGeom prst="rect">
            <a:avLst/>
          </a:prstGeom>
          <a:noFill/>
          <a:ln/>
        </p:spPr>
        <p:txBody>
          <a:bodyPr wrap="square" lIns="0" tIns="0" rIns="0" bIns="0" rtlCol="0" anchor="ctr"/>
          <a:lstStyle/>
          <a:p>
            <a:pPr indent="0" marL="0">
              <a:buNone/>
            </a:pPr>
            <a:r>
              <a:rPr lang="en-US" sz="950" dirty="0">
                <a:solidFill>
                  <a:srgbClr val="6B7A8F"/>
                </a:solidFill>
                <a:latin typeface="Malgun Gothic" pitchFamily="34" charset="0"/>
                <a:ea typeface="Malgun Gothic" pitchFamily="34" charset="-122"/>
                <a:cs typeface="Malgun Gothic" pitchFamily="34" charset="-120"/>
              </a:rPr>
              <a:t>형상 수정·해석 실행·결과 정리를 무인 반복</a:t>
            </a:r>
            <a:endParaRPr lang="en-US" sz="950" dirty="0"/>
          </a:p>
        </p:txBody>
      </p:sp>
      <p:sp>
        <p:nvSpPr>
          <p:cNvPr id="36" name="Shape 33"/>
          <p:cNvSpPr/>
          <p:nvPr/>
        </p:nvSpPr>
        <p:spPr>
          <a:xfrm>
            <a:off x="8147304" y="6216473"/>
            <a:ext cx="64008" cy="155448"/>
          </a:xfrm>
          <a:prstGeom prst="rect">
            <a:avLst/>
          </a:prstGeom>
          <a:solidFill>
            <a:srgbClr val="00A3C4"/>
          </a:solidFill>
          <a:ln w="12700">
            <a:solidFill>
              <a:srgbClr val="00A3C4"/>
            </a:solidFill>
            <a:prstDash val="solid"/>
          </a:ln>
        </p:spPr>
      </p:sp>
      <p:sp>
        <p:nvSpPr>
          <p:cNvPr id="37" name="Text 34"/>
          <p:cNvSpPr txBox="1"/>
          <p:nvPr/>
        </p:nvSpPr>
        <p:spPr>
          <a:xfrm>
            <a:off x="8293608" y="6161609"/>
            <a:ext cx="3291840" cy="256032"/>
          </a:xfrm>
          <a:prstGeom prst="rect">
            <a:avLst/>
          </a:prstGeom>
          <a:noFill/>
          <a:ln/>
        </p:spPr>
        <p:txBody>
          <a:bodyPr wrap="square" lIns="0" tIns="0" rIns="0" bIns="0" rtlCol="0" anchor="ctr"/>
          <a:lstStyle/>
          <a:p>
            <a:pPr indent="0" marL="0">
              <a:buNone/>
            </a:pPr>
            <a:r>
              <a:rPr lang="en-US" sz="1050" b="1" dirty="0">
                <a:solidFill>
                  <a:srgbClr val="16305B"/>
                </a:solidFill>
                <a:latin typeface="Malgun Gothic" pitchFamily="34" charset="0"/>
                <a:ea typeface="Malgun Gothic" pitchFamily="34" charset="-122"/>
                <a:cs typeface="Malgun Gothic" pitchFamily="34" charset="-120"/>
              </a:rPr>
              <a:t>재사용 가능 구조</a:t>
            </a:r>
            <a:endParaRPr lang="en-US" sz="1050" dirty="0"/>
          </a:p>
        </p:txBody>
      </p:sp>
      <p:sp>
        <p:nvSpPr>
          <p:cNvPr id="38" name="Text 35"/>
          <p:cNvSpPr txBox="1"/>
          <p:nvPr/>
        </p:nvSpPr>
        <p:spPr>
          <a:xfrm>
            <a:off x="8293608" y="6417641"/>
            <a:ext cx="3383280" cy="256032"/>
          </a:xfrm>
          <a:prstGeom prst="rect">
            <a:avLst/>
          </a:prstGeom>
          <a:noFill/>
          <a:ln/>
        </p:spPr>
        <p:txBody>
          <a:bodyPr wrap="square" lIns="0" tIns="0" rIns="0" bIns="0" rtlCol="0" anchor="ctr"/>
          <a:lstStyle/>
          <a:p>
            <a:pPr indent="0" marL="0">
              <a:buNone/>
            </a:pPr>
            <a:r>
              <a:rPr lang="en-US" sz="950" dirty="0">
                <a:solidFill>
                  <a:srgbClr val="6B7A8F"/>
                </a:solidFill>
                <a:latin typeface="Malgun Gothic" pitchFamily="34" charset="0"/>
                <a:ea typeface="Malgun Gothic" pitchFamily="34" charset="-122"/>
                <a:cs typeface="Malgun Gothic" pitchFamily="34" charset="-120"/>
              </a:rPr>
              <a:t>설계변수 정의만 교체하면 타 과제 적용 가능</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5F8"/>
        </a:solidFill>
      </p:bgPr>
    </p:bg>
    <p:spTree>
      <p:nvGrpSpPr>
        <p:cNvPr id="1" name=""/>
        <p:cNvGrpSpPr/>
        <p:nvPr/>
      </p:nvGrpSpPr>
      <p:grpSpPr>
        <a:xfrm>
          <a:off x="0" y="0"/>
          <a:ext cx="0" cy="0"/>
          <a:chOff x="0" y="0"/>
          <a:chExt cx="0" cy="0"/>
        </a:xfrm>
      </p:grpSpPr>
      <p:sp>
        <p:nvSpPr>
          <p:cNvPr id="2" name="Shape 0"/>
          <p:cNvSpPr/>
          <p:nvPr/>
        </p:nvSpPr>
        <p:spPr>
          <a:xfrm>
            <a:off x="502920" y="384048"/>
            <a:ext cx="475488" cy="475488"/>
          </a:xfrm>
          <a:prstGeom prst="rect">
            <a:avLst/>
          </a:prstGeom>
          <a:solidFill>
            <a:srgbClr val="16305B"/>
          </a:solidFill>
          <a:ln w="12700">
            <a:solidFill>
              <a:srgbClr val="16305B"/>
            </a:solidFill>
            <a:prstDash val="solid"/>
          </a:ln>
        </p:spPr>
      </p:sp>
      <p:sp>
        <p:nvSpPr>
          <p:cNvPr id="3" name="Text 1"/>
          <p:cNvSpPr txBox="1"/>
          <p:nvPr/>
        </p:nvSpPr>
        <p:spPr>
          <a:xfrm>
            <a:off x="502920" y="38404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02</a:t>
            </a:r>
            <a:endParaRPr lang="en-US" sz="1600" dirty="0"/>
          </a:p>
        </p:txBody>
      </p:sp>
      <p:sp>
        <p:nvSpPr>
          <p:cNvPr id="4" name="Text 2"/>
          <p:cNvSpPr txBox="1"/>
          <p:nvPr/>
        </p:nvSpPr>
        <p:spPr>
          <a:xfrm>
            <a:off x="1124712" y="365760"/>
            <a:ext cx="7315200" cy="237744"/>
          </a:xfrm>
          <a:prstGeom prst="rect">
            <a:avLst/>
          </a:prstGeom>
          <a:noFill/>
          <a:ln/>
        </p:spPr>
        <p:txBody>
          <a:bodyPr wrap="square" lIns="0" tIns="0" rIns="0" bIns="0" rtlCol="0" anchor="ctr"/>
          <a:lstStyle/>
          <a:p>
            <a:pPr indent="0" marL="0">
              <a:buNone/>
            </a:pPr>
            <a:r>
              <a:rPr lang="en-US" sz="1050" b="1" spc="100" kern="0" dirty="0">
                <a:solidFill>
                  <a:srgbClr val="00A3C4"/>
                </a:solidFill>
                <a:latin typeface="Malgun Gothic" pitchFamily="34" charset="0"/>
                <a:ea typeface="Malgun Gothic" pitchFamily="34" charset="-122"/>
                <a:cs typeface="Malgun Gothic" pitchFamily="34" charset="-120"/>
              </a:rPr>
              <a:t>설계변수 정의 및 설계공간 설정</a:t>
            </a:r>
            <a:endParaRPr lang="en-US" sz="1050" dirty="0"/>
          </a:p>
        </p:txBody>
      </p:sp>
      <p:sp>
        <p:nvSpPr>
          <p:cNvPr id="5" name="Text 3"/>
          <p:cNvSpPr txBox="1"/>
          <p:nvPr/>
        </p:nvSpPr>
        <p:spPr>
          <a:xfrm>
            <a:off x="1124712" y="548640"/>
            <a:ext cx="10607040" cy="384048"/>
          </a:xfrm>
          <a:prstGeom prst="rect">
            <a:avLst/>
          </a:prstGeom>
          <a:noFill/>
          <a:ln/>
        </p:spPr>
        <p:txBody>
          <a:bodyPr wrap="square" lIns="0" tIns="0" rIns="0" bIns="0" rtlCol="0" anchor="ctr"/>
          <a:lstStyle/>
          <a:p>
            <a:pPr indent="0" marL="0">
              <a:buNone/>
            </a:pPr>
            <a:r>
              <a:rPr lang="en-US" sz="2200" b="1" dirty="0">
                <a:solidFill>
                  <a:srgbClr val="16305B"/>
                </a:solidFill>
                <a:latin typeface="Malgun Gothic" pitchFamily="34" charset="0"/>
                <a:ea typeface="Malgun Gothic" pitchFamily="34" charset="-122"/>
                <a:cs typeface="Malgun Gothic" pitchFamily="34" charset="-120"/>
              </a:rPr>
              <a:t>후보 설계변수 정의</a:t>
            </a:r>
            <a:endParaRPr lang="en-US" sz="2200" dirty="0"/>
          </a:p>
        </p:txBody>
      </p:sp>
      <p:sp>
        <p:nvSpPr>
          <p:cNvPr id="6" name="Shape 4"/>
          <p:cNvSpPr/>
          <p:nvPr/>
        </p:nvSpPr>
        <p:spPr>
          <a:xfrm>
            <a:off x="502920" y="1188720"/>
            <a:ext cx="5440680" cy="4160520"/>
          </a:xfrm>
          <a:prstGeom prst="roundRect">
            <a:avLst>
              <a:gd name="adj" fmla="val 1319"/>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7" name="Shape 5"/>
          <p:cNvSpPr/>
          <p:nvPr/>
        </p:nvSpPr>
        <p:spPr>
          <a:xfrm>
            <a:off x="758952" y="1463040"/>
            <a:ext cx="82296" cy="182880"/>
          </a:xfrm>
          <a:prstGeom prst="rect">
            <a:avLst/>
          </a:prstGeom>
          <a:solidFill>
            <a:srgbClr val="00A3C4"/>
          </a:solidFill>
          <a:ln w="12700">
            <a:solidFill>
              <a:srgbClr val="00A3C4"/>
            </a:solidFill>
            <a:prstDash val="solid"/>
          </a:ln>
        </p:spPr>
      </p:sp>
      <p:sp>
        <p:nvSpPr>
          <p:cNvPr id="8" name="Text 6"/>
          <p:cNvSpPr txBox="1"/>
          <p:nvPr/>
        </p:nvSpPr>
        <p:spPr>
          <a:xfrm>
            <a:off x="923544" y="1371600"/>
            <a:ext cx="4480560" cy="365760"/>
          </a:xfrm>
          <a:prstGeom prst="rect">
            <a:avLst/>
          </a:prstGeom>
          <a:noFill/>
          <a:ln/>
        </p:spPr>
        <p:txBody>
          <a:bodyPr wrap="square" lIns="0" tIns="0" rIns="0" bIns="0" rtlCol="0" anchor="ctr"/>
          <a:lstStyle/>
          <a:p>
            <a:pPr indent="0" marL="0">
              <a:buNone/>
            </a:pPr>
            <a:r>
              <a:rPr lang="en-US" sz="1300" b="1" dirty="0">
                <a:solidFill>
                  <a:srgbClr val="16305B"/>
                </a:solidFill>
                <a:latin typeface="Malgun Gothic" pitchFamily="34" charset="0"/>
                <a:ea typeface="Malgun Gothic" pitchFamily="34" charset="-122"/>
                <a:cs typeface="Malgun Gothic" pitchFamily="34" charset="-120"/>
              </a:rPr>
              <a:t>왜 핀을 1차 · 2차로 나눴나</a:t>
            </a:r>
            <a:endParaRPr lang="en-US" sz="1300" dirty="0"/>
          </a:p>
        </p:txBody>
      </p:sp>
      <p:sp>
        <p:nvSpPr>
          <p:cNvPr id="9" name="Shape 7"/>
          <p:cNvSpPr/>
          <p:nvPr/>
        </p:nvSpPr>
        <p:spPr>
          <a:xfrm>
            <a:off x="1851660" y="1901952"/>
            <a:ext cx="2743200" cy="365760"/>
          </a:xfrm>
          <a:prstGeom prst="roundRect">
            <a:avLst>
              <a:gd name="adj" fmla="val 17500"/>
            </a:avLst>
          </a:prstGeom>
          <a:solidFill>
            <a:srgbClr val="EEF2F7"/>
          </a:solidFill>
          <a:ln w="9525">
            <a:solidFill>
              <a:srgbClr val="EEF2F7"/>
            </a:solidFill>
            <a:prstDash val="solid"/>
          </a:ln>
        </p:spPr>
      </p:sp>
      <p:sp>
        <p:nvSpPr>
          <p:cNvPr id="10" name="Text 8"/>
          <p:cNvSpPr txBox="1"/>
          <p:nvPr/>
        </p:nvSpPr>
        <p:spPr>
          <a:xfrm>
            <a:off x="1851660" y="1901952"/>
            <a:ext cx="2743200" cy="365760"/>
          </a:xfrm>
          <a:prstGeom prst="rect">
            <a:avLst/>
          </a:prstGeom>
          <a:noFill/>
          <a:ln/>
        </p:spPr>
        <p:txBody>
          <a:bodyPr wrap="square" lIns="0" tIns="0" rIns="0" bIns="0" rtlCol="0" anchor="ctr"/>
          <a:lstStyle/>
          <a:p>
            <a:pPr algn="ctr" indent="0" marL="0">
              <a:lnSpc>
                <a:spcPct val="105000"/>
              </a:lnSpc>
              <a:buNone/>
            </a:pPr>
            <a:r>
              <a:rPr lang="en-US" sz="1000" b="1" dirty="0">
                <a:solidFill>
                  <a:srgbClr val="16305B"/>
                </a:solidFill>
                <a:latin typeface="Malgun Gothic" pitchFamily="34" charset="0"/>
                <a:ea typeface="Malgun Gothic" pitchFamily="34" charset="-122"/>
                <a:cs typeface="Malgun Gothic" pitchFamily="34" charset="-120"/>
              </a:rPr>
              <a:t>입구  ·  총 유량 4 LPM</a:t>
            </a:r>
            <a:endParaRPr lang="en-US" sz="1000" dirty="0"/>
          </a:p>
        </p:txBody>
      </p:sp>
      <p:sp>
        <p:nvSpPr>
          <p:cNvPr id="11" name="Shape 9"/>
          <p:cNvSpPr/>
          <p:nvPr/>
        </p:nvSpPr>
        <p:spPr>
          <a:xfrm>
            <a:off x="3223260" y="2267712"/>
            <a:ext cx="0" cy="182880"/>
          </a:xfrm>
          <a:prstGeom prst="line">
            <a:avLst/>
          </a:prstGeom>
          <a:noFill/>
          <a:ln w="15875">
            <a:solidFill>
              <a:srgbClr val="6B7A8F"/>
            </a:solidFill>
            <a:prstDash val="solid"/>
            <a:tailEnd type="triangle"/>
          </a:ln>
        </p:spPr>
      </p:sp>
      <p:sp>
        <p:nvSpPr>
          <p:cNvPr id="12" name="Shape 10"/>
          <p:cNvSpPr/>
          <p:nvPr/>
        </p:nvSpPr>
        <p:spPr>
          <a:xfrm>
            <a:off x="1851660" y="2450592"/>
            <a:ext cx="2743200" cy="384048"/>
          </a:xfrm>
          <a:prstGeom prst="roundRect">
            <a:avLst>
              <a:gd name="adj" fmla="val 16667"/>
            </a:avLst>
          </a:prstGeom>
          <a:solidFill>
            <a:srgbClr val="16305B"/>
          </a:solidFill>
          <a:ln w="9525">
            <a:solidFill>
              <a:srgbClr val="16305B"/>
            </a:solidFill>
            <a:prstDash val="solid"/>
          </a:ln>
        </p:spPr>
      </p:sp>
      <p:sp>
        <p:nvSpPr>
          <p:cNvPr id="13" name="Text 11"/>
          <p:cNvSpPr txBox="1"/>
          <p:nvPr/>
        </p:nvSpPr>
        <p:spPr>
          <a:xfrm>
            <a:off x="1851660" y="2450592"/>
            <a:ext cx="2743200" cy="384048"/>
          </a:xfrm>
          <a:prstGeom prst="rect">
            <a:avLst/>
          </a:prstGeom>
          <a:noFill/>
          <a:ln/>
        </p:spPr>
        <p:txBody>
          <a:bodyPr wrap="square" lIns="0" tIns="0" rIns="0" bIns="0" rtlCol="0" anchor="ctr"/>
          <a:lstStyle/>
          <a:p>
            <a:pPr algn="ctr" indent="0" marL="0">
              <a:lnSpc>
                <a:spcPct val="105000"/>
              </a:lnSpc>
              <a:buNone/>
            </a:pPr>
            <a:r>
              <a:rPr lang="en-US" sz="1000" b="1" dirty="0">
                <a:solidFill>
                  <a:srgbClr val="FFFFFF"/>
                </a:solidFill>
                <a:latin typeface="Malgun Gothic" pitchFamily="34" charset="0"/>
                <a:ea typeface="Malgun Gothic" pitchFamily="34" charset="-122"/>
                <a:cs typeface="Malgun Gothic" pitchFamily="34" charset="-120"/>
              </a:rPr>
              <a:t>1차 통과  —  유량 전체가 지나감</a:t>
            </a:r>
            <a:endParaRPr lang="en-US" sz="1000" dirty="0"/>
          </a:p>
        </p:txBody>
      </p:sp>
      <p:sp>
        <p:nvSpPr>
          <p:cNvPr id="14" name="Shape 12"/>
          <p:cNvSpPr/>
          <p:nvPr/>
        </p:nvSpPr>
        <p:spPr>
          <a:xfrm>
            <a:off x="3223260" y="2834640"/>
            <a:ext cx="0" cy="182880"/>
          </a:xfrm>
          <a:prstGeom prst="line">
            <a:avLst/>
          </a:prstGeom>
          <a:noFill/>
          <a:ln w="15875">
            <a:solidFill>
              <a:srgbClr val="6B7A8F"/>
            </a:solidFill>
            <a:prstDash val="solid"/>
            <a:tailEnd type="triangle"/>
          </a:ln>
        </p:spPr>
      </p:sp>
      <p:sp>
        <p:nvSpPr>
          <p:cNvPr id="15" name="Shape 13"/>
          <p:cNvSpPr/>
          <p:nvPr/>
        </p:nvSpPr>
        <p:spPr>
          <a:xfrm>
            <a:off x="2537460" y="3017520"/>
            <a:ext cx="1371600" cy="329184"/>
          </a:xfrm>
          <a:prstGeom prst="roundRect">
            <a:avLst>
              <a:gd name="adj" fmla="val 19444"/>
            </a:avLst>
          </a:prstGeom>
          <a:solidFill>
            <a:srgbClr val="00A3C4"/>
          </a:solidFill>
          <a:ln w="9525">
            <a:solidFill>
              <a:srgbClr val="00A3C4"/>
            </a:solidFill>
            <a:prstDash val="solid"/>
          </a:ln>
        </p:spPr>
      </p:sp>
      <p:sp>
        <p:nvSpPr>
          <p:cNvPr id="16" name="Text 14"/>
          <p:cNvSpPr txBox="1"/>
          <p:nvPr/>
        </p:nvSpPr>
        <p:spPr>
          <a:xfrm>
            <a:off x="2537460" y="3017520"/>
            <a:ext cx="1371600" cy="329184"/>
          </a:xfrm>
          <a:prstGeom prst="rect">
            <a:avLst/>
          </a:prstGeom>
          <a:noFill/>
          <a:ln/>
        </p:spPr>
        <p:txBody>
          <a:bodyPr wrap="square" lIns="0" tIns="0" rIns="0" bIns="0" rtlCol="0" anchor="ctr"/>
          <a:lstStyle/>
          <a:p>
            <a:pPr algn="ctr" indent="0" marL="0">
              <a:lnSpc>
                <a:spcPct val="105000"/>
              </a:lnSpc>
              <a:buNone/>
            </a:pPr>
            <a:r>
              <a:rPr lang="en-US" sz="1000" b="1" dirty="0">
                <a:solidFill>
                  <a:srgbClr val="FFFFFF"/>
                </a:solidFill>
                <a:latin typeface="Malgun Gothic" pitchFamily="34" charset="0"/>
                <a:ea typeface="Malgun Gothic" pitchFamily="34" charset="-122"/>
                <a:cs typeface="Malgun Gothic" pitchFamily="34" charset="-120"/>
              </a:rPr>
              <a:t>분  기</a:t>
            </a:r>
            <a:endParaRPr lang="en-US" sz="1000" dirty="0"/>
          </a:p>
        </p:txBody>
      </p:sp>
      <p:sp>
        <p:nvSpPr>
          <p:cNvPr id="17" name="Shape 15"/>
          <p:cNvSpPr/>
          <p:nvPr/>
        </p:nvSpPr>
        <p:spPr>
          <a:xfrm>
            <a:off x="1984248" y="3346704"/>
            <a:ext cx="2487168" cy="0"/>
          </a:xfrm>
          <a:prstGeom prst="line">
            <a:avLst/>
          </a:prstGeom>
          <a:noFill/>
          <a:ln w="15875">
            <a:solidFill>
              <a:srgbClr val="6B7A8F"/>
            </a:solidFill>
            <a:prstDash val="solid"/>
          </a:ln>
        </p:spPr>
      </p:sp>
      <p:sp>
        <p:nvSpPr>
          <p:cNvPr id="18" name="Shape 16"/>
          <p:cNvSpPr/>
          <p:nvPr/>
        </p:nvSpPr>
        <p:spPr>
          <a:xfrm>
            <a:off x="1984248" y="3346704"/>
            <a:ext cx="0" cy="182880"/>
          </a:xfrm>
          <a:prstGeom prst="line">
            <a:avLst/>
          </a:prstGeom>
          <a:noFill/>
          <a:ln w="15875">
            <a:solidFill>
              <a:srgbClr val="6B7A8F"/>
            </a:solidFill>
            <a:prstDash val="solid"/>
            <a:tailEnd type="triangle"/>
          </a:ln>
        </p:spPr>
      </p:sp>
      <p:sp>
        <p:nvSpPr>
          <p:cNvPr id="19" name="Shape 17"/>
          <p:cNvSpPr/>
          <p:nvPr/>
        </p:nvSpPr>
        <p:spPr>
          <a:xfrm>
            <a:off x="4471416" y="3346704"/>
            <a:ext cx="0" cy="182880"/>
          </a:xfrm>
          <a:prstGeom prst="line">
            <a:avLst/>
          </a:prstGeom>
          <a:noFill/>
          <a:ln w="15875">
            <a:solidFill>
              <a:srgbClr val="6B7A8F"/>
            </a:solidFill>
            <a:prstDash val="solid"/>
            <a:tailEnd type="triangle"/>
          </a:ln>
        </p:spPr>
      </p:sp>
      <p:sp>
        <p:nvSpPr>
          <p:cNvPr id="20" name="Shape 18"/>
          <p:cNvSpPr/>
          <p:nvPr/>
        </p:nvSpPr>
        <p:spPr>
          <a:xfrm>
            <a:off x="841248" y="3529584"/>
            <a:ext cx="2286000" cy="384048"/>
          </a:xfrm>
          <a:prstGeom prst="roundRect">
            <a:avLst>
              <a:gd name="adj" fmla="val 16667"/>
            </a:avLst>
          </a:prstGeom>
          <a:solidFill>
            <a:srgbClr val="FFFFFF"/>
          </a:solidFill>
          <a:ln w="9525">
            <a:solidFill>
              <a:srgbClr val="DDE3EB"/>
            </a:solidFill>
            <a:prstDash val="solid"/>
          </a:ln>
        </p:spPr>
      </p:sp>
      <p:sp>
        <p:nvSpPr>
          <p:cNvPr id="21" name="Text 19"/>
          <p:cNvSpPr txBox="1"/>
          <p:nvPr/>
        </p:nvSpPr>
        <p:spPr>
          <a:xfrm>
            <a:off x="841248" y="3529584"/>
            <a:ext cx="2286000" cy="384048"/>
          </a:xfrm>
          <a:prstGeom prst="rect">
            <a:avLst/>
          </a:prstGeom>
          <a:noFill/>
          <a:ln/>
        </p:spPr>
        <p:txBody>
          <a:bodyPr wrap="square" lIns="0" tIns="0" rIns="0" bIns="0" rtlCol="0" anchor="ctr"/>
          <a:lstStyle/>
          <a:p>
            <a:pPr algn="ctr" indent="0" marL="0">
              <a:lnSpc>
                <a:spcPct val="105000"/>
              </a:lnSpc>
              <a:buNone/>
            </a:pPr>
            <a:r>
              <a:rPr lang="en-US" sz="950" b="1" dirty="0">
                <a:solidFill>
                  <a:srgbClr val="16305B"/>
                </a:solidFill>
                <a:latin typeface="Malgun Gothic" pitchFamily="34" charset="0"/>
                <a:ea typeface="Malgun Gothic" pitchFamily="34" charset="-122"/>
                <a:cs typeface="Malgun Gothic" pitchFamily="34" charset="-120"/>
              </a:rPr>
              <a:t>전원공급모듈로 일부 빠짐</a:t>
            </a:r>
            <a:endParaRPr lang="en-US" sz="950" dirty="0"/>
          </a:p>
        </p:txBody>
      </p:sp>
      <p:sp>
        <p:nvSpPr>
          <p:cNvPr id="22" name="Shape 20"/>
          <p:cNvSpPr/>
          <p:nvPr/>
        </p:nvSpPr>
        <p:spPr>
          <a:xfrm>
            <a:off x="3328416" y="3529584"/>
            <a:ext cx="2286000" cy="384048"/>
          </a:xfrm>
          <a:prstGeom prst="roundRect">
            <a:avLst>
              <a:gd name="adj" fmla="val 16667"/>
            </a:avLst>
          </a:prstGeom>
          <a:solidFill>
            <a:srgbClr val="16305B"/>
          </a:solidFill>
          <a:ln w="9525">
            <a:solidFill>
              <a:srgbClr val="16305B"/>
            </a:solidFill>
            <a:prstDash val="solid"/>
          </a:ln>
        </p:spPr>
      </p:sp>
      <p:sp>
        <p:nvSpPr>
          <p:cNvPr id="23" name="Text 21"/>
          <p:cNvSpPr txBox="1"/>
          <p:nvPr/>
        </p:nvSpPr>
        <p:spPr>
          <a:xfrm>
            <a:off x="3328416" y="3529584"/>
            <a:ext cx="2286000" cy="384048"/>
          </a:xfrm>
          <a:prstGeom prst="rect">
            <a:avLst/>
          </a:prstGeom>
          <a:noFill/>
          <a:ln/>
        </p:spPr>
        <p:txBody>
          <a:bodyPr wrap="square" lIns="0" tIns="0" rIns="0" bIns="0" rtlCol="0" anchor="ctr"/>
          <a:lstStyle/>
          <a:p>
            <a:pPr algn="ctr" indent="0" marL="0">
              <a:lnSpc>
                <a:spcPct val="105000"/>
              </a:lnSpc>
              <a:buNone/>
            </a:pPr>
            <a:r>
              <a:rPr lang="en-US" sz="950" b="1" dirty="0">
                <a:solidFill>
                  <a:srgbClr val="FFFFFF"/>
                </a:solidFill>
                <a:latin typeface="Malgun Gothic" pitchFamily="34" charset="0"/>
                <a:ea typeface="Malgun Gothic" pitchFamily="34" charset="-122"/>
                <a:cs typeface="Malgun Gothic" pitchFamily="34" charset="-120"/>
              </a:rPr>
              <a:t>2차 통과  —  남은 유량만</a:t>
            </a:r>
            <a:endParaRPr lang="en-US" sz="950" dirty="0"/>
          </a:p>
        </p:txBody>
      </p:sp>
      <p:sp>
        <p:nvSpPr>
          <p:cNvPr id="24" name="Text 22"/>
          <p:cNvSpPr txBox="1"/>
          <p:nvPr/>
        </p:nvSpPr>
        <p:spPr>
          <a:xfrm>
            <a:off x="813816" y="4005072"/>
            <a:ext cx="4846320" cy="512064"/>
          </a:xfrm>
          <a:prstGeom prst="rect">
            <a:avLst/>
          </a:prstGeom>
          <a:noFill/>
          <a:ln/>
        </p:spPr>
        <p:txBody>
          <a:bodyPr wrap="square" lIns="0" tIns="0" rIns="0" bIns="0" rtlCol="0" anchor="ctr"/>
          <a:lstStyle/>
          <a:p>
            <a:pPr algn="ctr" indent="0" marL="0">
              <a:lnSpc>
                <a:spcPct val="120000"/>
              </a:lnSpc>
              <a:buNone/>
            </a:pPr>
            <a:r>
              <a:rPr lang="en-US" sz="980" dirty="0">
                <a:solidFill>
                  <a:srgbClr val="1C2733"/>
                </a:solidFill>
                <a:latin typeface="Malgun Gothic" pitchFamily="34" charset="0"/>
                <a:ea typeface="Malgun Gothic" pitchFamily="34" charset="-122"/>
                <a:cs typeface="Malgun Gothic" pitchFamily="34" charset="-120"/>
              </a:rPr>
              <a:t>1차와 2차에 흐르는 유량이 달라서, 핀 조건을 하나로 묶으면</a:t>
            </a:r>
            <a:endParaRPr lang="en-US" sz="980" dirty="0"/>
          </a:p>
          <a:p>
            <a:pPr algn="ctr" indent="0" marL="0">
              <a:lnSpc>
                <a:spcPct val="120000"/>
              </a:lnSpc>
              <a:buNone/>
            </a:pPr>
            <a:r>
              <a:rPr lang="en-US" sz="980" dirty="0">
                <a:solidFill>
                  <a:srgbClr val="1C2733"/>
                </a:solidFill>
                <a:latin typeface="Malgun Gothic" pitchFamily="34" charset="0"/>
                <a:ea typeface="Malgun Gothic" pitchFamily="34" charset="-122"/>
                <a:cs typeface="Malgun Gothic" pitchFamily="34" charset="-120"/>
              </a:rPr>
              <a:t>한쪽에 맞추는 순간 다른 쪽이 불리해짐</a:t>
            </a:r>
            <a:endParaRPr lang="en-US" sz="980" dirty="0"/>
          </a:p>
        </p:txBody>
      </p:sp>
      <p:sp>
        <p:nvSpPr>
          <p:cNvPr id="25" name="Shape 23"/>
          <p:cNvSpPr/>
          <p:nvPr/>
        </p:nvSpPr>
        <p:spPr>
          <a:xfrm>
            <a:off x="813816" y="4626864"/>
            <a:ext cx="4846320" cy="493776"/>
          </a:xfrm>
          <a:prstGeom prst="roundRect">
            <a:avLst>
              <a:gd name="adj" fmla="val 11111"/>
            </a:avLst>
          </a:prstGeom>
          <a:solidFill>
            <a:srgbClr val="16305B"/>
          </a:solidFill>
          <a:ln w="12700">
            <a:solidFill>
              <a:srgbClr val="16305B"/>
            </a:solidFill>
            <a:prstDash val="solid"/>
          </a:ln>
        </p:spPr>
      </p:sp>
      <p:sp>
        <p:nvSpPr>
          <p:cNvPr id="26" name="Text 24"/>
          <p:cNvSpPr txBox="1"/>
          <p:nvPr/>
        </p:nvSpPr>
        <p:spPr>
          <a:xfrm>
            <a:off x="813816" y="4626864"/>
            <a:ext cx="4846320" cy="493776"/>
          </a:xfrm>
          <a:prstGeom prst="rect">
            <a:avLst/>
          </a:prstGeom>
          <a:noFill/>
          <a:ln/>
        </p:spPr>
        <p:txBody>
          <a:bodyPr wrap="square" lIns="0" tIns="0" rIns="0" bIns="0" rtlCol="0" anchor="ctr"/>
          <a:lstStyle/>
          <a:p>
            <a:pPr algn="ctr" indent="0" marL="0">
              <a:buNone/>
            </a:pPr>
            <a:r>
              <a:rPr lang="en-US" sz="1150" b="1" dirty="0">
                <a:solidFill>
                  <a:srgbClr val="FFFFFF"/>
                </a:solidFill>
                <a:latin typeface="Malgun Gothic" pitchFamily="34" charset="0"/>
                <a:ea typeface="Malgun Gothic" pitchFamily="34" charset="-122"/>
                <a:cs typeface="Malgun Gothic" pitchFamily="34" charset="-120"/>
              </a:rPr>
              <a:t>→  핀 두께 · 개수를 1차 · 2차 통과별 독립 변수로 분리</a:t>
            </a:r>
            <a:endParaRPr lang="en-US" sz="1150" dirty="0"/>
          </a:p>
        </p:txBody>
      </p:sp>
      <p:sp>
        <p:nvSpPr>
          <p:cNvPr id="27" name="Shape 25"/>
          <p:cNvSpPr/>
          <p:nvPr/>
        </p:nvSpPr>
        <p:spPr>
          <a:xfrm>
            <a:off x="6336792" y="1188720"/>
            <a:ext cx="5440680" cy="4160520"/>
          </a:xfrm>
          <a:prstGeom prst="roundRect">
            <a:avLst>
              <a:gd name="adj" fmla="val 1319"/>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28" name="Shape 26"/>
          <p:cNvSpPr/>
          <p:nvPr/>
        </p:nvSpPr>
        <p:spPr>
          <a:xfrm>
            <a:off x="6592824" y="1463040"/>
            <a:ext cx="82296" cy="182880"/>
          </a:xfrm>
          <a:prstGeom prst="rect">
            <a:avLst/>
          </a:prstGeom>
          <a:solidFill>
            <a:srgbClr val="00A3C4"/>
          </a:solidFill>
          <a:ln w="12700">
            <a:solidFill>
              <a:srgbClr val="00A3C4"/>
            </a:solidFill>
            <a:prstDash val="solid"/>
          </a:ln>
        </p:spPr>
      </p:sp>
      <p:sp>
        <p:nvSpPr>
          <p:cNvPr id="29" name="Text 27"/>
          <p:cNvSpPr txBox="1"/>
          <p:nvPr/>
        </p:nvSpPr>
        <p:spPr>
          <a:xfrm>
            <a:off x="6757416" y="1371600"/>
            <a:ext cx="4480560" cy="365760"/>
          </a:xfrm>
          <a:prstGeom prst="rect">
            <a:avLst/>
          </a:prstGeom>
          <a:noFill/>
          <a:ln/>
        </p:spPr>
        <p:txBody>
          <a:bodyPr wrap="square" lIns="0" tIns="0" rIns="0" bIns="0" rtlCol="0" anchor="ctr"/>
          <a:lstStyle/>
          <a:p>
            <a:pPr indent="0" marL="0">
              <a:buNone/>
            </a:pPr>
            <a:r>
              <a:rPr lang="en-US" sz="1300" b="1" dirty="0">
                <a:solidFill>
                  <a:srgbClr val="16305B"/>
                </a:solidFill>
                <a:latin typeface="Malgun Gothic" pitchFamily="34" charset="0"/>
                <a:ea typeface="Malgun Gothic" pitchFamily="34" charset="-122"/>
                <a:cs typeface="Malgun Gothic" pitchFamily="34" charset="-120"/>
              </a:rPr>
              <a:t>후보 설계변수  —  11개</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647688" y="1847088"/>
          <a:ext cx="4846320" cy="914400"/>
        </p:xfrm>
        <a:graphic>
          <a:graphicData uri="http://schemas.openxmlformats.org/drawingml/2006/table">
            <a:tbl>
              <a:tblPr/>
              <a:tblGrid>
                <a:gridCol w="1188720"/>
                <a:gridCol w="2011680"/>
                <a:gridCol w="1645920"/>
              </a:tblGrid>
              <a:tr h="239573">
                <a:tc>
                  <a:txBody>
                    <a:bodyPr/>
                    <a:lstStyle/>
                    <a:p>
                      <a:pPr indent="0" marL="0">
                        <a:buNone/>
                      </a:pPr>
                      <a:r>
                        <a:rPr lang="en-US" sz="930" b="1" dirty="0">
                          <a:solidFill>
                            <a:srgbClr val="16305B"/>
                          </a:solidFill>
                          <a:latin typeface="Malgun Gothic" pitchFamily="34" charset="0"/>
                          <a:ea typeface="Malgun Gothic" pitchFamily="34" charset="-122"/>
                          <a:cs typeface="Malgun Gothic" pitchFamily="34" charset="-120"/>
                        </a:rPr>
                        <a:t>구분</a:t>
                      </a:r>
                      <a:endParaRPr lang="en-US" sz="93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c>
                  <a:txBody>
                    <a:bodyPr/>
                    <a:lstStyle/>
                    <a:p>
                      <a:pPr indent="0" marL="0">
                        <a:buNone/>
                      </a:pPr>
                      <a:r>
                        <a:rPr lang="en-US" sz="930" b="1" dirty="0">
                          <a:solidFill>
                            <a:srgbClr val="16305B"/>
                          </a:solidFill>
                          <a:latin typeface="Malgun Gothic" pitchFamily="34" charset="0"/>
                          <a:ea typeface="Malgun Gothic" pitchFamily="34" charset="-122"/>
                          <a:cs typeface="Malgun Gothic" pitchFamily="34" charset="-120"/>
                        </a:rPr>
                        <a:t>설계변수</a:t>
                      </a:r>
                      <a:endParaRPr lang="en-US" sz="93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c>
                  <a:txBody>
                    <a:bodyPr/>
                    <a:lstStyle/>
                    <a:p>
                      <a:pPr indent="0" marL="0">
                        <a:buNone/>
                      </a:pPr>
                      <a:r>
                        <a:rPr lang="en-US" sz="930" b="1" dirty="0">
                          <a:solidFill>
                            <a:srgbClr val="16305B"/>
                          </a:solidFill>
                          <a:latin typeface="Malgun Gothic" pitchFamily="34" charset="0"/>
                          <a:ea typeface="Malgun Gothic" pitchFamily="34" charset="-122"/>
                          <a:cs typeface="Malgun Gothic" pitchFamily="34" charset="-120"/>
                        </a:rPr>
                        <a:t>범위</a:t>
                      </a:r>
                      <a:endParaRPr lang="en-US" sz="93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r>
              <a:tr h="239573">
                <a:tc rowSpan="7">
                  <a:txBody>
                    <a:bodyPr/>
                    <a:lstStyle/>
                    <a:p>
                      <a:pPr algn="ctr" indent="0" marL="0">
                        <a:buNone/>
                      </a:pPr>
                      <a:r>
                        <a:rPr lang="en-US" sz="930" b="1" dirty="0">
                          <a:solidFill>
                            <a:srgbClr val="16305B"/>
                          </a:solidFill>
                          <a:latin typeface="Malgun Gothic" pitchFamily="34" charset="0"/>
                          <a:ea typeface="Malgun Gothic" pitchFamily="34" charset="-122"/>
                          <a:cs typeface="Malgun Gothic" pitchFamily="34" charset="-120"/>
                        </a:rPr>
                        <a:t>유로 형상</a:t>
                      </a:r>
                      <a:endParaRPr lang="en-US" sz="930" dirty="0">
                        <a:latin typeface="Malgun Gothic" charset="0"/>
                        <a:ea typeface="Malgun Gothic" charset="0"/>
                        <a:cs typeface="Malgun Gothic" charset="0"/>
                      </a:endParaRPr>
                    </a:p>
                    <a:p>
                      <a:pPr algn="ctr" indent="0" marL="0">
                        <a:buNone/>
                      </a:pPr>
                      <a:r>
                        <a:rPr lang="en-US" sz="930" b="1" dirty="0">
                          <a:solidFill>
                            <a:srgbClr val="16305B"/>
                          </a:solidFill>
                          <a:latin typeface="Malgun Gothic" pitchFamily="34" charset="0"/>
                          <a:ea typeface="Malgun Gothic" pitchFamily="34" charset="-122"/>
                          <a:cs typeface="Malgun Gothic" pitchFamily="34" charset="-120"/>
                        </a:rPr>
                        <a:t>(7)</a:t>
                      </a:r>
                      <a:endParaRPr lang="en-US" sz="93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F7F9FC"/>
                    </a:solidFill>
                  </a:tcPr>
                </a:tc>
                <a:tc>
                  <a:txBody>
                    <a:bodyPr/>
                    <a:lstStyle/>
                    <a:p>
                      <a:pPr indent="0" marL="0">
                        <a:buNone/>
                      </a:pPr>
                      <a:r>
                        <a:rPr lang="en-US" sz="930" dirty="0">
                          <a:solidFill>
                            <a:srgbClr val="1C2733"/>
                          </a:solidFill>
                          <a:latin typeface="Malgun Gothic" pitchFamily="34" charset="0"/>
                          <a:ea typeface="Malgun Gothic" pitchFamily="34" charset="-122"/>
                          <a:cs typeface="Malgun Gothic" pitchFamily="34" charset="-120"/>
                        </a:rPr>
                        <a:t>입구 유로 두께</a:t>
                      </a:r>
                      <a:endParaRPr lang="en-US" sz="93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30" dirty="0">
                          <a:solidFill>
                            <a:srgbClr val="1C2733"/>
                          </a:solidFill>
                          <a:latin typeface="Malgun Gothic" pitchFamily="34" charset="0"/>
                          <a:ea typeface="Malgun Gothic" pitchFamily="34" charset="-122"/>
                          <a:cs typeface="Malgun Gothic" pitchFamily="34" charset="-120"/>
                        </a:rPr>
                        <a:t>13 ~ 25 mm</a:t>
                      </a:r>
                      <a:endParaRPr lang="en-US" sz="93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239573">
                <a:tc vMerge="1">
                  <a:tcPr/>
                </a:tc>
                <a:tc>
                  <a:txBody>
                    <a:bodyPr/>
                    <a:lstStyle/>
                    <a:p>
                      <a:pPr indent="0" marL="0">
                        <a:buNone/>
                      </a:pPr>
                      <a:r>
                        <a:rPr lang="en-US" sz="930" dirty="0">
                          <a:solidFill>
                            <a:srgbClr val="1C2733"/>
                          </a:solidFill>
                          <a:latin typeface="Malgun Gothic" pitchFamily="34" charset="0"/>
                          <a:ea typeface="Malgun Gothic" pitchFamily="34" charset="-122"/>
                          <a:cs typeface="Malgun Gothic" pitchFamily="34" charset="-120"/>
                        </a:rPr>
                        <a:t>입구 각도</a:t>
                      </a:r>
                      <a:endParaRPr lang="en-US" sz="93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30" dirty="0">
                          <a:solidFill>
                            <a:srgbClr val="1C2733"/>
                          </a:solidFill>
                          <a:latin typeface="Malgun Gothic" pitchFamily="34" charset="0"/>
                          <a:ea typeface="Malgun Gothic" pitchFamily="34" charset="-122"/>
                          <a:cs typeface="Malgun Gothic" pitchFamily="34" charset="-120"/>
                        </a:rPr>
                        <a:t>90 ~ 150 °</a:t>
                      </a:r>
                      <a:endParaRPr lang="en-US" sz="93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239573">
                <a:tc vMerge="1">
                  <a:tcPr/>
                </a:tc>
                <a:tc>
                  <a:txBody>
                    <a:bodyPr/>
                    <a:lstStyle/>
                    <a:p>
                      <a:pPr indent="0" marL="0">
                        <a:buNone/>
                      </a:pPr>
                      <a:r>
                        <a:rPr lang="en-US" sz="930" dirty="0">
                          <a:solidFill>
                            <a:srgbClr val="1C2733"/>
                          </a:solidFill>
                          <a:latin typeface="Malgun Gothic" pitchFamily="34" charset="0"/>
                          <a:ea typeface="Malgun Gothic" pitchFamily="34" charset="-122"/>
                          <a:cs typeface="Malgun Gothic" pitchFamily="34" charset="-120"/>
                        </a:rPr>
                        <a:t>분기 입구 두께</a:t>
                      </a:r>
                      <a:endParaRPr lang="en-US" sz="93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30" dirty="0">
                          <a:solidFill>
                            <a:srgbClr val="1C2733"/>
                          </a:solidFill>
                          <a:latin typeface="Malgun Gothic" pitchFamily="34" charset="0"/>
                          <a:ea typeface="Malgun Gothic" pitchFamily="34" charset="-122"/>
                          <a:cs typeface="Malgun Gothic" pitchFamily="34" charset="-120"/>
                        </a:rPr>
                        <a:t>3 ~ 10 mm</a:t>
                      </a:r>
                      <a:endParaRPr lang="en-US" sz="93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239573">
                <a:tc vMerge="1">
                  <a:tcPr/>
                </a:tc>
                <a:tc>
                  <a:txBody>
                    <a:bodyPr/>
                    <a:lstStyle/>
                    <a:p>
                      <a:pPr indent="0" marL="0">
                        <a:buNone/>
                      </a:pPr>
                      <a:r>
                        <a:rPr lang="en-US" sz="930" dirty="0">
                          <a:solidFill>
                            <a:srgbClr val="1C2733"/>
                          </a:solidFill>
                          <a:latin typeface="Malgun Gothic" pitchFamily="34" charset="0"/>
                          <a:ea typeface="Malgun Gothic" pitchFamily="34" charset="-122"/>
                          <a:cs typeface="Malgun Gothic" pitchFamily="34" charset="-120"/>
                        </a:rPr>
                        <a:t>중간 유로 두께</a:t>
                      </a:r>
                      <a:endParaRPr lang="en-US" sz="93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30" dirty="0">
                          <a:solidFill>
                            <a:srgbClr val="1C2733"/>
                          </a:solidFill>
                          <a:latin typeface="Malgun Gothic" pitchFamily="34" charset="0"/>
                          <a:ea typeface="Malgun Gothic" pitchFamily="34" charset="-122"/>
                          <a:cs typeface="Malgun Gothic" pitchFamily="34" charset="-120"/>
                        </a:rPr>
                        <a:t>10 ~ 25 mm</a:t>
                      </a:r>
                      <a:endParaRPr lang="en-US" sz="93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239573">
                <a:tc vMerge="1">
                  <a:tcPr/>
                </a:tc>
                <a:tc>
                  <a:txBody>
                    <a:bodyPr/>
                    <a:lstStyle/>
                    <a:p>
                      <a:pPr indent="0" marL="0">
                        <a:buNone/>
                      </a:pPr>
                      <a:r>
                        <a:rPr lang="en-US" sz="930" dirty="0">
                          <a:solidFill>
                            <a:srgbClr val="1C2733"/>
                          </a:solidFill>
                          <a:latin typeface="Malgun Gothic" pitchFamily="34" charset="0"/>
                          <a:ea typeface="Malgun Gothic" pitchFamily="34" charset="-122"/>
                          <a:cs typeface="Malgun Gothic" pitchFamily="34" charset="-120"/>
                        </a:rPr>
                        <a:t>중간 각도</a:t>
                      </a:r>
                      <a:endParaRPr lang="en-US" sz="93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30" dirty="0">
                          <a:solidFill>
                            <a:srgbClr val="1C2733"/>
                          </a:solidFill>
                          <a:latin typeface="Malgun Gothic" pitchFamily="34" charset="0"/>
                          <a:ea typeface="Malgun Gothic" pitchFamily="34" charset="-122"/>
                          <a:cs typeface="Malgun Gothic" pitchFamily="34" charset="-120"/>
                        </a:rPr>
                        <a:t>90 ~ 140 °</a:t>
                      </a:r>
                      <a:endParaRPr lang="en-US" sz="93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239573">
                <a:tc vMerge="1">
                  <a:tcPr/>
                </a:tc>
                <a:tc>
                  <a:txBody>
                    <a:bodyPr/>
                    <a:lstStyle/>
                    <a:p>
                      <a:pPr indent="0" marL="0">
                        <a:buNone/>
                      </a:pPr>
                      <a:r>
                        <a:rPr lang="en-US" sz="930" dirty="0">
                          <a:solidFill>
                            <a:srgbClr val="1C2733"/>
                          </a:solidFill>
                          <a:latin typeface="Malgun Gothic" pitchFamily="34" charset="0"/>
                          <a:ea typeface="Malgun Gothic" pitchFamily="34" charset="-122"/>
                          <a:cs typeface="Malgun Gothic" pitchFamily="34" charset="-120"/>
                        </a:rPr>
                        <a:t>중간 입구 두께</a:t>
                      </a:r>
                      <a:endParaRPr lang="en-US" sz="93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30" dirty="0">
                          <a:solidFill>
                            <a:srgbClr val="1C2733"/>
                          </a:solidFill>
                          <a:latin typeface="Malgun Gothic" pitchFamily="34" charset="0"/>
                          <a:ea typeface="Malgun Gothic" pitchFamily="34" charset="-122"/>
                          <a:cs typeface="Malgun Gothic" pitchFamily="34" charset="-120"/>
                        </a:rPr>
                        <a:t>10 ~ 25 mm</a:t>
                      </a:r>
                      <a:endParaRPr lang="en-US" sz="93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239573">
                <a:tc vMerge="1">
                  <a:tcPr/>
                </a:tc>
                <a:tc>
                  <a:txBody>
                    <a:bodyPr/>
                    <a:lstStyle/>
                    <a:p>
                      <a:pPr indent="0" marL="0">
                        <a:buNone/>
                      </a:pPr>
                      <a:r>
                        <a:rPr lang="en-US" sz="930" dirty="0">
                          <a:solidFill>
                            <a:srgbClr val="1C2733"/>
                          </a:solidFill>
                          <a:latin typeface="Malgun Gothic" pitchFamily="34" charset="0"/>
                          <a:ea typeface="Malgun Gothic" pitchFamily="34" charset="-122"/>
                          <a:cs typeface="Malgun Gothic" pitchFamily="34" charset="-120"/>
                        </a:rPr>
                        <a:t>출구 유로 두께</a:t>
                      </a:r>
                      <a:endParaRPr lang="en-US" sz="93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30" dirty="0">
                          <a:solidFill>
                            <a:srgbClr val="1C2733"/>
                          </a:solidFill>
                          <a:latin typeface="Malgun Gothic" pitchFamily="34" charset="0"/>
                          <a:ea typeface="Malgun Gothic" pitchFamily="34" charset="-122"/>
                          <a:cs typeface="Malgun Gothic" pitchFamily="34" charset="-120"/>
                        </a:rPr>
                        <a:t>13 ~ 35 mm</a:t>
                      </a:r>
                      <a:endParaRPr lang="en-US" sz="93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239573">
                <a:tc rowSpan="2">
                  <a:txBody>
                    <a:bodyPr/>
                    <a:lstStyle/>
                    <a:p>
                      <a:pPr algn="ctr" indent="0" marL="0">
                        <a:buNone/>
                      </a:pPr>
                      <a:r>
                        <a:rPr lang="en-US" sz="930" b="1" dirty="0">
                          <a:solidFill>
                            <a:srgbClr val="16305B"/>
                          </a:solidFill>
                          <a:latin typeface="Malgun Gothic" pitchFamily="34" charset="0"/>
                          <a:ea typeface="Malgun Gothic" pitchFamily="34" charset="-122"/>
                          <a:cs typeface="Malgun Gothic" pitchFamily="34" charset="-120"/>
                        </a:rPr>
                        <a:t>1차 통과 핀</a:t>
                      </a:r>
                      <a:endParaRPr lang="en-US" sz="930" dirty="0">
                        <a:latin typeface="Malgun Gothic" charset="0"/>
                        <a:ea typeface="Malgun Gothic" charset="0"/>
                        <a:cs typeface="Malgun Gothic" charset="0"/>
                      </a:endParaRPr>
                    </a:p>
                    <a:p>
                      <a:pPr algn="ctr" indent="0" marL="0">
                        <a:buNone/>
                      </a:pPr>
                      <a:r>
                        <a:rPr lang="en-US" sz="930" b="1" dirty="0">
                          <a:solidFill>
                            <a:srgbClr val="16305B"/>
                          </a:solidFill>
                          <a:latin typeface="Malgun Gothic" pitchFamily="34" charset="0"/>
                          <a:ea typeface="Malgun Gothic" pitchFamily="34" charset="-122"/>
                          <a:cs typeface="Malgun Gothic" pitchFamily="34" charset="-120"/>
                        </a:rPr>
                        <a:t>(2)</a:t>
                      </a:r>
                      <a:endParaRPr lang="en-US" sz="93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F7F9FC"/>
                    </a:solidFill>
                  </a:tcPr>
                </a:tc>
                <a:tc>
                  <a:txBody>
                    <a:bodyPr/>
                    <a:lstStyle/>
                    <a:p>
                      <a:pPr indent="0" marL="0">
                        <a:buNone/>
                      </a:pPr>
                      <a:r>
                        <a:rPr lang="en-US" sz="930" b="1" dirty="0">
                          <a:solidFill>
                            <a:srgbClr val="16305B"/>
                          </a:solidFill>
                          <a:latin typeface="Malgun Gothic" pitchFamily="34" charset="0"/>
                          <a:ea typeface="Malgun Gothic" pitchFamily="34" charset="-122"/>
                          <a:cs typeface="Malgun Gothic" pitchFamily="34" charset="-120"/>
                        </a:rPr>
                        <a:t>1차 핀 두께</a:t>
                      </a:r>
                      <a:endParaRPr lang="en-US" sz="93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30" b="1" dirty="0">
                          <a:solidFill>
                            <a:srgbClr val="16305B"/>
                          </a:solidFill>
                          <a:latin typeface="Malgun Gothic" pitchFamily="34" charset="0"/>
                          <a:ea typeface="Malgun Gothic" pitchFamily="34" charset="-122"/>
                          <a:cs typeface="Malgun Gothic" pitchFamily="34" charset="-120"/>
                        </a:rPr>
                        <a:t>1.5 ~ 3.0 mm</a:t>
                      </a:r>
                      <a:endParaRPr lang="en-US" sz="93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239573">
                <a:tc vMerge="1">
                  <a:tcPr/>
                </a:tc>
                <a:tc>
                  <a:txBody>
                    <a:bodyPr/>
                    <a:lstStyle/>
                    <a:p>
                      <a:pPr indent="0" marL="0">
                        <a:buNone/>
                      </a:pPr>
                      <a:r>
                        <a:rPr lang="en-US" sz="930" b="1" dirty="0">
                          <a:solidFill>
                            <a:srgbClr val="16305B"/>
                          </a:solidFill>
                          <a:latin typeface="Malgun Gothic" pitchFamily="34" charset="0"/>
                          <a:ea typeface="Malgun Gothic" pitchFamily="34" charset="-122"/>
                          <a:cs typeface="Malgun Gothic" pitchFamily="34" charset="-120"/>
                        </a:rPr>
                        <a:t>1차 핀 개수</a:t>
                      </a:r>
                      <a:endParaRPr lang="en-US" sz="93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30" b="1" dirty="0">
                          <a:solidFill>
                            <a:srgbClr val="16305B"/>
                          </a:solidFill>
                          <a:latin typeface="Malgun Gothic" pitchFamily="34" charset="0"/>
                          <a:ea typeface="Malgun Gothic" pitchFamily="34" charset="-122"/>
                          <a:cs typeface="Malgun Gothic" pitchFamily="34" charset="-120"/>
                        </a:rPr>
                        <a:t>10 ~ 24 개</a:t>
                      </a:r>
                      <a:endParaRPr lang="en-US" sz="93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239573">
                <a:tc rowSpan="2">
                  <a:txBody>
                    <a:bodyPr/>
                    <a:lstStyle/>
                    <a:p>
                      <a:pPr algn="ctr" indent="0" marL="0">
                        <a:buNone/>
                      </a:pPr>
                      <a:r>
                        <a:rPr lang="en-US" sz="930" b="1" dirty="0">
                          <a:solidFill>
                            <a:srgbClr val="16305B"/>
                          </a:solidFill>
                          <a:latin typeface="Malgun Gothic" pitchFamily="34" charset="0"/>
                          <a:ea typeface="Malgun Gothic" pitchFamily="34" charset="-122"/>
                          <a:cs typeface="Malgun Gothic" pitchFamily="34" charset="-120"/>
                        </a:rPr>
                        <a:t>2차 통과 핀</a:t>
                      </a:r>
                      <a:endParaRPr lang="en-US" sz="930" dirty="0">
                        <a:latin typeface="Malgun Gothic" charset="0"/>
                        <a:ea typeface="Malgun Gothic" charset="0"/>
                        <a:cs typeface="Malgun Gothic" charset="0"/>
                      </a:endParaRPr>
                    </a:p>
                    <a:p>
                      <a:pPr algn="ctr" indent="0" marL="0">
                        <a:buNone/>
                      </a:pPr>
                      <a:r>
                        <a:rPr lang="en-US" sz="930" b="1" dirty="0">
                          <a:solidFill>
                            <a:srgbClr val="16305B"/>
                          </a:solidFill>
                          <a:latin typeface="Malgun Gothic" pitchFamily="34" charset="0"/>
                          <a:ea typeface="Malgun Gothic" pitchFamily="34" charset="-122"/>
                          <a:cs typeface="Malgun Gothic" pitchFamily="34" charset="-120"/>
                        </a:rPr>
                        <a:t>(2)</a:t>
                      </a:r>
                      <a:endParaRPr lang="en-US" sz="93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F7F9FC"/>
                    </a:solidFill>
                  </a:tcPr>
                </a:tc>
                <a:tc>
                  <a:txBody>
                    <a:bodyPr/>
                    <a:lstStyle/>
                    <a:p>
                      <a:pPr indent="0" marL="0">
                        <a:buNone/>
                      </a:pPr>
                      <a:r>
                        <a:rPr lang="en-US" sz="930" b="1" dirty="0">
                          <a:solidFill>
                            <a:srgbClr val="16305B"/>
                          </a:solidFill>
                          <a:latin typeface="Malgun Gothic" pitchFamily="34" charset="0"/>
                          <a:ea typeface="Malgun Gothic" pitchFamily="34" charset="-122"/>
                          <a:cs typeface="Malgun Gothic" pitchFamily="34" charset="-120"/>
                        </a:rPr>
                        <a:t>2차 핀 두께</a:t>
                      </a:r>
                      <a:endParaRPr lang="en-US" sz="93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30" b="1" dirty="0">
                          <a:solidFill>
                            <a:srgbClr val="16305B"/>
                          </a:solidFill>
                          <a:latin typeface="Malgun Gothic" pitchFamily="34" charset="0"/>
                          <a:ea typeface="Malgun Gothic" pitchFamily="34" charset="-122"/>
                          <a:cs typeface="Malgun Gothic" pitchFamily="34" charset="-120"/>
                        </a:rPr>
                        <a:t>1.5 ~ 3.0 mm</a:t>
                      </a:r>
                      <a:endParaRPr lang="en-US" sz="93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239573">
                <a:tc vMerge="1">
                  <a:tcPr/>
                </a:tc>
                <a:tc>
                  <a:txBody>
                    <a:bodyPr/>
                    <a:lstStyle/>
                    <a:p>
                      <a:pPr indent="0" marL="0">
                        <a:buNone/>
                      </a:pPr>
                      <a:r>
                        <a:rPr lang="en-US" sz="930" b="1" dirty="0">
                          <a:solidFill>
                            <a:srgbClr val="16305B"/>
                          </a:solidFill>
                          <a:latin typeface="Malgun Gothic" pitchFamily="34" charset="0"/>
                          <a:ea typeface="Malgun Gothic" pitchFamily="34" charset="-122"/>
                          <a:cs typeface="Malgun Gothic" pitchFamily="34" charset="-120"/>
                        </a:rPr>
                        <a:t>2차 핀 개수</a:t>
                      </a:r>
                      <a:endParaRPr lang="en-US" sz="93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30" b="1" dirty="0">
                          <a:solidFill>
                            <a:srgbClr val="16305B"/>
                          </a:solidFill>
                          <a:latin typeface="Malgun Gothic" pitchFamily="34" charset="0"/>
                          <a:ea typeface="Malgun Gothic" pitchFamily="34" charset="-122"/>
                          <a:cs typeface="Malgun Gothic" pitchFamily="34" charset="-120"/>
                        </a:rPr>
                        <a:t>10 ~ 24 개</a:t>
                      </a:r>
                      <a:endParaRPr lang="en-US" sz="93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bl>
          </a:graphicData>
        </a:graphic>
      </p:graphicFrame>
      <p:sp>
        <p:nvSpPr>
          <p:cNvPr id="31" name="Text 28"/>
          <p:cNvSpPr txBox="1"/>
          <p:nvPr/>
        </p:nvSpPr>
        <p:spPr>
          <a:xfrm>
            <a:off x="6647688" y="4846320"/>
            <a:ext cx="4846320" cy="365760"/>
          </a:xfrm>
          <a:prstGeom prst="rect">
            <a:avLst/>
          </a:prstGeom>
          <a:noFill/>
          <a:ln/>
        </p:spPr>
        <p:txBody>
          <a:bodyPr wrap="square" lIns="0" tIns="0" rIns="0" bIns="0" rtlCol="0" anchor="ctr"/>
          <a:lstStyle/>
          <a:p>
            <a:pPr indent="0" marL="0">
              <a:lnSpc>
                <a:spcPct val="115000"/>
              </a:lnSpc>
              <a:buNone/>
            </a:pPr>
            <a:r>
              <a:rPr lang="en-US" sz="860" i="1" dirty="0">
                <a:solidFill>
                  <a:srgbClr val="6B7A8F"/>
                </a:solidFill>
                <a:latin typeface="Malgun Gothic" pitchFamily="34" charset="0"/>
                <a:ea typeface="Malgun Gothic" pitchFamily="34" charset="-122"/>
                <a:cs typeface="Malgun Gothic" pitchFamily="34" charset="-120"/>
              </a:rPr>
              <a:t>핀 갭(핀 사이 간격)은 두께 · 개수로 정해지는 종속값 — 최소 2.0 mm (제작 한계 2.5 mm는 최적화 단계 제약으로 적용)</a:t>
            </a:r>
            <a:endParaRPr lang="en-US" sz="860" dirty="0"/>
          </a:p>
        </p:txBody>
      </p:sp>
      <p:sp>
        <p:nvSpPr>
          <p:cNvPr id="32" name="Shape 29"/>
          <p:cNvSpPr/>
          <p:nvPr/>
        </p:nvSpPr>
        <p:spPr>
          <a:xfrm>
            <a:off x="502920" y="5541264"/>
            <a:ext cx="11183112" cy="841248"/>
          </a:xfrm>
          <a:prstGeom prst="roundRect">
            <a:avLst>
              <a:gd name="adj" fmla="val 6522"/>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33" name="Shape 30"/>
          <p:cNvSpPr/>
          <p:nvPr/>
        </p:nvSpPr>
        <p:spPr>
          <a:xfrm>
            <a:off x="832104" y="5724144"/>
            <a:ext cx="64008" cy="164592"/>
          </a:xfrm>
          <a:prstGeom prst="rect">
            <a:avLst/>
          </a:prstGeom>
          <a:solidFill>
            <a:srgbClr val="00A3C4"/>
          </a:solidFill>
          <a:ln w="12700">
            <a:solidFill>
              <a:srgbClr val="00A3C4"/>
            </a:solidFill>
            <a:prstDash val="solid"/>
          </a:ln>
        </p:spPr>
      </p:sp>
      <p:sp>
        <p:nvSpPr>
          <p:cNvPr id="34" name="Text 31"/>
          <p:cNvSpPr txBox="1"/>
          <p:nvPr/>
        </p:nvSpPr>
        <p:spPr>
          <a:xfrm>
            <a:off x="978408" y="5669280"/>
            <a:ext cx="3291840" cy="256032"/>
          </a:xfrm>
          <a:prstGeom prst="rect">
            <a:avLst/>
          </a:prstGeom>
          <a:noFill/>
          <a:ln/>
        </p:spPr>
        <p:txBody>
          <a:bodyPr wrap="square" lIns="0" tIns="0" rIns="0" bIns="0" rtlCol="0" anchor="ctr"/>
          <a:lstStyle/>
          <a:p>
            <a:pPr indent="0" marL="0">
              <a:buNone/>
            </a:pPr>
            <a:r>
              <a:rPr lang="en-US" sz="1050" b="1" dirty="0">
                <a:solidFill>
                  <a:srgbClr val="16305B"/>
                </a:solidFill>
                <a:latin typeface="Malgun Gothic" pitchFamily="34" charset="0"/>
                <a:ea typeface="Malgun Gothic" pitchFamily="34" charset="-122"/>
                <a:cs typeface="Malgun Gothic" pitchFamily="34" charset="-120"/>
              </a:rPr>
              <a:t>후보 11개</a:t>
            </a:r>
            <a:endParaRPr lang="en-US" sz="1050" dirty="0"/>
          </a:p>
        </p:txBody>
      </p:sp>
      <p:sp>
        <p:nvSpPr>
          <p:cNvPr id="35" name="Text 32"/>
          <p:cNvSpPr txBox="1"/>
          <p:nvPr/>
        </p:nvSpPr>
        <p:spPr>
          <a:xfrm>
            <a:off x="978408" y="5943600"/>
            <a:ext cx="3383280" cy="310896"/>
          </a:xfrm>
          <a:prstGeom prst="rect">
            <a:avLst/>
          </a:prstGeom>
          <a:noFill/>
          <a:ln/>
        </p:spPr>
        <p:txBody>
          <a:bodyPr wrap="square" lIns="0" tIns="0" rIns="0" bIns="0" rtlCol="0" anchor="ctr"/>
          <a:lstStyle/>
          <a:p>
            <a:pPr indent="0" marL="0">
              <a:buNone/>
            </a:pPr>
            <a:r>
              <a:rPr lang="en-US" sz="950" dirty="0">
                <a:solidFill>
                  <a:srgbClr val="6B7A8F"/>
                </a:solidFill>
                <a:latin typeface="Malgun Gothic" pitchFamily="34" charset="0"/>
                <a:ea typeface="Malgun Gothic" pitchFamily="34" charset="-122"/>
                <a:cs typeface="Malgun Gothic" pitchFamily="34" charset="-120"/>
              </a:rPr>
              <a:t>유로 형상 7개 + 1차 · 2차 핀 두께 · 개수 4개</a:t>
            </a:r>
            <a:endParaRPr lang="en-US" sz="950" dirty="0"/>
          </a:p>
        </p:txBody>
      </p:sp>
      <p:sp>
        <p:nvSpPr>
          <p:cNvPr id="36" name="Shape 33"/>
          <p:cNvSpPr/>
          <p:nvPr/>
        </p:nvSpPr>
        <p:spPr>
          <a:xfrm>
            <a:off x="4489704" y="5724144"/>
            <a:ext cx="64008" cy="164592"/>
          </a:xfrm>
          <a:prstGeom prst="rect">
            <a:avLst/>
          </a:prstGeom>
          <a:solidFill>
            <a:srgbClr val="00A3C4"/>
          </a:solidFill>
          <a:ln w="12700">
            <a:solidFill>
              <a:srgbClr val="00A3C4"/>
            </a:solidFill>
            <a:prstDash val="solid"/>
          </a:ln>
        </p:spPr>
      </p:sp>
      <p:sp>
        <p:nvSpPr>
          <p:cNvPr id="37" name="Text 34"/>
          <p:cNvSpPr txBox="1"/>
          <p:nvPr/>
        </p:nvSpPr>
        <p:spPr>
          <a:xfrm>
            <a:off x="4636008" y="5669280"/>
            <a:ext cx="3291840" cy="256032"/>
          </a:xfrm>
          <a:prstGeom prst="rect">
            <a:avLst/>
          </a:prstGeom>
          <a:noFill/>
          <a:ln/>
        </p:spPr>
        <p:txBody>
          <a:bodyPr wrap="square" lIns="0" tIns="0" rIns="0" bIns="0" rtlCol="0" anchor="ctr"/>
          <a:lstStyle/>
          <a:p>
            <a:pPr indent="0" marL="0">
              <a:buNone/>
            </a:pPr>
            <a:r>
              <a:rPr lang="en-US" sz="1050" b="1" dirty="0">
                <a:solidFill>
                  <a:srgbClr val="16305B"/>
                </a:solidFill>
                <a:latin typeface="Malgun Gothic" pitchFamily="34" charset="0"/>
                <a:ea typeface="Malgun Gothic" pitchFamily="34" charset="-122"/>
                <a:cs typeface="Malgun Gothic" pitchFamily="34" charset="-120"/>
              </a:rPr>
              <a:t>핀을 통과별로 분리</a:t>
            </a:r>
            <a:endParaRPr lang="en-US" sz="1050" dirty="0"/>
          </a:p>
        </p:txBody>
      </p:sp>
      <p:sp>
        <p:nvSpPr>
          <p:cNvPr id="38" name="Text 35"/>
          <p:cNvSpPr txBox="1"/>
          <p:nvPr/>
        </p:nvSpPr>
        <p:spPr>
          <a:xfrm>
            <a:off x="4636008" y="5943600"/>
            <a:ext cx="3383280" cy="310896"/>
          </a:xfrm>
          <a:prstGeom prst="rect">
            <a:avLst/>
          </a:prstGeom>
          <a:noFill/>
          <a:ln/>
        </p:spPr>
        <p:txBody>
          <a:bodyPr wrap="square" lIns="0" tIns="0" rIns="0" bIns="0" rtlCol="0" anchor="ctr"/>
          <a:lstStyle/>
          <a:p>
            <a:pPr indent="0" marL="0">
              <a:buNone/>
            </a:pPr>
            <a:r>
              <a:rPr lang="en-US" sz="950" dirty="0">
                <a:solidFill>
                  <a:srgbClr val="6B7A8F"/>
                </a:solidFill>
                <a:latin typeface="Malgun Gothic" pitchFamily="34" charset="0"/>
                <a:ea typeface="Malgun Gothic" pitchFamily="34" charset="-122"/>
                <a:cs typeface="Malgun Gothic" pitchFamily="34" charset="-120"/>
              </a:rPr>
              <a:t>1차 · 2차 유량 차이를 설계에 반영</a:t>
            </a:r>
            <a:endParaRPr lang="en-US" sz="950" dirty="0"/>
          </a:p>
        </p:txBody>
      </p:sp>
      <p:sp>
        <p:nvSpPr>
          <p:cNvPr id="39" name="Shape 36"/>
          <p:cNvSpPr/>
          <p:nvPr/>
        </p:nvSpPr>
        <p:spPr>
          <a:xfrm>
            <a:off x="8147304" y="5724144"/>
            <a:ext cx="64008" cy="164592"/>
          </a:xfrm>
          <a:prstGeom prst="rect">
            <a:avLst/>
          </a:prstGeom>
          <a:solidFill>
            <a:srgbClr val="00A3C4"/>
          </a:solidFill>
          <a:ln w="12700">
            <a:solidFill>
              <a:srgbClr val="00A3C4"/>
            </a:solidFill>
            <a:prstDash val="solid"/>
          </a:ln>
        </p:spPr>
      </p:sp>
      <p:sp>
        <p:nvSpPr>
          <p:cNvPr id="40" name="Text 37"/>
          <p:cNvSpPr txBox="1"/>
          <p:nvPr/>
        </p:nvSpPr>
        <p:spPr>
          <a:xfrm>
            <a:off x="8293608" y="5669280"/>
            <a:ext cx="3291840" cy="256032"/>
          </a:xfrm>
          <a:prstGeom prst="rect">
            <a:avLst/>
          </a:prstGeom>
          <a:noFill/>
          <a:ln/>
        </p:spPr>
        <p:txBody>
          <a:bodyPr wrap="square" lIns="0" tIns="0" rIns="0" bIns="0" rtlCol="0" anchor="ctr"/>
          <a:lstStyle/>
          <a:p>
            <a:pPr indent="0" marL="0">
              <a:buNone/>
            </a:pPr>
            <a:r>
              <a:rPr lang="en-US" sz="1050" b="1" dirty="0">
                <a:solidFill>
                  <a:srgbClr val="16305B"/>
                </a:solidFill>
                <a:latin typeface="Malgun Gothic" pitchFamily="34" charset="0"/>
                <a:ea typeface="Malgun Gothic" pitchFamily="34" charset="-122"/>
                <a:cs typeface="Malgun Gothic" pitchFamily="34" charset="-120"/>
              </a:rPr>
              <a:t>11차원 설계공간</a:t>
            </a:r>
            <a:endParaRPr lang="en-US" sz="1050" dirty="0"/>
          </a:p>
        </p:txBody>
      </p:sp>
      <p:sp>
        <p:nvSpPr>
          <p:cNvPr id="41" name="Text 38"/>
          <p:cNvSpPr txBox="1"/>
          <p:nvPr/>
        </p:nvSpPr>
        <p:spPr>
          <a:xfrm>
            <a:off x="8293608" y="5943600"/>
            <a:ext cx="3383280" cy="310896"/>
          </a:xfrm>
          <a:prstGeom prst="rect">
            <a:avLst/>
          </a:prstGeom>
          <a:noFill/>
          <a:ln/>
        </p:spPr>
        <p:txBody>
          <a:bodyPr wrap="square" lIns="0" tIns="0" rIns="0" bIns="0" rtlCol="0" anchor="ctr"/>
          <a:lstStyle/>
          <a:p>
            <a:pPr indent="0" marL="0">
              <a:buNone/>
            </a:pPr>
            <a:r>
              <a:rPr lang="en-US" sz="950" dirty="0">
                <a:solidFill>
                  <a:srgbClr val="6B7A8F"/>
                </a:solidFill>
                <a:latin typeface="Malgun Gothic" pitchFamily="34" charset="0"/>
                <a:ea typeface="Malgun Gothic" pitchFamily="34" charset="-122"/>
                <a:cs typeface="Malgun Gothic" pitchFamily="34" charset="-120"/>
              </a:rPr>
              <a:t>변수가 많을수록 필요한 해석 수 급증 → 변수 선별 먼저</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5F8"/>
        </a:solidFill>
      </p:bgPr>
    </p:bg>
    <p:spTree>
      <p:nvGrpSpPr>
        <p:cNvPr id="1" name=""/>
        <p:cNvGrpSpPr/>
        <p:nvPr/>
      </p:nvGrpSpPr>
      <p:grpSpPr>
        <a:xfrm>
          <a:off x="0" y="0"/>
          <a:ext cx="0" cy="0"/>
          <a:chOff x="0" y="0"/>
          <a:chExt cx="0" cy="0"/>
        </a:xfrm>
      </p:grpSpPr>
      <p:sp>
        <p:nvSpPr>
          <p:cNvPr id="2" name="Shape 0"/>
          <p:cNvSpPr/>
          <p:nvPr/>
        </p:nvSpPr>
        <p:spPr>
          <a:xfrm>
            <a:off x="502920" y="384048"/>
            <a:ext cx="475488" cy="475488"/>
          </a:xfrm>
          <a:prstGeom prst="rect">
            <a:avLst/>
          </a:prstGeom>
          <a:solidFill>
            <a:srgbClr val="16305B"/>
          </a:solidFill>
          <a:ln w="12700">
            <a:solidFill>
              <a:srgbClr val="16305B"/>
            </a:solidFill>
            <a:prstDash val="solid"/>
          </a:ln>
        </p:spPr>
      </p:sp>
      <p:sp>
        <p:nvSpPr>
          <p:cNvPr id="3" name="Text 1"/>
          <p:cNvSpPr txBox="1"/>
          <p:nvPr/>
        </p:nvSpPr>
        <p:spPr>
          <a:xfrm>
            <a:off x="502920" y="38404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03</a:t>
            </a:r>
            <a:endParaRPr lang="en-US" sz="1600" dirty="0"/>
          </a:p>
        </p:txBody>
      </p:sp>
      <p:sp>
        <p:nvSpPr>
          <p:cNvPr id="4" name="Text 2"/>
          <p:cNvSpPr txBox="1"/>
          <p:nvPr/>
        </p:nvSpPr>
        <p:spPr>
          <a:xfrm>
            <a:off x="1124712" y="365760"/>
            <a:ext cx="7315200" cy="237744"/>
          </a:xfrm>
          <a:prstGeom prst="rect">
            <a:avLst/>
          </a:prstGeom>
          <a:noFill/>
          <a:ln/>
        </p:spPr>
        <p:txBody>
          <a:bodyPr wrap="square" lIns="0" tIns="0" rIns="0" bIns="0" rtlCol="0" anchor="ctr"/>
          <a:lstStyle/>
          <a:p>
            <a:pPr indent="0" marL="0">
              <a:buNone/>
            </a:pPr>
            <a:r>
              <a:rPr lang="en-US" sz="1050" b="1" spc="100" kern="0" dirty="0">
                <a:solidFill>
                  <a:srgbClr val="00A3C4"/>
                </a:solidFill>
                <a:latin typeface="Malgun Gothic" pitchFamily="34" charset="0"/>
                <a:ea typeface="Malgun Gothic" pitchFamily="34" charset="-122"/>
                <a:cs typeface="Malgun Gothic" pitchFamily="34" charset="-120"/>
              </a:rPr>
              <a:t>실험계획법 기반 자동해석 및 데이터 확보</a:t>
            </a:r>
            <a:endParaRPr lang="en-US" sz="1050" dirty="0"/>
          </a:p>
        </p:txBody>
      </p:sp>
      <p:sp>
        <p:nvSpPr>
          <p:cNvPr id="5" name="Text 3"/>
          <p:cNvSpPr txBox="1"/>
          <p:nvPr/>
        </p:nvSpPr>
        <p:spPr>
          <a:xfrm>
            <a:off x="1124712" y="548640"/>
            <a:ext cx="10607040" cy="384048"/>
          </a:xfrm>
          <a:prstGeom prst="rect">
            <a:avLst/>
          </a:prstGeom>
          <a:noFill/>
          <a:ln/>
        </p:spPr>
        <p:txBody>
          <a:bodyPr wrap="square" lIns="0" tIns="0" rIns="0" bIns="0" rtlCol="0" anchor="ctr"/>
          <a:lstStyle/>
          <a:p>
            <a:pPr indent="0" marL="0">
              <a:buNone/>
            </a:pPr>
            <a:r>
              <a:rPr lang="en-US" sz="2200" b="1" dirty="0">
                <a:solidFill>
                  <a:srgbClr val="16305B"/>
                </a:solidFill>
                <a:latin typeface="Malgun Gothic" pitchFamily="34" charset="0"/>
                <a:ea typeface="Malgun Gothic" pitchFamily="34" charset="-122"/>
                <a:cs typeface="Malgun Gothic" pitchFamily="34" charset="-120"/>
              </a:rPr>
              <a:t>자동해석 코드 구성</a:t>
            </a:r>
            <a:endParaRPr lang="en-US" sz="2200" dirty="0"/>
          </a:p>
        </p:txBody>
      </p:sp>
      <p:sp>
        <p:nvSpPr>
          <p:cNvPr id="6" name="Shape 4"/>
          <p:cNvSpPr/>
          <p:nvPr/>
        </p:nvSpPr>
        <p:spPr>
          <a:xfrm>
            <a:off x="502920" y="1188720"/>
            <a:ext cx="11183112" cy="4160520"/>
          </a:xfrm>
          <a:prstGeom prst="roundRect">
            <a:avLst>
              <a:gd name="adj" fmla="val 1319"/>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7" name="Shape 5"/>
          <p:cNvSpPr/>
          <p:nvPr/>
        </p:nvSpPr>
        <p:spPr>
          <a:xfrm>
            <a:off x="758952" y="1463040"/>
            <a:ext cx="82296" cy="182880"/>
          </a:xfrm>
          <a:prstGeom prst="rect">
            <a:avLst/>
          </a:prstGeom>
          <a:solidFill>
            <a:srgbClr val="00A3C4"/>
          </a:solidFill>
          <a:ln w="12700">
            <a:solidFill>
              <a:srgbClr val="00A3C4"/>
            </a:solidFill>
            <a:prstDash val="solid"/>
          </a:ln>
        </p:spPr>
      </p:sp>
      <p:sp>
        <p:nvSpPr>
          <p:cNvPr id="8" name="Text 6"/>
          <p:cNvSpPr txBox="1"/>
          <p:nvPr/>
        </p:nvSpPr>
        <p:spPr>
          <a:xfrm>
            <a:off x="923544" y="1371600"/>
            <a:ext cx="4480560" cy="365760"/>
          </a:xfrm>
          <a:prstGeom prst="rect">
            <a:avLst/>
          </a:prstGeom>
          <a:noFill/>
          <a:ln/>
        </p:spPr>
        <p:txBody>
          <a:bodyPr wrap="square" lIns="0" tIns="0" rIns="0" bIns="0" rtlCol="0" anchor="ctr"/>
          <a:lstStyle/>
          <a:p>
            <a:pPr indent="0" marL="0">
              <a:buNone/>
            </a:pPr>
            <a:r>
              <a:rPr lang="en-US" sz="1300" b="1" dirty="0">
                <a:solidFill>
                  <a:srgbClr val="16305B"/>
                </a:solidFill>
                <a:latin typeface="Malgun Gothic" pitchFamily="34" charset="0"/>
                <a:ea typeface="Malgun Gothic" pitchFamily="34" charset="-122"/>
                <a:cs typeface="Malgun Gothic" pitchFamily="34" charset="-120"/>
              </a:rPr>
              <a:t>모듈 구성 및 실행 흐름</a:t>
            </a:r>
            <a:endParaRPr lang="en-US" sz="1300" dirty="0"/>
          </a:p>
        </p:txBody>
      </p:sp>
      <p:sp>
        <p:nvSpPr>
          <p:cNvPr id="9" name="Shape 7"/>
          <p:cNvSpPr/>
          <p:nvPr/>
        </p:nvSpPr>
        <p:spPr>
          <a:xfrm>
            <a:off x="813816" y="1847088"/>
            <a:ext cx="10561320" cy="512064"/>
          </a:xfrm>
          <a:prstGeom prst="roundRect">
            <a:avLst>
              <a:gd name="adj" fmla="val 12500"/>
            </a:avLst>
          </a:prstGeom>
          <a:solidFill>
            <a:srgbClr val="16305B"/>
          </a:solidFill>
          <a:ln w="12700">
            <a:solidFill>
              <a:srgbClr val="16305B"/>
            </a:solidFill>
            <a:prstDash val="solid"/>
          </a:ln>
        </p:spPr>
      </p:sp>
      <p:sp>
        <p:nvSpPr>
          <p:cNvPr id="10" name="Text 8"/>
          <p:cNvSpPr txBox="1"/>
          <p:nvPr/>
        </p:nvSpPr>
        <p:spPr>
          <a:xfrm>
            <a:off x="1042416" y="1847088"/>
            <a:ext cx="8641080" cy="512064"/>
          </a:xfrm>
          <a:prstGeom prst="rect">
            <a:avLst/>
          </a:prstGeom>
          <a:noFill/>
          <a:ln/>
        </p:spPr>
        <p:txBody>
          <a:bodyPr wrap="square" lIns="0" tIns="0" rIns="0" bIns="0" rtlCol="0" anchor="ctr"/>
          <a:lstStyle/>
          <a:p>
            <a:pPr indent="0" marL="0">
              <a:buNone/>
            </a:pPr>
            <a:r>
              <a:rPr lang="en-US" sz="1250" b="1" dirty="0">
                <a:solidFill>
                  <a:srgbClr val="FFFFFF"/>
                </a:solidFill>
                <a:latin typeface="Consolas" pitchFamily="34" charset="0"/>
                <a:ea typeface="Consolas" pitchFamily="34" charset="-122"/>
                <a:cs typeface="Consolas" pitchFamily="34" charset="-120"/>
              </a:rPr>
              <a:t>main.py</a:t>
            </a:r>
            <a:pPr indent="0" marL="0">
              <a:buNone/>
            </a:pPr>
            <a:r>
              <a:rPr lang="en-US" sz="1000" dirty="0">
                <a:solidFill>
                  <a:srgbClr val="CFE0F2"/>
                </a:solidFill>
                <a:latin typeface="Malgun Gothic" pitchFamily="34" charset="0"/>
                <a:ea typeface="Malgun Gothic" pitchFamily="34" charset="-122"/>
                <a:cs typeface="Malgun Gothic" pitchFamily="34" charset="-120"/>
              </a:rPr>
              <a:t>     단계 관리  —  선별 29회 → 판정 확인 → 실험계획 80점, 실험점마다 아래 단계를 순서대로 호출</a:t>
            </a:r>
            <a:endParaRPr lang="en-US" sz="1250" dirty="0"/>
          </a:p>
        </p:txBody>
      </p:sp>
      <p:sp>
        <p:nvSpPr>
          <p:cNvPr id="11" name="Shape 9"/>
          <p:cNvSpPr/>
          <p:nvPr/>
        </p:nvSpPr>
        <p:spPr>
          <a:xfrm>
            <a:off x="9866376" y="1947672"/>
            <a:ext cx="1325880" cy="310896"/>
          </a:xfrm>
          <a:prstGeom prst="roundRect">
            <a:avLst>
              <a:gd name="adj" fmla="val 29412"/>
            </a:avLst>
          </a:prstGeom>
          <a:solidFill>
            <a:srgbClr val="00A3C4"/>
          </a:solidFill>
          <a:ln w="12700">
            <a:solidFill>
              <a:srgbClr val="00A3C4"/>
            </a:solidFill>
            <a:prstDash val="solid"/>
          </a:ln>
        </p:spPr>
      </p:sp>
      <p:sp>
        <p:nvSpPr>
          <p:cNvPr id="12" name="Text 10"/>
          <p:cNvSpPr txBox="1"/>
          <p:nvPr/>
        </p:nvSpPr>
        <p:spPr>
          <a:xfrm>
            <a:off x="9866376" y="1947672"/>
            <a:ext cx="1325880"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Malgun Gothic" pitchFamily="34" charset="0"/>
                <a:ea typeface="Malgun Gothic" pitchFamily="34" charset="-122"/>
                <a:cs typeface="Malgun Gothic" pitchFamily="34" charset="-120"/>
              </a:rPr>
              <a:t>2단계 운영</a:t>
            </a:r>
            <a:endParaRPr lang="en-US" sz="950" dirty="0"/>
          </a:p>
        </p:txBody>
      </p:sp>
      <p:sp>
        <p:nvSpPr>
          <p:cNvPr id="13" name="Shape 11"/>
          <p:cNvSpPr/>
          <p:nvPr/>
        </p:nvSpPr>
        <p:spPr>
          <a:xfrm>
            <a:off x="1751076" y="2359152"/>
            <a:ext cx="0" cy="310896"/>
          </a:xfrm>
          <a:prstGeom prst="line">
            <a:avLst/>
          </a:prstGeom>
          <a:noFill/>
          <a:ln w="12700">
            <a:solidFill>
              <a:srgbClr val="9FB0C6"/>
            </a:solidFill>
            <a:prstDash val="solid"/>
            <a:tailEnd type="triangle"/>
          </a:ln>
        </p:spPr>
      </p:sp>
      <p:sp>
        <p:nvSpPr>
          <p:cNvPr id="14" name="Shape 12"/>
          <p:cNvSpPr/>
          <p:nvPr/>
        </p:nvSpPr>
        <p:spPr>
          <a:xfrm>
            <a:off x="813816" y="2670048"/>
            <a:ext cx="1874520" cy="1298448"/>
          </a:xfrm>
          <a:prstGeom prst="roundRect">
            <a:avLst>
              <a:gd name="adj" fmla="val 4930"/>
            </a:avLst>
          </a:prstGeom>
          <a:solidFill>
            <a:srgbClr val="FFFFFF"/>
          </a:solidFill>
          <a:ln w="19050">
            <a:solidFill>
              <a:srgbClr val="00A3C4"/>
            </a:solidFill>
            <a:prstDash val="solid"/>
          </a:ln>
          <a:effectLst>
            <a:outerShdw sx="100000" sy="100000" kx="0" ky="0" algn="bl" rotWithShape="0" blurRad="101600" dist="12700" dir="5400000">
              <a:srgbClr val="9AA8BC">
                <a:alpha val="18000"/>
              </a:srgbClr>
            </a:outerShdw>
          </a:effectLst>
        </p:spPr>
      </p:sp>
      <p:sp>
        <p:nvSpPr>
          <p:cNvPr id="15" name="Shape 13"/>
          <p:cNvSpPr/>
          <p:nvPr/>
        </p:nvSpPr>
        <p:spPr>
          <a:xfrm>
            <a:off x="923544" y="2779776"/>
            <a:ext cx="256032" cy="256032"/>
          </a:xfrm>
          <a:prstGeom prst="ellipse">
            <a:avLst/>
          </a:prstGeom>
          <a:solidFill>
            <a:srgbClr val="00A3C4"/>
          </a:solidFill>
          <a:ln w="12700">
            <a:solidFill>
              <a:srgbClr val="00A3C4"/>
            </a:solidFill>
            <a:prstDash val="solid"/>
          </a:ln>
        </p:spPr>
      </p:sp>
      <p:sp>
        <p:nvSpPr>
          <p:cNvPr id="16" name="Text 14"/>
          <p:cNvSpPr txBox="1"/>
          <p:nvPr/>
        </p:nvSpPr>
        <p:spPr>
          <a:xfrm>
            <a:off x="923544" y="277977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1</a:t>
            </a:r>
            <a:endParaRPr lang="en-US" sz="900" dirty="0"/>
          </a:p>
        </p:txBody>
      </p:sp>
      <p:sp>
        <p:nvSpPr>
          <p:cNvPr id="17" name="Text 15"/>
          <p:cNvSpPr txBox="1"/>
          <p:nvPr/>
        </p:nvSpPr>
        <p:spPr>
          <a:xfrm>
            <a:off x="1234440" y="2761488"/>
            <a:ext cx="1417320" cy="292608"/>
          </a:xfrm>
          <a:prstGeom prst="rect">
            <a:avLst/>
          </a:prstGeom>
          <a:noFill/>
          <a:ln/>
        </p:spPr>
        <p:txBody>
          <a:bodyPr wrap="square" lIns="0" tIns="0" rIns="0" bIns="0" rtlCol="0" anchor="ctr"/>
          <a:lstStyle/>
          <a:p>
            <a:pPr indent="0" marL="0">
              <a:buNone/>
            </a:pPr>
            <a:r>
              <a:rPr lang="en-US" sz="1050" b="1" dirty="0">
                <a:solidFill>
                  <a:srgbClr val="16305B"/>
                </a:solidFill>
                <a:latin typeface="Malgun Gothic" pitchFamily="34" charset="0"/>
                <a:ea typeface="Malgun Gothic" pitchFamily="34" charset="-122"/>
                <a:cs typeface="Malgun Gothic" pitchFamily="34" charset="-120"/>
              </a:rPr>
              <a:t>실험점 생성</a:t>
            </a:r>
            <a:endParaRPr lang="en-US" sz="1050" dirty="0"/>
          </a:p>
        </p:txBody>
      </p:sp>
      <p:sp>
        <p:nvSpPr>
          <p:cNvPr id="18" name="Text 16"/>
          <p:cNvSpPr txBox="1"/>
          <p:nvPr/>
        </p:nvSpPr>
        <p:spPr>
          <a:xfrm>
            <a:off x="923544" y="3108960"/>
            <a:ext cx="1691640" cy="347472"/>
          </a:xfrm>
          <a:prstGeom prst="rect">
            <a:avLst/>
          </a:prstGeom>
          <a:noFill/>
          <a:ln/>
        </p:spPr>
        <p:txBody>
          <a:bodyPr wrap="square" lIns="0" tIns="0" rIns="0" bIns="0" rtlCol="0" anchor="ctr"/>
          <a:lstStyle/>
          <a:p>
            <a:pPr indent="0" marL="0">
              <a:lnSpc>
                <a:spcPct val="100000"/>
              </a:lnSpc>
              <a:buNone/>
            </a:pPr>
            <a:r>
              <a:rPr lang="en-US" sz="850" b="1" dirty="0">
                <a:solidFill>
                  <a:srgbClr val="0088A6"/>
                </a:solidFill>
                <a:latin typeface="Consolas" pitchFamily="34" charset="0"/>
                <a:ea typeface="Consolas" pitchFamily="34" charset="-122"/>
                <a:cs typeface="Consolas" pitchFamily="34" charset="-120"/>
              </a:rPr>
              <a:t>DSD.py · OLHD.py</a:t>
            </a:r>
            <a:endParaRPr lang="en-US" sz="850" dirty="0"/>
          </a:p>
        </p:txBody>
      </p:sp>
      <p:sp>
        <p:nvSpPr>
          <p:cNvPr id="19" name="Text 17"/>
          <p:cNvSpPr txBox="1"/>
          <p:nvPr/>
        </p:nvSpPr>
        <p:spPr>
          <a:xfrm>
            <a:off x="923544" y="3474720"/>
            <a:ext cx="1691640" cy="438912"/>
          </a:xfrm>
          <a:prstGeom prst="rect">
            <a:avLst/>
          </a:prstGeom>
          <a:noFill/>
          <a:ln/>
        </p:spPr>
        <p:txBody>
          <a:bodyPr wrap="square" lIns="0" tIns="0" rIns="0" bIns="0" rtlCol="0" anchor="ctr"/>
          <a:lstStyle/>
          <a:p>
            <a:pPr indent="0" marL="0">
              <a:lnSpc>
                <a:spcPct val="110000"/>
              </a:lnSpc>
              <a:buNone/>
            </a:pPr>
            <a:r>
              <a:rPr lang="en-US" sz="850" dirty="0">
                <a:solidFill>
                  <a:srgbClr val="1C2733"/>
                </a:solidFill>
                <a:latin typeface="Malgun Gothic" pitchFamily="34" charset="0"/>
                <a:ea typeface="Malgun Gothic" pitchFamily="34" charset="-122"/>
                <a:cs typeface="Malgun Gothic" pitchFamily="34" charset="-120"/>
              </a:rPr>
              <a:t>선별 실험표 29회</a:t>
            </a:r>
            <a:endParaRPr lang="en-US" sz="850" dirty="0"/>
          </a:p>
          <a:p>
            <a:pPr indent="0" marL="0">
              <a:lnSpc>
                <a:spcPct val="110000"/>
              </a:lnSpc>
              <a:buNone/>
            </a:pPr>
            <a:r>
              <a:rPr lang="en-US" sz="850" dirty="0">
                <a:solidFill>
                  <a:srgbClr val="1C2733"/>
                </a:solidFill>
                <a:latin typeface="Malgun Gothic" pitchFamily="34" charset="0"/>
                <a:ea typeface="Malgun Gothic" pitchFamily="34" charset="-122"/>
                <a:cs typeface="Malgun Gothic" pitchFamily="34" charset="-120"/>
              </a:rPr>
              <a:t>활성 변수 80점</a:t>
            </a:r>
            <a:endParaRPr lang="en-US" sz="850" dirty="0"/>
          </a:p>
        </p:txBody>
      </p:sp>
      <p:sp>
        <p:nvSpPr>
          <p:cNvPr id="20" name="Shape 18"/>
          <p:cNvSpPr/>
          <p:nvPr/>
        </p:nvSpPr>
        <p:spPr>
          <a:xfrm>
            <a:off x="3922776" y="2359152"/>
            <a:ext cx="0" cy="310896"/>
          </a:xfrm>
          <a:prstGeom prst="line">
            <a:avLst/>
          </a:prstGeom>
          <a:noFill/>
          <a:ln w="12700">
            <a:solidFill>
              <a:srgbClr val="9FB0C6"/>
            </a:solidFill>
            <a:prstDash val="solid"/>
            <a:tailEnd type="triangle"/>
          </a:ln>
        </p:spPr>
      </p:sp>
      <p:sp>
        <p:nvSpPr>
          <p:cNvPr id="21" name="Shape 19"/>
          <p:cNvSpPr/>
          <p:nvPr/>
        </p:nvSpPr>
        <p:spPr>
          <a:xfrm>
            <a:off x="2985516" y="2670048"/>
            <a:ext cx="1874520" cy="1298448"/>
          </a:xfrm>
          <a:prstGeom prst="roundRect">
            <a:avLst>
              <a:gd name="adj" fmla="val 4930"/>
            </a:avLst>
          </a:prstGeom>
          <a:solidFill>
            <a:srgbClr val="FFFFFF"/>
          </a:solidFill>
          <a:ln w="15875">
            <a:solidFill>
              <a:srgbClr val="B9C7D8"/>
            </a:solidFill>
            <a:prstDash val="solid"/>
          </a:ln>
          <a:effectLst>
            <a:outerShdw sx="100000" sy="100000" kx="0" ky="0" algn="bl" rotWithShape="0" blurRad="101600" dist="12700" dir="5400000">
              <a:srgbClr val="9AA8BC">
                <a:alpha val="18000"/>
              </a:srgbClr>
            </a:outerShdw>
          </a:effectLst>
        </p:spPr>
      </p:sp>
      <p:sp>
        <p:nvSpPr>
          <p:cNvPr id="22" name="Shape 20"/>
          <p:cNvSpPr/>
          <p:nvPr/>
        </p:nvSpPr>
        <p:spPr>
          <a:xfrm>
            <a:off x="3095244" y="2779776"/>
            <a:ext cx="256032" cy="256032"/>
          </a:xfrm>
          <a:prstGeom prst="ellipse">
            <a:avLst/>
          </a:prstGeom>
          <a:solidFill>
            <a:srgbClr val="16305B"/>
          </a:solidFill>
          <a:ln w="12700">
            <a:solidFill>
              <a:srgbClr val="16305B"/>
            </a:solidFill>
            <a:prstDash val="solid"/>
          </a:ln>
        </p:spPr>
      </p:sp>
      <p:sp>
        <p:nvSpPr>
          <p:cNvPr id="23" name="Text 21"/>
          <p:cNvSpPr txBox="1"/>
          <p:nvPr/>
        </p:nvSpPr>
        <p:spPr>
          <a:xfrm>
            <a:off x="3095244" y="277977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2</a:t>
            </a:r>
            <a:endParaRPr lang="en-US" sz="900" dirty="0"/>
          </a:p>
        </p:txBody>
      </p:sp>
      <p:sp>
        <p:nvSpPr>
          <p:cNvPr id="24" name="Text 22"/>
          <p:cNvSpPr txBox="1"/>
          <p:nvPr/>
        </p:nvSpPr>
        <p:spPr>
          <a:xfrm>
            <a:off x="3406140" y="2761488"/>
            <a:ext cx="1417320" cy="292608"/>
          </a:xfrm>
          <a:prstGeom prst="rect">
            <a:avLst/>
          </a:prstGeom>
          <a:noFill/>
          <a:ln/>
        </p:spPr>
        <p:txBody>
          <a:bodyPr wrap="square" lIns="0" tIns="0" rIns="0" bIns="0" rtlCol="0" anchor="ctr"/>
          <a:lstStyle/>
          <a:p>
            <a:pPr indent="0" marL="0">
              <a:buNone/>
            </a:pPr>
            <a:r>
              <a:rPr lang="en-US" sz="1050" b="1" dirty="0">
                <a:solidFill>
                  <a:srgbClr val="16305B"/>
                </a:solidFill>
                <a:latin typeface="Malgun Gothic" pitchFamily="34" charset="0"/>
                <a:ea typeface="Malgun Gothic" pitchFamily="34" charset="-122"/>
                <a:cs typeface="Malgun Gothic" pitchFamily="34" charset="-120"/>
              </a:rPr>
              <a:t>형상 빌드</a:t>
            </a:r>
            <a:endParaRPr lang="en-US" sz="1050" dirty="0"/>
          </a:p>
        </p:txBody>
      </p:sp>
      <p:sp>
        <p:nvSpPr>
          <p:cNvPr id="25" name="Text 23"/>
          <p:cNvSpPr txBox="1"/>
          <p:nvPr/>
        </p:nvSpPr>
        <p:spPr>
          <a:xfrm>
            <a:off x="3095244" y="3108960"/>
            <a:ext cx="1691640" cy="347472"/>
          </a:xfrm>
          <a:prstGeom prst="rect">
            <a:avLst/>
          </a:prstGeom>
          <a:noFill/>
          <a:ln/>
        </p:spPr>
        <p:txBody>
          <a:bodyPr wrap="square" lIns="0" tIns="0" rIns="0" bIns="0" rtlCol="0" anchor="ctr"/>
          <a:lstStyle/>
          <a:p>
            <a:pPr indent="0" marL="0">
              <a:lnSpc>
                <a:spcPct val="100000"/>
              </a:lnSpc>
              <a:buNone/>
            </a:pPr>
            <a:r>
              <a:rPr lang="en-US" sz="850" b="1" dirty="0">
                <a:solidFill>
                  <a:srgbClr val="2C4E82"/>
                </a:solidFill>
                <a:latin typeface="Consolas" pitchFamily="34" charset="0"/>
                <a:ea typeface="Consolas" pitchFamily="34" charset="-122"/>
                <a:cs typeface="Consolas" pitchFamily="34" charset="-120"/>
              </a:rPr>
              <a:t>Solidworks.py</a:t>
            </a:r>
            <a:endParaRPr lang="en-US" sz="850" dirty="0"/>
          </a:p>
        </p:txBody>
      </p:sp>
      <p:sp>
        <p:nvSpPr>
          <p:cNvPr id="26" name="Text 24"/>
          <p:cNvSpPr txBox="1"/>
          <p:nvPr/>
        </p:nvSpPr>
        <p:spPr>
          <a:xfrm>
            <a:off x="3095244" y="3474720"/>
            <a:ext cx="1691640" cy="438912"/>
          </a:xfrm>
          <a:prstGeom prst="rect">
            <a:avLst/>
          </a:prstGeom>
          <a:noFill/>
          <a:ln/>
        </p:spPr>
        <p:txBody>
          <a:bodyPr wrap="square" lIns="0" tIns="0" rIns="0" bIns="0" rtlCol="0" anchor="ctr"/>
          <a:lstStyle/>
          <a:p>
            <a:pPr indent="0" marL="0">
              <a:lnSpc>
                <a:spcPct val="110000"/>
              </a:lnSpc>
              <a:buNone/>
            </a:pPr>
            <a:r>
              <a:rPr lang="en-US" sz="850" dirty="0">
                <a:solidFill>
                  <a:srgbClr val="1C2733"/>
                </a:solidFill>
                <a:latin typeface="Malgun Gothic" pitchFamily="34" charset="0"/>
                <a:ea typeface="Malgun Gothic" pitchFamily="34" charset="-122"/>
                <a:cs typeface="Malgun Gothic" pitchFamily="34" charset="-120"/>
              </a:rPr>
              <a:t>전역변수 11개 갱신</a:t>
            </a:r>
            <a:endParaRPr lang="en-US" sz="850" dirty="0"/>
          </a:p>
          <a:p>
            <a:pPr indent="0" marL="0">
              <a:lnSpc>
                <a:spcPct val="110000"/>
              </a:lnSpc>
              <a:buNone/>
            </a:pPr>
            <a:r>
              <a:rPr lang="en-US" sz="850" dirty="0">
                <a:solidFill>
                  <a:srgbClr val="1C2733"/>
                </a:solidFill>
                <a:latin typeface="Malgun Gothic" pitchFamily="34" charset="0"/>
                <a:ea typeface="Malgun Gothic" pitchFamily="34" charset="-122"/>
                <a:cs typeface="Malgun Gothic" pitchFamily="34" charset="-120"/>
              </a:rPr>
              <a:t>→ 리빌드 · STEP</a:t>
            </a:r>
            <a:endParaRPr lang="en-US" sz="850" dirty="0"/>
          </a:p>
        </p:txBody>
      </p:sp>
      <p:sp>
        <p:nvSpPr>
          <p:cNvPr id="27" name="Shape 25"/>
          <p:cNvSpPr/>
          <p:nvPr/>
        </p:nvSpPr>
        <p:spPr>
          <a:xfrm>
            <a:off x="6094476" y="2359152"/>
            <a:ext cx="0" cy="310896"/>
          </a:xfrm>
          <a:prstGeom prst="line">
            <a:avLst/>
          </a:prstGeom>
          <a:noFill/>
          <a:ln w="12700">
            <a:solidFill>
              <a:srgbClr val="9FB0C6"/>
            </a:solidFill>
            <a:prstDash val="solid"/>
            <a:tailEnd type="triangle"/>
          </a:ln>
        </p:spPr>
      </p:sp>
      <p:sp>
        <p:nvSpPr>
          <p:cNvPr id="28" name="Shape 26"/>
          <p:cNvSpPr/>
          <p:nvPr/>
        </p:nvSpPr>
        <p:spPr>
          <a:xfrm>
            <a:off x="5157216" y="2670048"/>
            <a:ext cx="1874520" cy="1298448"/>
          </a:xfrm>
          <a:prstGeom prst="roundRect">
            <a:avLst>
              <a:gd name="adj" fmla="val 4930"/>
            </a:avLst>
          </a:prstGeom>
          <a:solidFill>
            <a:srgbClr val="FFFFFF"/>
          </a:solidFill>
          <a:ln w="15875">
            <a:solidFill>
              <a:srgbClr val="B9C7D8"/>
            </a:solidFill>
            <a:prstDash val="solid"/>
          </a:ln>
          <a:effectLst>
            <a:outerShdw sx="100000" sy="100000" kx="0" ky="0" algn="bl" rotWithShape="0" blurRad="101600" dist="12700" dir="5400000">
              <a:srgbClr val="9AA8BC">
                <a:alpha val="18000"/>
              </a:srgbClr>
            </a:outerShdw>
          </a:effectLst>
        </p:spPr>
      </p:sp>
      <p:sp>
        <p:nvSpPr>
          <p:cNvPr id="29" name="Shape 27"/>
          <p:cNvSpPr/>
          <p:nvPr/>
        </p:nvSpPr>
        <p:spPr>
          <a:xfrm>
            <a:off x="5266944" y="2779776"/>
            <a:ext cx="256032" cy="256032"/>
          </a:xfrm>
          <a:prstGeom prst="ellipse">
            <a:avLst/>
          </a:prstGeom>
          <a:solidFill>
            <a:srgbClr val="16305B"/>
          </a:solidFill>
          <a:ln w="12700">
            <a:solidFill>
              <a:srgbClr val="16305B"/>
            </a:solidFill>
            <a:prstDash val="solid"/>
          </a:ln>
        </p:spPr>
      </p:sp>
      <p:sp>
        <p:nvSpPr>
          <p:cNvPr id="30" name="Text 28"/>
          <p:cNvSpPr txBox="1"/>
          <p:nvPr/>
        </p:nvSpPr>
        <p:spPr>
          <a:xfrm>
            <a:off x="5266944" y="277977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3</a:t>
            </a:r>
            <a:endParaRPr lang="en-US" sz="900" dirty="0"/>
          </a:p>
        </p:txBody>
      </p:sp>
      <p:sp>
        <p:nvSpPr>
          <p:cNvPr id="31" name="Text 29"/>
          <p:cNvSpPr txBox="1"/>
          <p:nvPr/>
        </p:nvSpPr>
        <p:spPr>
          <a:xfrm>
            <a:off x="5577840" y="2761488"/>
            <a:ext cx="1417320" cy="292608"/>
          </a:xfrm>
          <a:prstGeom prst="rect">
            <a:avLst/>
          </a:prstGeom>
          <a:noFill/>
          <a:ln/>
        </p:spPr>
        <p:txBody>
          <a:bodyPr wrap="square" lIns="0" tIns="0" rIns="0" bIns="0" rtlCol="0" anchor="ctr"/>
          <a:lstStyle/>
          <a:p>
            <a:pPr indent="0" marL="0">
              <a:buNone/>
            </a:pPr>
            <a:r>
              <a:rPr lang="en-US" sz="1050" b="1" dirty="0">
                <a:solidFill>
                  <a:srgbClr val="16305B"/>
                </a:solidFill>
                <a:latin typeface="Malgun Gothic" pitchFamily="34" charset="0"/>
                <a:ea typeface="Malgun Gothic" pitchFamily="34" charset="-122"/>
                <a:cs typeface="Malgun Gothic" pitchFamily="34" charset="-120"/>
              </a:rPr>
              <a:t>해석</a:t>
            </a:r>
            <a:endParaRPr lang="en-US" sz="1050" dirty="0"/>
          </a:p>
        </p:txBody>
      </p:sp>
      <p:sp>
        <p:nvSpPr>
          <p:cNvPr id="32" name="Text 30"/>
          <p:cNvSpPr txBox="1"/>
          <p:nvPr/>
        </p:nvSpPr>
        <p:spPr>
          <a:xfrm>
            <a:off x="5266944" y="3108960"/>
            <a:ext cx="1691640" cy="347472"/>
          </a:xfrm>
          <a:prstGeom prst="rect">
            <a:avLst/>
          </a:prstGeom>
          <a:noFill/>
          <a:ln/>
        </p:spPr>
        <p:txBody>
          <a:bodyPr wrap="square" lIns="0" tIns="0" rIns="0" bIns="0" rtlCol="0" anchor="ctr"/>
          <a:lstStyle/>
          <a:p>
            <a:pPr indent="0" marL="0">
              <a:lnSpc>
                <a:spcPct val="100000"/>
              </a:lnSpc>
              <a:buNone/>
            </a:pPr>
            <a:r>
              <a:rPr lang="en-US" sz="850" b="1" dirty="0">
                <a:solidFill>
                  <a:srgbClr val="2C4E82"/>
                </a:solidFill>
                <a:latin typeface="Consolas" pitchFamily="34" charset="0"/>
                <a:ea typeface="Consolas" pitchFamily="34" charset="-122"/>
                <a:cs typeface="Consolas" pitchFamily="34" charset="-120"/>
              </a:rPr>
              <a:t>icepak.py</a:t>
            </a:r>
            <a:endParaRPr lang="en-US" sz="850" dirty="0"/>
          </a:p>
        </p:txBody>
      </p:sp>
      <p:sp>
        <p:nvSpPr>
          <p:cNvPr id="33" name="Text 31"/>
          <p:cNvSpPr txBox="1"/>
          <p:nvPr/>
        </p:nvSpPr>
        <p:spPr>
          <a:xfrm>
            <a:off x="5266944" y="3474720"/>
            <a:ext cx="1691640" cy="438912"/>
          </a:xfrm>
          <a:prstGeom prst="rect">
            <a:avLst/>
          </a:prstGeom>
          <a:noFill/>
          <a:ln/>
        </p:spPr>
        <p:txBody>
          <a:bodyPr wrap="square" lIns="0" tIns="0" rIns="0" bIns="0" rtlCol="0" anchor="ctr"/>
          <a:lstStyle/>
          <a:p>
            <a:pPr indent="0" marL="0">
              <a:lnSpc>
                <a:spcPct val="110000"/>
              </a:lnSpc>
              <a:buNone/>
            </a:pPr>
            <a:r>
              <a:rPr lang="en-US" sz="850" dirty="0">
                <a:solidFill>
                  <a:srgbClr val="1C2733"/>
                </a:solidFill>
                <a:latin typeface="Malgun Gothic" pitchFamily="34" charset="0"/>
                <a:ea typeface="Malgun Gothic" pitchFamily="34" charset="-122"/>
                <a:cs typeface="Malgun Gothic" pitchFamily="34" charset="-120"/>
              </a:rPr>
              <a:t>해석 모델 구성</a:t>
            </a:r>
            <a:endParaRPr lang="en-US" sz="850" dirty="0"/>
          </a:p>
          <a:p>
            <a:pPr indent="0" marL="0">
              <a:lnSpc>
                <a:spcPct val="110000"/>
              </a:lnSpc>
              <a:buNone/>
            </a:pPr>
            <a:r>
              <a:rPr lang="en-US" sz="850" dirty="0">
                <a:solidFill>
                  <a:srgbClr val="1C2733"/>
                </a:solidFill>
                <a:latin typeface="Malgun Gothic" pitchFamily="34" charset="0"/>
                <a:ea typeface="Malgun Gothic" pitchFamily="34" charset="-122"/>
                <a:cs typeface="Malgun Gothic" pitchFamily="34" charset="-120"/>
              </a:rPr>
              <a:t>→ 결과 추출</a:t>
            </a:r>
            <a:endParaRPr lang="en-US" sz="850" dirty="0"/>
          </a:p>
        </p:txBody>
      </p:sp>
      <p:sp>
        <p:nvSpPr>
          <p:cNvPr id="34" name="Shape 32"/>
          <p:cNvSpPr/>
          <p:nvPr/>
        </p:nvSpPr>
        <p:spPr>
          <a:xfrm>
            <a:off x="8266176" y="2359152"/>
            <a:ext cx="0" cy="310896"/>
          </a:xfrm>
          <a:prstGeom prst="line">
            <a:avLst/>
          </a:prstGeom>
          <a:noFill/>
          <a:ln w="12700">
            <a:solidFill>
              <a:srgbClr val="9FB0C6"/>
            </a:solidFill>
            <a:prstDash val="solid"/>
            <a:tailEnd type="triangle"/>
          </a:ln>
        </p:spPr>
      </p:sp>
      <p:sp>
        <p:nvSpPr>
          <p:cNvPr id="35" name="Shape 33"/>
          <p:cNvSpPr/>
          <p:nvPr/>
        </p:nvSpPr>
        <p:spPr>
          <a:xfrm>
            <a:off x="7328916" y="2670048"/>
            <a:ext cx="1874520" cy="1298448"/>
          </a:xfrm>
          <a:prstGeom prst="roundRect">
            <a:avLst>
              <a:gd name="adj" fmla="val 4930"/>
            </a:avLst>
          </a:prstGeom>
          <a:solidFill>
            <a:srgbClr val="FFFFFF"/>
          </a:solidFill>
          <a:ln w="15875">
            <a:solidFill>
              <a:srgbClr val="B9C7D8"/>
            </a:solidFill>
            <a:prstDash val="solid"/>
          </a:ln>
          <a:effectLst>
            <a:outerShdw sx="100000" sy="100000" kx="0" ky="0" algn="bl" rotWithShape="0" blurRad="101600" dist="12700" dir="5400000">
              <a:srgbClr val="9AA8BC">
                <a:alpha val="18000"/>
              </a:srgbClr>
            </a:outerShdw>
          </a:effectLst>
        </p:spPr>
      </p:sp>
      <p:sp>
        <p:nvSpPr>
          <p:cNvPr id="36" name="Shape 34"/>
          <p:cNvSpPr/>
          <p:nvPr/>
        </p:nvSpPr>
        <p:spPr>
          <a:xfrm>
            <a:off x="7438644" y="2779776"/>
            <a:ext cx="256032" cy="256032"/>
          </a:xfrm>
          <a:prstGeom prst="ellipse">
            <a:avLst/>
          </a:prstGeom>
          <a:solidFill>
            <a:srgbClr val="16305B"/>
          </a:solidFill>
          <a:ln w="12700">
            <a:solidFill>
              <a:srgbClr val="16305B"/>
            </a:solidFill>
            <a:prstDash val="solid"/>
          </a:ln>
        </p:spPr>
      </p:sp>
      <p:sp>
        <p:nvSpPr>
          <p:cNvPr id="37" name="Text 35"/>
          <p:cNvSpPr txBox="1"/>
          <p:nvPr/>
        </p:nvSpPr>
        <p:spPr>
          <a:xfrm>
            <a:off x="7438644" y="277977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4</a:t>
            </a:r>
            <a:endParaRPr lang="en-US" sz="900" dirty="0"/>
          </a:p>
        </p:txBody>
      </p:sp>
      <p:sp>
        <p:nvSpPr>
          <p:cNvPr id="38" name="Text 36"/>
          <p:cNvSpPr txBox="1"/>
          <p:nvPr/>
        </p:nvSpPr>
        <p:spPr>
          <a:xfrm>
            <a:off x="7749540" y="2761488"/>
            <a:ext cx="1417320" cy="292608"/>
          </a:xfrm>
          <a:prstGeom prst="rect">
            <a:avLst/>
          </a:prstGeom>
          <a:noFill/>
          <a:ln/>
        </p:spPr>
        <p:txBody>
          <a:bodyPr wrap="square" lIns="0" tIns="0" rIns="0" bIns="0" rtlCol="0" anchor="ctr"/>
          <a:lstStyle/>
          <a:p>
            <a:pPr indent="0" marL="0">
              <a:buNone/>
            </a:pPr>
            <a:r>
              <a:rPr lang="en-US" sz="1050" b="1" dirty="0">
                <a:solidFill>
                  <a:srgbClr val="16305B"/>
                </a:solidFill>
                <a:latin typeface="Malgun Gothic" pitchFamily="34" charset="0"/>
                <a:ea typeface="Malgun Gothic" pitchFamily="34" charset="-122"/>
                <a:cs typeface="Malgun Gothic" pitchFamily="34" charset="-120"/>
              </a:rPr>
              <a:t>결과 저장</a:t>
            </a:r>
            <a:endParaRPr lang="en-US" sz="1050" dirty="0"/>
          </a:p>
        </p:txBody>
      </p:sp>
      <p:sp>
        <p:nvSpPr>
          <p:cNvPr id="39" name="Text 37"/>
          <p:cNvSpPr txBox="1"/>
          <p:nvPr/>
        </p:nvSpPr>
        <p:spPr>
          <a:xfrm>
            <a:off x="7438644" y="3108960"/>
            <a:ext cx="1691640" cy="347472"/>
          </a:xfrm>
          <a:prstGeom prst="rect">
            <a:avLst/>
          </a:prstGeom>
          <a:noFill/>
          <a:ln/>
        </p:spPr>
        <p:txBody>
          <a:bodyPr wrap="square" lIns="0" tIns="0" rIns="0" bIns="0" rtlCol="0" anchor="ctr"/>
          <a:lstStyle/>
          <a:p>
            <a:pPr indent="0" marL="0">
              <a:lnSpc>
                <a:spcPct val="100000"/>
              </a:lnSpc>
              <a:buNone/>
            </a:pPr>
            <a:r>
              <a:rPr lang="en-US" sz="850" b="1" dirty="0">
                <a:solidFill>
                  <a:srgbClr val="2C4E82"/>
                </a:solidFill>
                <a:latin typeface="Consolas" pitchFamily="34" charset="0"/>
                <a:ea typeface="Consolas" pitchFamily="34" charset="-122"/>
                <a:cs typeface="Consolas" pitchFamily="34" charset="-120"/>
              </a:rPr>
              <a:t>result_parser.py</a:t>
            </a:r>
            <a:endParaRPr lang="en-US" sz="850" dirty="0"/>
          </a:p>
        </p:txBody>
      </p:sp>
      <p:sp>
        <p:nvSpPr>
          <p:cNvPr id="40" name="Text 38"/>
          <p:cNvSpPr txBox="1"/>
          <p:nvPr/>
        </p:nvSpPr>
        <p:spPr>
          <a:xfrm>
            <a:off x="7438644" y="3474720"/>
            <a:ext cx="1691640" cy="438912"/>
          </a:xfrm>
          <a:prstGeom prst="rect">
            <a:avLst/>
          </a:prstGeom>
          <a:noFill/>
          <a:ln/>
        </p:spPr>
        <p:txBody>
          <a:bodyPr wrap="square" lIns="0" tIns="0" rIns="0" bIns="0" rtlCol="0" anchor="ctr"/>
          <a:lstStyle/>
          <a:p>
            <a:pPr indent="0" marL="0">
              <a:lnSpc>
                <a:spcPct val="110000"/>
              </a:lnSpc>
              <a:buNone/>
            </a:pPr>
            <a:r>
              <a:rPr lang="en-US" sz="850" dirty="0">
                <a:solidFill>
                  <a:srgbClr val="1C2733"/>
                </a:solidFill>
                <a:latin typeface="Malgun Gothic" pitchFamily="34" charset="0"/>
                <a:ea typeface="Malgun Gothic" pitchFamily="34" charset="-122"/>
                <a:cs typeface="Malgun Gothic" pitchFamily="34" charset="-120"/>
              </a:rPr>
              <a:t>응답 7개 산출</a:t>
            </a:r>
            <a:endParaRPr lang="en-US" sz="850" dirty="0"/>
          </a:p>
          <a:p>
            <a:pPr indent="0" marL="0">
              <a:lnSpc>
                <a:spcPct val="110000"/>
              </a:lnSpc>
              <a:buNone/>
            </a:pPr>
            <a:r>
              <a:rPr lang="en-US" sz="850" dirty="0">
                <a:solidFill>
                  <a:srgbClr val="1C2733"/>
                </a:solidFill>
                <a:latin typeface="Malgun Gothic" pitchFamily="34" charset="0"/>
                <a:ea typeface="Malgun Gothic" pitchFamily="34" charset="-122"/>
                <a:cs typeface="Malgun Gothic" pitchFamily="34" charset="-120"/>
              </a:rPr>
              <a:t>결과 누적</a:t>
            </a:r>
            <a:endParaRPr lang="en-US" sz="850" dirty="0"/>
          </a:p>
        </p:txBody>
      </p:sp>
      <p:sp>
        <p:nvSpPr>
          <p:cNvPr id="41" name="Shape 39"/>
          <p:cNvSpPr/>
          <p:nvPr/>
        </p:nvSpPr>
        <p:spPr>
          <a:xfrm>
            <a:off x="10437876" y="2359152"/>
            <a:ext cx="0" cy="310896"/>
          </a:xfrm>
          <a:prstGeom prst="line">
            <a:avLst/>
          </a:prstGeom>
          <a:noFill/>
          <a:ln w="12700">
            <a:solidFill>
              <a:srgbClr val="9FB0C6"/>
            </a:solidFill>
            <a:prstDash val="solid"/>
            <a:tailEnd type="triangle"/>
          </a:ln>
        </p:spPr>
      </p:sp>
      <p:sp>
        <p:nvSpPr>
          <p:cNvPr id="42" name="Shape 40"/>
          <p:cNvSpPr/>
          <p:nvPr/>
        </p:nvSpPr>
        <p:spPr>
          <a:xfrm>
            <a:off x="9500616" y="2670048"/>
            <a:ext cx="1874520" cy="1298448"/>
          </a:xfrm>
          <a:prstGeom prst="roundRect">
            <a:avLst>
              <a:gd name="adj" fmla="val 4930"/>
            </a:avLst>
          </a:prstGeom>
          <a:solidFill>
            <a:srgbClr val="FFFFFF"/>
          </a:solidFill>
          <a:ln w="19050">
            <a:solidFill>
              <a:srgbClr val="00A3C4"/>
            </a:solidFill>
            <a:prstDash val="solid"/>
          </a:ln>
          <a:effectLst>
            <a:outerShdw sx="100000" sy="100000" kx="0" ky="0" algn="bl" rotWithShape="0" blurRad="101600" dist="12700" dir="5400000">
              <a:srgbClr val="9AA8BC">
                <a:alpha val="18000"/>
              </a:srgbClr>
            </a:outerShdw>
          </a:effectLst>
        </p:spPr>
      </p:sp>
      <p:sp>
        <p:nvSpPr>
          <p:cNvPr id="43" name="Shape 41"/>
          <p:cNvSpPr/>
          <p:nvPr/>
        </p:nvSpPr>
        <p:spPr>
          <a:xfrm>
            <a:off x="9610344" y="2779776"/>
            <a:ext cx="256032" cy="256032"/>
          </a:xfrm>
          <a:prstGeom prst="ellipse">
            <a:avLst/>
          </a:prstGeom>
          <a:solidFill>
            <a:srgbClr val="00A3C4"/>
          </a:solidFill>
          <a:ln w="12700">
            <a:solidFill>
              <a:srgbClr val="00A3C4"/>
            </a:solidFill>
            <a:prstDash val="solid"/>
          </a:ln>
        </p:spPr>
      </p:sp>
      <p:sp>
        <p:nvSpPr>
          <p:cNvPr id="44" name="Text 42"/>
          <p:cNvSpPr txBox="1"/>
          <p:nvPr/>
        </p:nvSpPr>
        <p:spPr>
          <a:xfrm>
            <a:off x="9610344" y="277977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5</a:t>
            </a:r>
            <a:endParaRPr lang="en-US" sz="900" dirty="0"/>
          </a:p>
        </p:txBody>
      </p:sp>
      <p:sp>
        <p:nvSpPr>
          <p:cNvPr id="45" name="Text 43"/>
          <p:cNvSpPr txBox="1"/>
          <p:nvPr/>
        </p:nvSpPr>
        <p:spPr>
          <a:xfrm>
            <a:off x="9921240" y="2761488"/>
            <a:ext cx="1417320" cy="292608"/>
          </a:xfrm>
          <a:prstGeom prst="rect">
            <a:avLst/>
          </a:prstGeom>
          <a:noFill/>
          <a:ln/>
        </p:spPr>
        <p:txBody>
          <a:bodyPr wrap="square" lIns="0" tIns="0" rIns="0" bIns="0" rtlCol="0" anchor="ctr"/>
          <a:lstStyle/>
          <a:p>
            <a:pPr indent="0" marL="0">
              <a:buNone/>
            </a:pPr>
            <a:r>
              <a:rPr lang="en-US" sz="1050" b="1" dirty="0">
                <a:solidFill>
                  <a:srgbClr val="16305B"/>
                </a:solidFill>
                <a:latin typeface="Malgun Gothic" pitchFamily="34" charset="0"/>
                <a:ea typeface="Malgun Gothic" pitchFamily="34" charset="-122"/>
                <a:cs typeface="Malgun Gothic" pitchFamily="34" charset="-120"/>
              </a:rPr>
              <a:t>선별 · 학습</a:t>
            </a:r>
            <a:endParaRPr lang="en-US" sz="1050" dirty="0"/>
          </a:p>
        </p:txBody>
      </p:sp>
      <p:sp>
        <p:nvSpPr>
          <p:cNvPr id="46" name="Text 44"/>
          <p:cNvSpPr txBox="1"/>
          <p:nvPr/>
        </p:nvSpPr>
        <p:spPr>
          <a:xfrm>
            <a:off x="9610344" y="3108960"/>
            <a:ext cx="1691640" cy="347472"/>
          </a:xfrm>
          <a:prstGeom prst="rect">
            <a:avLst/>
          </a:prstGeom>
          <a:noFill/>
          <a:ln/>
        </p:spPr>
        <p:txBody>
          <a:bodyPr wrap="square" lIns="0" tIns="0" rIns="0" bIns="0" rtlCol="0" anchor="ctr"/>
          <a:lstStyle/>
          <a:p>
            <a:pPr indent="0" marL="0">
              <a:lnSpc>
                <a:spcPct val="100000"/>
              </a:lnSpc>
              <a:buNone/>
            </a:pPr>
            <a:r>
              <a:rPr lang="en-US" sz="850" b="1" dirty="0">
                <a:solidFill>
                  <a:srgbClr val="0088A6"/>
                </a:solidFill>
                <a:latin typeface="Consolas" pitchFamily="34" charset="0"/>
                <a:ea typeface="Consolas" pitchFamily="34" charset="-122"/>
                <a:cs typeface="Consolas" pitchFamily="34" charset="-120"/>
              </a:rPr>
              <a:t>DSD_analysis.py</a:t>
            </a:r>
            <a:endParaRPr lang="en-US" sz="850" dirty="0"/>
          </a:p>
          <a:p>
            <a:pPr indent="0" marL="0">
              <a:lnSpc>
                <a:spcPct val="100000"/>
              </a:lnSpc>
              <a:buNone/>
            </a:pPr>
            <a:r>
              <a:rPr lang="en-US" sz="850" b="1" dirty="0">
                <a:solidFill>
                  <a:srgbClr val="0088A6"/>
                </a:solidFill>
                <a:latin typeface="Consolas" pitchFamily="34" charset="0"/>
                <a:ea typeface="Consolas" pitchFamily="34" charset="-122"/>
                <a:cs typeface="Consolas" pitchFamily="34" charset="-120"/>
              </a:rPr>
              <a:t>ML.py</a:t>
            </a:r>
            <a:endParaRPr lang="en-US" sz="850" dirty="0"/>
          </a:p>
        </p:txBody>
      </p:sp>
      <p:sp>
        <p:nvSpPr>
          <p:cNvPr id="47" name="Text 45"/>
          <p:cNvSpPr txBox="1"/>
          <p:nvPr/>
        </p:nvSpPr>
        <p:spPr>
          <a:xfrm>
            <a:off x="9610344" y="3474720"/>
            <a:ext cx="1691640" cy="438912"/>
          </a:xfrm>
          <a:prstGeom prst="rect">
            <a:avLst/>
          </a:prstGeom>
          <a:noFill/>
          <a:ln/>
        </p:spPr>
        <p:txBody>
          <a:bodyPr wrap="square" lIns="0" tIns="0" rIns="0" bIns="0" rtlCol="0" anchor="ctr"/>
          <a:lstStyle/>
          <a:p>
            <a:pPr indent="0" marL="0">
              <a:lnSpc>
                <a:spcPct val="110000"/>
              </a:lnSpc>
              <a:buNone/>
            </a:pPr>
            <a:r>
              <a:rPr lang="en-US" sz="850" dirty="0">
                <a:solidFill>
                  <a:srgbClr val="1C2733"/>
                </a:solidFill>
                <a:latin typeface="Malgun Gothic" pitchFamily="34" charset="0"/>
                <a:ea typeface="Malgun Gothic" pitchFamily="34" charset="-122"/>
                <a:cs typeface="Malgun Gothic" pitchFamily="34" charset="-120"/>
              </a:rPr>
              <a:t>선별 판정</a:t>
            </a:r>
            <a:endParaRPr lang="en-US" sz="850" dirty="0"/>
          </a:p>
          <a:p>
            <a:pPr indent="0" marL="0">
              <a:lnSpc>
                <a:spcPct val="110000"/>
              </a:lnSpc>
              <a:buNone/>
            </a:pPr>
            <a:r>
              <a:rPr lang="en-US" sz="850" dirty="0">
                <a:solidFill>
                  <a:srgbClr val="1C2733"/>
                </a:solidFill>
                <a:latin typeface="Malgun Gothic" pitchFamily="34" charset="0"/>
                <a:ea typeface="Malgun Gothic" pitchFamily="34" charset="-122"/>
                <a:cs typeface="Malgun Gothic" pitchFamily="34" charset="-120"/>
              </a:rPr>
              <a:t>GPR 모델 7개</a:t>
            </a:r>
            <a:endParaRPr lang="en-US" sz="850" dirty="0"/>
          </a:p>
        </p:txBody>
      </p:sp>
      <p:sp>
        <p:nvSpPr>
          <p:cNvPr id="48" name="Shape 46"/>
          <p:cNvSpPr/>
          <p:nvPr/>
        </p:nvSpPr>
        <p:spPr>
          <a:xfrm>
            <a:off x="2724912" y="3392424"/>
            <a:ext cx="224028" cy="0"/>
          </a:xfrm>
          <a:prstGeom prst="line">
            <a:avLst/>
          </a:prstGeom>
          <a:noFill/>
          <a:ln w="19050">
            <a:solidFill>
              <a:srgbClr val="00A3C4"/>
            </a:solidFill>
            <a:prstDash val="solid"/>
            <a:tailEnd type="triangle"/>
          </a:ln>
        </p:spPr>
      </p:sp>
      <p:sp>
        <p:nvSpPr>
          <p:cNvPr id="49" name="Text 47"/>
          <p:cNvSpPr txBox="1"/>
          <p:nvPr/>
        </p:nvSpPr>
        <p:spPr>
          <a:xfrm>
            <a:off x="2505456" y="3136392"/>
            <a:ext cx="662940" cy="201168"/>
          </a:xfrm>
          <a:prstGeom prst="rect">
            <a:avLst/>
          </a:prstGeom>
          <a:noFill/>
          <a:ln/>
        </p:spPr>
        <p:txBody>
          <a:bodyPr wrap="square" lIns="0" tIns="0" rIns="0" bIns="0" rtlCol="0" anchor="ctr"/>
          <a:lstStyle/>
          <a:p>
            <a:pPr algn="ctr" indent="0" marL="0">
              <a:buNone/>
            </a:pPr>
            <a:r>
              <a:rPr lang="en-US" sz="700" b="1" dirty="0">
                <a:solidFill>
                  <a:srgbClr val="0088A6"/>
                </a:solidFill>
                <a:latin typeface="Malgun Gothic" pitchFamily="34" charset="0"/>
                <a:ea typeface="Malgun Gothic" pitchFamily="34" charset="-122"/>
                <a:cs typeface="Malgun Gothic" pitchFamily="34" charset="-120"/>
              </a:rPr>
              <a:t>설계값</a:t>
            </a:r>
            <a:endParaRPr lang="en-US" sz="700" dirty="0"/>
          </a:p>
        </p:txBody>
      </p:sp>
      <p:sp>
        <p:nvSpPr>
          <p:cNvPr id="50" name="Shape 48"/>
          <p:cNvSpPr/>
          <p:nvPr/>
        </p:nvSpPr>
        <p:spPr>
          <a:xfrm>
            <a:off x="4896612" y="3392424"/>
            <a:ext cx="224028" cy="0"/>
          </a:xfrm>
          <a:prstGeom prst="line">
            <a:avLst/>
          </a:prstGeom>
          <a:noFill/>
          <a:ln w="19050">
            <a:solidFill>
              <a:srgbClr val="00A3C4"/>
            </a:solidFill>
            <a:prstDash val="solid"/>
            <a:tailEnd type="triangle"/>
          </a:ln>
        </p:spPr>
      </p:sp>
      <p:sp>
        <p:nvSpPr>
          <p:cNvPr id="51" name="Text 49"/>
          <p:cNvSpPr txBox="1"/>
          <p:nvPr/>
        </p:nvSpPr>
        <p:spPr>
          <a:xfrm>
            <a:off x="4677156" y="3136392"/>
            <a:ext cx="662940" cy="201168"/>
          </a:xfrm>
          <a:prstGeom prst="rect">
            <a:avLst/>
          </a:prstGeom>
          <a:noFill/>
          <a:ln/>
        </p:spPr>
        <p:txBody>
          <a:bodyPr wrap="square" lIns="0" tIns="0" rIns="0" bIns="0" rtlCol="0" anchor="ctr"/>
          <a:lstStyle/>
          <a:p>
            <a:pPr algn="ctr" indent="0" marL="0">
              <a:buNone/>
            </a:pPr>
            <a:r>
              <a:rPr lang="en-US" sz="700" b="1" dirty="0">
                <a:solidFill>
                  <a:srgbClr val="0088A6"/>
                </a:solidFill>
                <a:latin typeface="Malgun Gothic" pitchFamily="34" charset="0"/>
                <a:ea typeface="Malgun Gothic" pitchFamily="34" charset="-122"/>
                <a:cs typeface="Malgun Gothic" pitchFamily="34" charset="-120"/>
              </a:rPr>
              <a:t>STEP</a:t>
            </a:r>
            <a:endParaRPr lang="en-US" sz="700" dirty="0"/>
          </a:p>
        </p:txBody>
      </p:sp>
      <p:sp>
        <p:nvSpPr>
          <p:cNvPr id="52" name="Shape 50"/>
          <p:cNvSpPr/>
          <p:nvPr/>
        </p:nvSpPr>
        <p:spPr>
          <a:xfrm>
            <a:off x="7068312" y="3392424"/>
            <a:ext cx="224028" cy="0"/>
          </a:xfrm>
          <a:prstGeom prst="line">
            <a:avLst/>
          </a:prstGeom>
          <a:noFill/>
          <a:ln w="19050">
            <a:solidFill>
              <a:srgbClr val="00A3C4"/>
            </a:solidFill>
            <a:prstDash val="solid"/>
            <a:tailEnd type="triangle"/>
          </a:ln>
        </p:spPr>
      </p:sp>
      <p:sp>
        <p:nvSpPr>
          <p:cNvPr id="53" name="Text 51"/>
          <p:cNvSpPr txBox="1"/>
          <p:nvPr/>
        </p:nvSpPr>
        <p:spPr>
          <a:xfrm>
            <a:off x="6848856" y="3136392"/>
            <a:ext cx="662940" cy="201168"/>
          </a:xfrm>
          <a:prstGeom prst="rect">
            <a:avLst/>
          </a:prstGeom>
          <a:noFill/>
          <a:ln/>
        </p:spPr>
        <p:txBody>
          <a:bodyPr wrap="square" lIns="0" tIns="0" rIns="0" bIns="0" rtlCol="0" anchor="ctr"/>
          <a:lstStyle/>
          <a:p>
            <a:pPr algn="ctr" indent="0" marL="0">
              <a:buNone/>
            </a:pPr>
            <a:r>
              <a:rPr lang="en-US" sz="700" b="1" dirty="0">
                <a:solidFill>
                  <a:srgbClr val="0088A6"/>
                </a:solidFill>
                <a:latin typeface="Malgun Gothic" pitchFamily="34" charset="0"/>
                <a:ea typeface="Malgun Gothic" pitchFamily="34" charset="-122"/>
                <a:cs typeface="Malgun Gothic" pitchFamily="34" charset="-120"/>
              </a:rPr>
              <a:t>CSV</a:t>
            </a:r>
            <a:endParaRPr lang="en-US" sz="700" dirty="0"/>
          </a:p>
        </p:txBody>
      </p:sp>
      <p:sp>
        <p:nvSpPr>
          <p:cNvPr id="54" name="Shape 52"/>
          <p:cNvSpPr/>
          <p:nvPr/>
        </p:nvSpPr>
        <p:spPr>
          <a:xfrm>
            <a:off x="9240012" y="3392424"/>
            <a:ext cx="224028" cy="0"/>
          </a:xfrm>
          <a:prstGeom prst="line">
            <a:avLst/>
          </a:prstGeom>
          <a:noFill/>
          <a:ln w="19050">
            <a:solidFill>
              <a:srgbClr val="00A3C4"/>
            </a:solidFill>
            <a:prstDash val="solid"/>
            <a:tailEnd type="triangle"/>
          </a:ln>
        </p:spPr>
      </p:sp>
      <p:sp>
        <p:nvSpPr>
          <p:cNvPr id="55" name="Text 53"/>
          <p:cNvSpPr txBox="1"/>
          <p:nvPr/>
        </p:nvSpPr>
        <p:spPr>
          <a:xfrm>
            <a:off x="9020556" y="3136392"/>
            <a:ext cx="662940" cy="201168"/>
          </a:xfrm>
          <a:prstGeom prst="rect">
            <a:avLst/>
          </a:prstGeom>
          <a:noFill/>
          <a:ln/>
        </p:spPr>
        <p:txBody>
          <a:bodyPr wrap="square" lIns="0" tIns="0" rIns="0" bIns="0" rtlCol="0" anchor="ctr"/>
          <a:lstStyle/>
          <a:p>
            <a:pPr algn="ctr" indent="0" marL="0">
              <a:buNone/>
            </a:pPr>
            <a:r>
              <a:rPr lang="en-US" sz="700" b="1" dirty="0">
                <a:solidFill>
                  <a:srgbClr val="0088A6"/>
                </a:solidFill>
                <a:latin typeface="Malgun Gothic" pitchFamily="34" charset="0"/>
                <a:ea typeface="Malgun Gothic" pitchFamily="34" charset="-122"/>
                <a:cs typeface="Malgun Gothic" pitchFamily="34" charset="-120"/>
              </a:rPr>
              <a:t>결과표</a:t>
            </a:r>
            <a:endParaRPr lang="en-US" sz="700" dirty="0"/>
          </a:p>
        </p:txBody>
      </p:sp>
      <p:sp>
        <p:nvSpPr>
          <p:cNvPr id="56" name="Shape 54"/>
          <p:cNvSpPr/>
          <p:nvPr/>
        </p:nvSpPr>
        <p:spPr>
          <a:xfrm>
            <a:off x="1751076" y="3968496"/>
            <a:ext cx="0" cy="256032"/>
          </a:xfrm>
          <a:prstGeom prst="line">
            <a:avLst/>
          </a:prstGeom>
          <a:noFill/>
          <a:ln w="12700">
            <a:solidFill>
              <a:srgbClr val="C3CDDA"/>
            </a:solidFill>
            <a:prstDash val="dash"/>
            <a:tailEnd type="triangle"/>
          </a:ln>
        </p:spPr>
      </p:sp>
      <p:sp>
        <p:nvSpPr>
          <p:cNvPr id="57" name="Shape 55"/>
          <p:cNvSpPr/>
          <p:nvPr/>
        </p:nvSpPr>
        <p:spPr>
          <a:xfrm>
            <a:off x="923544" y="4224528"/>
            <a:ext cx="1655064" cy="402336"/>
          </a:xfrm>
          <a:prstGeom prst="roundRect">
            <a:avLst>
              <a:gd name="adj" fmla="val 18182"/>
            </a:avLst>
          </a:prstGeom>
          <a:solidFill>
            <a:srgbClr val="F7F9FC"/>
          </a:solidFill>
          <a:ln w="9525">
            <a:solidFill>
              <a:srgbClr val="DDE3EB"/>
            </a:solidFill>
            <a:prstDash val="dash"/>
          </a:ln>
        </p:spPr>
      </p:sp>
      <p:sp>
        <p:nvSpPr>
          <p:cNvPr id="58" name="Text 56"/>
          <p:cNvSpPr txBox="1"/>
          <p:nvPr/>
        </p:nvSpPr>
        <p:spPr>
          <a:xfrm>
            <a:off x="923544" y="4224528"/>
            <a:ext cx="1655064" cy="402336"/>
          </a:xfrm>
          <a:prstGeom prst="rect">
            <a:avLst/>
          </a:prstGeom>
          <a:noFill/>
          <a:ln/>
        </p:spPr>
        <p:txBody>
          <a:bodyPr wrap="square" lIns="0" tIns="0" rIns="0" bIns="0" rtlCol="0" anchor="ctr"/>
          <a:lstStyle/>
          <a:p>
            <a:pPr algn="ctr" indent="0" marL="0">
              <a:buNone/>
            </a:pPr>
            <a:r>
              <a:rPr lang="en-US" sz="880" b="1" dirty="0">
                <a:solidFill>
                  <a:srgbClr val="16305B"/>
                </a:solidFill>
                <a:latin typeface="Malgun Gothic" pitchFamily="34" charset="0"/>
                <a:ea typeface="Malgun Gothic" pitchFamily="34" charset="-122"/>
                <a:cs typeface="Malgun Gothic" pitchFamily="34" charset="-120"/>
              </a:rPr>
              <a:t>params.py · 변수 정의</a:t>
            </a:r>
            <a:endParaRPr lang="en-US" sz="880" dirty="0"/>
          </a:p>
        </p:txBody>
      </p:sp>
      <p:sp>
        <p:nvSpPr>
          <p:cNvPr id="59" name="Shape 57"/>
          <p:cNvSpPr/>
          <p:nvPr/>
        </p:nvSpPr>
        <p:spPr>
          <a:xfrm>
            <a:off x="3922776" y="3968496"/>
            <a:ext cx="0" cy="256032"/>
          </a:xfrm>
          <a:prstGeom prst="line">
            <a:avLst/>
          </a:prstGeom>
          <a:noFill/>
          <a:ln w="12700">
            <a:solidFill>
              <a:srgbClr val="16305B"/>
            </a:solidFill>
            <a:prstDash val="solid"/>
            <a:headEnd type="triangle"/>
            <a:tailEnd type="triangle"/>
          </a:ln>
        </p:spPr>
      </p:sp>
      <p:sp>
        <p:nvSpPr>
          <p:cNvPr id="60" name="Text 58"/>
          <p:cNvSpPr txBox="1"/>
          <p:nvPr/>
        </p:nvSpPr>
        <p:spPr>
          <a:xfrm>
            <a:off x="3986784" y="3986784"/>
            <a:ext cx="914400" cy="219456"/>
          </a:xfrm>
          <a:prstGeom prst="rect">
            <a:avLst/>
          </a:prstGeom>
          <a:noFill/>
          <a:ln/>
        </p:spPr>
        <p:txBody>
          <a:bodyPr wrap="square" lIns="0" tIns="0" rIns="0" bIns="0" rtlCol="0" anchor="ctr"/>
          <a:lstStyle/>
          <a:p>
            <a:pPr indent="0" marL="0">
              <a:buNone/>
            </a:pPr>
            <a:r>
              <a:rPr lang="en-US" sz="750" dirty="0">
                <a:solidFill>
                  <a:srgbClr val="6B7A8F"/>
                </a:solidFill>
                <a:latin typeface="Consolas" pitchFamily="34" charset="0"/>
                <a:ea typeface="Consolas" pitchFamily="34" charset="-122"/>
                <a:cs typeface="Consolas" pitchFamily="34" charset="-120"/>
              </a:rPr>
              <a:t>COM API</a:t>
            </a:r>
            <a:endParaRPr lang="en-US" sz="750" dirty="0"/>
          </a:p>
        </p:txBody>
      </p:sp>
      <p:sp>
        <p:nvSpPr>
          <p:cNvPr id="61" name="Shape 59"/>
          <p:cNvSpPr/>
          <p:nvPr/>
        </p:nvSpPr>
        <p:spPr>
          <a:xfrm>
            <a:off x="3095244" y="4224528"/>
            <a:ext cx="1655064" cy="402336"/>
          </a:xfrm>
          <a:prstGeom prst="roundRect">
            <a:avLst>
              <a:gd name="adj" fmla="val 18182"/>
            </a:avLst>
          </a:prstGeom>
          <a:solidFill>
            <a:srgbClr val="E4EAF2"/>
          </a:solidFill>
          <a:ln w="9525">
            <a:solidFill>
              <a:srgbClr val="B9C7D8"/>
            </a:solidFill>
            <a:prstDash val="solid"/>
          </a:ln>
        </p:spPr>
      </p:sp>
      <p:sp>
        <p:nvSpPr>
          <p:cNvPr id="62" name="Text 60"/>
          <p:cNvSpPr txBox="1"/>
          <p:nvPr/>
        </p:nvSpPr>
        <p:spPr>
          <a:xfrm>
            <a:off x="3095244" y="4224528"/>
            <a:ext cx="1655064" cy="402336"/>
          </a:xfrm>
          <a:prstGeom prst="rect">
            <a:avLst/>
          </a:prstGeom>
          <a:noFill/>
          <a:ln/>
        </p:spPr>
        <p:txBody>
          <a:bodyPr wrap="square" lIns="0" tIns="0" rIns="0" bIns="0" rtlCol="0" anchor="ctr"/>
          <a:lstStyle/>
          <a:p>
            <a:pPr algn="ctr" indent="0" marL="0">
              <a:buNone/>
            </a:pPr>
            <a:r>
              <a:rPr lang="en-US" sz="880" b="1" dirty="0">
                <a:solidFill>
                  <a:srgbClr val="16305B"/>
                </a:solidFill>
                <a:latin typeface="Malgun Gothic" pitchFamily="34" charset="0"/>
                <a:ea typeface="Malgun Gothic" pitchFamily="34" charset="-122"/>
                <a:cs typeface="Malgun Gothic" pitchFamily="34" charset="-120"/>
              </a:rPr>
              <a:t>SolidWorks</a:t>
            </a:r>
            <a:endParaRPr lang="en-US" sz="880" dirty="0"/>
          </a:p>
        </p:txBody>
      </p:sp>
      <p:sp>
        <p:nvSpPr>
          <p:cNvPr id="63" name="Shape 61"/>
          <p:cNvSpPr/>
          <p:nvPr/>
        </p:nvSpPr>
        <p:spPr>
          <a:xfrm>
            <a:off x="6094476" y="3968496"/>
            <a:ext cx="0" cy="256032"/>
          </a:xfrm>
          <a:prstGeom prst="line">
            <a:avLst/>
          </a:prstGeom>
          <a:noFill/>
          <a:ln w="12700">
            <a:solidFill>
              <a:srgbClr val="16305B"/>
            </a:solidFill>
            <a:prstDash val="solid"/>
            <a:headEnd type="triangle"/>
            <a:tailEnd type="triangle"/>
          </a:ln>
        </p:spPr>
      </p:sp>
      <p:sp>
        <p:nvSpPr>
          <p:cNvPr id="64" name="Text 62"/>
          <p:cNvSpPr txBox="1"/>
          <p:nvPr/>
        </p:nvSpPr>
        <p:spPr>
          <a:xfrm>
            <a:off x="6158484" y="3986784"/>
            <a:ext cx="914400" cy="219456"/>
          </a:xfrm>
          <a:prstGeom prst="rect">
            <a:avLst/>
          </a:prstGeom>
          <a:noFill/>
          <a:ln/>
        </p:spPr>
        <p:txBody>
          <a:bodyPr wrap="square" lIns="0" tIns="0" rIns="0" bIns="0" rtlCol="0" anchor="ctr"/>
          <a:lstStyle/>
          <a:p>
            <a:pPr indent="0" marL="0">
              <a:buNone/>
            </a:pPr>
            <a:r>
              <a:rPr lang="en-US" sz="750" dirty="0">
                <a:solidFill>
                  <a:srgbClr val="6B7A8F"/>
                </a:solidFill>
                <a:latin typeface="Consolas" pitchFamily="34" charset="0"/>
                <a:ea typeface="Consolas" pitchFamily="34" charset="-122"/>
                <a:cs typeface="Consolas" pitchFamily="34" charset="-120"/>
              </a:rPr>
              <a:t>PyAEDT</a:t>
            </a:r>
            <a:endParaRPr lang="en-US" sz="750" dirty="0"/>
          </a:p>
        </p:txBody>
      </p:sp>
      <p:sp>
        <p:nvSpPr>
          <p:cNvPr id="65" name="Shape 63"/>
          <p:cNvSpPr/>
          <p:nvPr/>
        </p:nvSpPr>
        <p:spPr>
          <a:xfrm>
            <a:off x="5266944" y="4224528"/>
            <a:ext cx="1655064" cy="402336"/>
          </a:xfrm>
          <a:prstGeom prst="roundRect">
            <a:avLst>
              <a:gd name="adj" fmla="val 18182"/>
            </a:avLst>
          </a:prstGeom>
          <a:solidFill>
            <a:srgbClr val="E4EAF2"/>
          </a:solidFill>
          <a:ln w="9525">
            <a:solidFill>
              <a:srgbClr val="B9C7D8"/>
            </a:solidFill>
            <a:prstDash val="solid"/>
          </a:ln>
        </p:spPr>
      </p:sp>
      <p:sp>
        <p:nvSpPr>
          <p:cNvPr id="66" name="Text 64"/>
          <p:cNvSpPr txBox="1"/>
          <p:nvPr/>
        </p:nvSpPr>
        <p:spPr>
          <a:xfrm>
            <a:off x="5266944" y="4224528"/>
            <a:ext cx="1655064" cy="402336"/>
          </a:xfrm>
          <a:prstGeom prst="rect">
            <a:avLst/>
          </a:prstGeom>
          <a:noFill/>
          <a:ln/>
        </p:spPr>
        <p:txBody>
          <a:bodyPr wrap="square" lIns="0" tIns="0" rIns="0" bIns="0" rtlCol="0" anchor="ctr"/>
          <a:lstStyle/>
          <a:p>
            <a:pPr algn="ctr" indent="0" marL="0">
              <a:buNone/>
            </a:pPr>
            <a:r>
              <a:rPr lang="en-US" sz="880" b="1" dirty="0">
                <a:solidFill>
                  <a:srgbClr val="16305B"/>
                </a:solidFill>
                <a:latin typeface="Malgun Gothic" pitchFamily="34" charset="0"/>
                <a:ea typeface="Malgun Gothic" pitchFamily="34" charset="-122"/>
                <a:cs typeface="Malgun Gothic" pitchFamily="34" charset="-120"/>
              </a:rPr>
              <a:t>Ansys Icepak</a:t>
            </a:r>
            <a:endParaRPr lang="en-US" sz="880" dirty="0"/>
          </a:p>
        </p:txBody>
      </p:sp>
      <p:sp>
        <p:nvSpPr>
          <p:cNvPr id="67" name="Shape 65"/>
          <p:cNvSpPr/>
          <p:nvPr/>
        </p:nvSpPr>
        <p:spPr>
          <a:xfrm>
            <a:off x="8266176" y="3968496"/>
            <a:ext cx="0" cy="256032"/>
          </a:xfrm>
          <a:prstGeom prst="line">
            <a:avLst/>
          </a:prstGeom>
          <a:noFill/>
          <a:ln w="12700">
            <a:solidFill>
              <a:srgbClr val="C3CDDA"/>
            </a:solidFill>
            <a:prstDash val="dash"/>
            <a:tailEnd type="triangle"/>
          </a:ln>
        </p:spPr>
      </p:sp>
      <p:sp>
        <p:nvSpPr>
          <p:cNvPr id="68" name="Shape 66"/>
          <p:cNvSpPr/>
          <p:nvPr/>
        </p:nvSpPr>
        <p:spPr>
          <a:xfrm>
            <a:off x="7438644" y="4224528"/>
            <a:ext cx="1655064" cy="402336"/>
          </a:xfrm>
          <a:prstGeom prst="roundRect">
            <a:avLst>
              <a:gd name="adj" fmla="val 18182"/>
            </a:avLst>
          </a:prstGeom>
          <a:solidFill>
            <a:srgbClr val="F7F9FC"/>
          </a:solidFill>
          <a:ln w="9525">
            <a:solidFill>
              <a:srgbClr val="DDE3EB"/>
            </a:solidFill>
            <a:prstDash val="dash"/>
          </a:ln>
        </p:spPr>
      </p:sp>
      <p:sp>
        <p:nvSpPr>
          <p:cNvPr id="69" name="Text 67"/>
          <p:cNvSpPr txBox="1"/>
          <p:nvPr/>
        </p:nvSpPr>
        <p:spPr>
          <a:xfrm>
            <a:off x="7438644" y="4224528"/>
            <a:ext cx="1655064" cy="402336"/>
          </a:xfrm>
          <a:prstGeom prst="rect">
            <a:avLst/>
          </a:prstGeom>
          <a:noFill/>
          <a:ln/>
        </p:spPr>
        <p:txBody>
          <a:bodyPr wrap="square" lIns="0" tIns="0" rIns="0" bIns="0" rtlCol="0" anchor="ctr"/>
          <a:lstStyle/>
          <a:p>
            <a:pPr algn="ctr" indent="0" marL="0">
              <a:buNone/>
            </a:pPr>
            <a:r>
              <a:rPr lang="en-US" sz="880" b="1" dirty="0">
                <a:solidFill>
                  <a:srgbClr val="16305B"/>
                </a:solidFill>
                <a:latin typeface="Malgun Gothic" pitchFamily="34" charset="0"/>
                <a:ea typeface="Malgun Gothic" pitchFamily="34" charset="-122"/>
                <a:cs typeface="Malgun Gothic" pitchFamily="34" charset="-120"/>
              </a:rPr>
              <a:t>결과 데이터셋</a:t>
            </a:r>
            <a:endParaRPr lang="en-US" sz="880" dirty="0"/>
          </a:p>
        </p:txBody>
      </p:sp>
      <p:sp>
        <p:nvSpPr>
          <p:cNvPr id="70" name="Shape 68"/>
          <p:cNvSpPr/>
          <p:nvPr/>
        </p:nvSpPr>
        <p:spPr>
          <a:xfrm>
            <a:off x="10437876" y="3968496"/>
            <a:ext cx="0" cy="256032"/>
          </a:xfrm>
          <a:prstGeom prst="line">
            <a:avLst/>
          </a:prstGeom>
          <a:noFill/>
          <a:ln w="12700">
            <a:solidFill>
              <a:srgbClr val="C3CDDA"/>
            </a:solidFill>
            <a:prstDash val="dash"/>
            <a:tailEnd type="triangle"/>
          </a:ln>
        </p:spPr>
      </p:sp>
      <p:sp>
        <p:nvSpPr>
          <p:cNvPr id="71" name="Shape 69"/>
          <p:cNvSpPr/>
          <p:nvPr/>
        </p:nvSpPr>
        <p:spPr>
          <a:xfrm>
            <a:off x="9610344" y="4224528"/>
            <a:ext cx="1655064" cy="402336"/>
          </a:xfrm>
          <a:prstGeom prst="roundRect">
            <a:avLst>
              <a:gd name="adj" fmla="val 18182"/>
            </a:avLst>
          </a:prstGeom>
          <a:solidFill>
            <a:srgbClr val="E8F6FA"/>
          </a:solidFill>
          <a:ln w="9525">
            <a:solidFill>
              <a:srgbClr val="00A3C4"/>
            </a:solidFill>
            <a:prstDash val="dash"/>
          </a:ln>
        </p:spPr>
      </p:sp>
      <p:sp>
        <p:nvSpPr>
          <p:cNvPr id="72" name="Text 70"/>
          <p:cNvSpPr txBox="1"/>
          <p:nvPr/>
        </p:nvSpPr>
        <p:spPr>
          <a:xfrm>
            <a:off x="9610344" y="4224528"/>
            <a:ext cx="1655064" cy="402336"/>
          </a:xfrm>
          <a:prstGeom prst="rect">
            <a:avLst/>
          </a:prstGeom>
          <a:noFill/>
          <a:ln/>
        </p:spPr>
        <p:txBody>
          <a:bodyPr wrap="square" lIns="0" tIns="0" rIns="0" bIns="0" rtlCol="0" anchor="ctr"/>
          <a:lstStyle/>
          <a:p>
            <a:pPr algn="ctr" indent="0" marL="0">
              <a:buNone/>
            </a:pPr>
            <a:r>
              <a:rPr lang="en-US" sz="880" b="1" dirty="0">
                <a:solidFill>
                  <a:srgbClr val="0088A6"/>
                </a:solidFill>
                <a:latin typeface="Malgun Gothic" pitchFamily="34" charset="0"/>
                <a:ea typeface="Malgun Gothic" pitchFamily="34" charset="-122"/>
                <a:cs typeface="Malgun Gothic" pitchFamily="34" charset="-120"/>
              </a:rPr>
              <a:t>활성 변수 · 대리모델</a:t>
            </a:r>
            <a:endParaRPr lang="en-US" sz="880" dirty="0"/>
          </a:p>
        </p:txBody>
      </p:sp>
      <p:sp>
        <p:nvSpPr>
          <p:cNvPr id="73" name="Shape 71"/>
          <p:cNvSpPr/>
          <p:nvPr/>
        </p:nvSpPr>
        <p:spPr>
          <a:xfrm>
            <a:off x="813816" y="4818888"/>
            <a:ext cx="10561320" cy="0"/>
          </a:xfrm>
          <a:prstGeom prst="line">
            <a:avLst/>
          </a:prstGeom>
          <a:noFill/>
          <a:ln w="9525">
            <a:solidFill>
              <a:srgbClr val="DDE3EB"/>
            </a:solidFill>
            <a:prstDash val="solid"/>
          </a:ln>
        </p:spPr>
      </p:sp>
      <p:sp>
        <p:nvSpPr>
          <p:cNvPr id="74" name="Text 72"/>
          <p:cNvSpPr txBox="1"/>
          <p:nvPr/>
        </p:nvSpPr>
        <p:spPr>
          <a:xfrm>
            <a:off x="813816" y="4892040"/>
            <a:ext cx="10561320" cy="274320"/>
          </a:xfrm>
          <a:prstGeom prst="rect">
            <a:avLst/>
          </a:prstGeom>
          <a:noFill/>
          <a:ln/>
        </p:spPr>
        <p:txBody>
          <a:bodyPr wrap="square" lIns="0" tIns="0" rIns="0" bIns="0" rtlCol="0" anchor="ctr"/>
          <a:lstStyle/>
          <a:p>
            <a:pPr indent="0" marL="0">
              <a:buNone/>
            </a:pPr>
            <a:r>
              <a:rPr lang="en-US" sz="930" b="1" dirty="0">
                <a:solidFill>
                  <a:srgbClr val="16305B"/>
                </a:solidFill>
                <a:latin typeface="Consolas" pitchFamily="34" charset="0"/>
                <a:ea typeface="Consolas" pitchFamily="34" charset="-122"/>
                <a:cs typeface="Consolas" pitchFamily="34" charset="-120"/>
              </a:rPr>
              <a:t>paths.py</a:t>
            </a:r>
            <a:pPr indent="0" marL="0">
              <a:buNone/>
            </a:pPr>
            <a:r>
              <a:rPr lang="en-US" sz="930" dirty="0">
                <a:solidFill>
                  <a:srgbClr val="6B7A8F"/>
                </a:solidFill>
                <a:latin typeface="Malgun Gothic" pitchFamily="34" charset="0"/>
                <a:ea typeface="Malgun Gothic" pitchFamily="34" charset="-122"/>
                <a:cs typeface="Malgun Gothic" pitchFamily="34" charset="-120"/>
              </a:rPr>
              <a:t>   경로 일원화      </a:t>
            </a:r>
            <a:pPr indent="0" marL="0">
              <a:buNone/>
            </a:pPr>
            <a:r>
              <a:rPr lang="en-US" sz="930" b="1" dirty="0">
                <a:solidFill>
                  <a:srgbClr val="16305B"/>
                </a:solidFill>
                <a:latin typeface="Consolas" pitchFamily="34" charset="0"/>
                <a:ea typeface="Consolas" pitchFamily="34" charset="-122"/>
                <a:cs typeface="Consolas" pitchFamily="34" charset="-120"/>
              </a:rPr>
              <a:t>responses.py</a:t>
            </a:r>
            <a:pPr indent="0" marL="0">
              <a:buNone/>
            </a:pPr>
            <a:r>
              <a:rPr lang="en-US" sz="930" dirty="0">
                <a:solidFill>
                  <a:srgbClr val="6B7A8F"/>
                </a:solidFill>
                <a:latin typeface="Malgun Gothic" pitchFamily="34" charset="0"/>
                <a:ea typeface="Malgun Gothic" pitchFamily="34" charset="-122"/>
                <a:cs typeface="Malgun Gothic" pitchFamily="34" charset="-120"/>
              </a:rPr>
              <a:t>   목적함수 · 제약조건 목록 일원화</a:t>
            </a:r>
            <a:endParaRPr lang="en-US" sz="930" dirty="0"/>
          </a:p>
        </p:txBody>
      </p:sp>
      <p:sp>
        <p:nvSpPr>
          <p:cNvPr id="75" name="Shape 73"/>
          <p:cNvSpPr/>
          <p:nvPr/>
        </p:nvSpPr>
        <p:spPr>
          <a:xfrm>
            <a:off x="502920" y="5541264"/>
            <a:ext cx="11183112" cy="841248"/>
          </a:xfrm>
          <a:prstGeom prst="roundRect">
            <a:avLst>
              <a:gd name="adj" fmla="val 6522"/>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76" name="Shape 74"/>
          <p:cNvSpPr/>
          <p:nvPr/>
        </p:nvSpPr>
        <p:spPr>
          <a:xfrm>
            <a:off x="832104" y="5724144"/>
            <a:ext cx="64008" cy="164592"/>
          </a:xfrm>
          <a:prstGeom prst="rect">
            <a:avLst/>
          </a:prstGeom>
          <a:solidFill>
            <a:srgbClr val="00A3C4"/>
          </a:solidFill>
          <a:ln w="12700">
            <a:solidFill>
              <a:srgbClr val="00A3C4"/>
            </a:solidFill>
            <a:prstDash val="solid"/>
          </a:ln>
        </p:spPr>
      </p:sp>
      <p:sp>
        <p:nvSpPr>
          <p:cNvPr id="77" name="Text 75"/>
          <p:cNvSpPr txBox="1"/>
          <p:nvPr/>
        </p:nvSpPr>
        <p:spPr>
          <a:xfrm>
            <a:off x="978408" y="5669280"/>
            <a:ext cx="3291840" cy="256032"/>
          </a:xfrm>
          <a:prstGeom prst="rect">
            <a:avLst/>
          </a:prstGeom>
          <a:noFill/>
          <a:ln/>
        </p:spPr>
        <p:txBody>
          <a:bodyPr wrap="square" lIns="0" tIns="0" rIns="0" bIns="0" rtlCol="0" anchor="ctr"/>
          <a:lstStyle/>
          <a:p>
            <a:pPr indent="0" marL="0">
              <a:buNone/>
            </a:pPr>
            <a:r>
              <a:rPr lang="en-US" sz="1050" b="1" dirty="0">
                <a:solidFill>
                  <a:srgbClr val="16305B"/>
                </a:solidFill>
                <a:latin typeface="Malgun Gothic" pitchFamily="34" charset="0"/>
                <a:ea typeface="Malgun Gothic" pitchFamily="34" charset="-122"/>
                <a:cs typeface="Malgun Gothic" pitchFamily="34" charset="-120"/>
              </a:rPr>
              <a:t>단계별 자동 진행</a:t>
            </a:r>
            <a:endParaRPr lang="en-US" sz="1050" dirty="0"/>
          </a:p>
        </p:txBody>
      </p:sp>
      <p:sp>
        <p:nvSpPr>
          <p:cNvPr id="78" name="Text 76"/>
          <p:cNvSpPr txBox="1"/>
          <p:nvPr/>
        </p:nvSpPr>
        <p:spPr>
          <a:xfrm>
            <a:off x="978408" y="5943600"/>
            <a:ext cx="3383280" cy="310896"/>
          </a:xfrm>
          <a:prstGeom prst="rect">
            <a:avLst/>
          </a:prstGeom>
          <a:noFill/>
          <a:ln/>
        </p:spPr>
        <p:txBody>
          <a:bodyPr wrap="square" lIns="0" tIns="0" rIns="0" bIns="0" rtlCol="0" anchor="ctr"/>
          <a:lstStyle/>
          <a:p>
            <a:pPr indent="0" marL="0">
              <a:buNone/>
            </a:pPr>
            <a:r>
              <a:rPr lang="en-US" sz="950" dirty="0">
                <a:solidFill>
                  <a:srgbClr val="6B7A8F"/>
                </a:solidFill>
                <a:latin typeface="Malgun Gothic" pitchFamily="34" charset="0"/>
                <a:ea typeface="Malgun Gothic" pitchFamily="34" charset="-122"/>
                <a:cs typeface="Malgun Gothic" pitchFamily="34" charset="-120"/>
              </a:rPr>
              <a:t>선별이 끝나면 판정을 확인한 뒤 2단계로 진행</a:t>
            </a:r>
            <a:endParaRPr lang="en-US" sz="950" dirty="0"/>
          </a:p>
        </p:txBody>
      </p:sp>
      <p:sp>
        <p:nvSpPr>
          <p:cNvPr id="79" name="Shape 77"/>
          <p:cNvSpPr/>
          <p:nvPr/>
        </p:nvSpPr>
        <p:spPr>
          <a:xfrm>
            <a:off x="4489704" y="5724144"/>
            <a:ext cx="64008" cy="164592"/>
          </a:xfrm>
          <a:prstGeom prst="rect">
            <a:avLst/>
          </a:prstGeom>
          <a:solidFill>
            <a:srgbClr val="00A3C4"/>
          </a:solidFill>
          <a:ln w="12700">
            <a:solidFill>
              <a:srgbClr val="00A3C4"/>
            </a:solidFill>
            <a:prstDash val="solid"/>
          </a:ln>
        </p:spPr>
      </p:sp>
      <p:sp>
        <p:nvSpPr>
          <p:cNvPr id="80" name="Text 78"/>
          <p:cNvSpPr txBox="1"/>
          <p:nvPr/>
        </p:nvSpPr>
        <p:spPr>
          <a:xfrm>
            <a:off x="4636008" y="5669280"/>
            <a:ext cx="3291840" cy="256032"/>
          </a:xfrm>
          <a:prstGeom prst="rect">
            <a:avLst/>
          </a:prstGeom>
          <a:noFill/>
          <a:ln/>
        </p:spPr>
        <p:txBody>
          <a:bodyPr wrap="square" lIns="0" tIns="0" rIns="0" bIns="0" rtlCol="0" anchor="ctr"/>
          <a:lstStyle/>
          <a:p>
            <a:pPr indent="0" marL="0">
              <a:buNone/>
            </a:pPr>
            <a:r>
              <a:rPr lang="en-US" sz="1050" b="1" dirty="0">
                <a:solidFill>
                  <a:srgbClr val="16305B"/>
                </a:solidFill>
                <a:latin typeface="Malgun Gothic" pitchFamily="34" charset="0"/>
                <a:ea typeface="Malgun Gothic" pitchFamily="34" charset="-122"/>
                <a:cs typeface="Malgun Gothic" pitchFamily="34" charset="-120"/>
              </a:rPr>
              <a:t>판정 규칙 코드화</a:t>
            </a:r>
            <a:endParaRPr lang="en-US" sz="1050" dirty="0"/>
          </a:p>
        </p:txBody>
      </p:sp>
      <p:sp>
        <p:nvSpPr>
          <p:cNvPr id="81" name="Text 79"/>
          <p:cNvSpPr txBox="1"/>
          <p:nvPr/>
        </p:nvSpPr>
        <p:spPr>
          <a:xfrm>
            <a:off x="4636008" y="5943600"/>
            <a:ext cx="3383280" cy="310896"/>
          </a:xfrm>
          <a:prstGeom prst="rect">
            <a:avLst/>
          </a:prstGeom>
          <a:noFill/>
          <a:ln/>
        </p:spPr>
        <p:txBody>
          <a:bodyPr wrap="square" lIns="0" tIns="0" rIns="0" bIns="0" rtlCol="0" anchor="ctr"/>
          <a:lstStyle/>
          <a:p>
            <a:pPr indent="0" marL="0">
              <a:buNone/>
            </a:pPr>
            <a:r>
              <a:rPr lang="en-US" sz="950" dirty="0">
                <a:solidFill>
                  <a:srgbClr val="6B7A8F"/>
                </a:solidFill>
                <a:latin typeface="Malgun Gothic" pitchFamily="34" charset="0"/>
                <a:ea typeface="Malgun Gothic" pitchFamily="34" charset="-122"/>
                <a:cs typeface="Malgun Gothic" pitchFamily="34" charset="-120"/>
              </a:rPr>
              <a:t>사전 고정 규칙을 코드에 명시 — 임의 변경 차단</a:t>
            </a:r>
            <a:endParaRPr lang="en-US" sz="950" dirty="0"/>
          </a:p>
        </p:txBody>
      </p:sp>
      <p:sp>
        <p:nvSpPr>
          <p:cNvPr id="82" name="Shape 80"/>
          <p:cNvSpPr/>
          <p:nvPr/>
        </p:nvSpPr>
        <p:spPr>
          <a:xfrm>
            <a:off x="8147304" y="5724144"/>
            <a:ext cx="64008" cy="164592"/>
          </a:xfrm>
          <a:prstGeom prst="rect">
            <a:avLst/>
          </a:prstGeom>
          <a:solidFill>
            <a:srgbClr val="00A3C4"/>
          </a:solidFill>
          <a:ln w="12700">
            <a:solidFill>
              <a:srgbClr val="00A3C4"/>
            </a:solidFill>
            <a:prstDash val="solid"/>
          </a:ln>
        </p:spPr>
      </p:sp>
      <p:sp>
        <p:nvSpPr>
          <p:cNvPr id="83" name="Text 81"/>
          <p:cNvSpPr txBox="1"/>
          <p:nvPr/>
        </p:nvSpPr>
        <p:spPr>
          <a:xfrm>
            <a:off x="8293608" y="5669280"/>
            <a:ext cx="3291840" cy="256032"/>
          </a:xfrm>
          <a:prstGeom prst="rect">
            <a:avLst/>
          </a:prstGeom>
          <a:noFill/>
          <a:ln/>
        </p:spPr>
        <p:txBody>
          <a:bodyPr wrap="square" lIns="0" tIns="0" rIns="0" bIns="0" rtlCol="0" anchor="ctr"/>
          <a:lstStyle/>
          <a:p>
            <a:pPr indent="0" marL="0">
              <a:buNone/>
            </a:pPr>
            <a:r>
              <a:rPr lang="en-US" sz="1050" b="1" dirty="0">
                <a:solidFill>
                  <a:srgbClr val="16305B"/>
                </a:solidFill>
                <a:latin typeface="Malgun Gothic" pitchFamily="34" charset="0"/>
                <a:ea typeface="Malgun Gothic" pitchFamily="34" charset="-122"/>
                <a:cs typeface="Malgun Gothic" pitchFamily="34" charset="-120"/>
              </a:rPr>
              <a:t>모듈 분리 구조</a:t>
            </a:r>
            <a:endParaRPr lang="en-US" sz="1050" dirty="0"/>
          </a:p>
        </p:txBody>
      </p:sp>
      <p:sp>
        <p:nvSpPr>
          <p:cNvPr id="84" name="Text 82"/>
          <p:cNvSpPr txBox="1"/>
          <p:nvPr/>
        </p:nvSpPr>
        <p:spPr>
          <a:xfrm>
            <a:off x="8293608" y="5943600"/>
            <a:ext cx="3383280" cy="310896"/>
          </a:xfrm>
          <a:prstGeom prst="rect">
            <a:avLst/>
          </a:prstGeom>
          <a:noFill/>
          <a:ln/>
        </p:spPr>
        <p:txBody>
          <a:bodyPr wrap="square" lIns="0" tIns="0" rIns="0" bIns="0" rtlCol="0" anchor="ctr"/>
          <a:lstStyle/>
          <a:p>
            <a:pPr indent="0" marL="0">
              <a:buNone/>
            </a:pPr>
            <a:r>
              <a:rPr lang="en-US" sz="950" dirty="0">
                <a:solidFill>
                  <a:srgbClr val="6B7A8F"/>
                </a:solidFill>
                <a:latin typeface="Malgun Gothic" pitchFamily="34" charset="0"/>
                <a:ea typeface="Malgun Gothic" pitchFamily="34" charset="-122"/>
                <a:cs typeface="Malgun Gothic" pitchFamily="34" charset="-120"/>
              </a:rPr>
              <a:t>형상 · 해석 · 결과 · 학습 모듈을 독립적으로 교체</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5F8"/>
        </a:solidFill>
      </p:bgPr>
    </p:bg>
    <p:spTree>
      <p:nvGrpSpPr>
        <p:cNvPr id="1" name=""/>
        <p:cNvGrpSpPr/>
        <p:nvPr/>
      </p:nvGrpSpPr>
      <p:grpSpPr>
        <a:xfrm>
          <a:off x="0" y="0"/>
          <a:ext cx="0" cy="0"/>
          <a:chOff x="0" y="0"/>
          <a:chExt cx="0" cy="0"/>
        </a:xfrm>
      </p:grpSpPr>
      <p:sp>
        <p:nvSpPr>
          <p:cNvPr id="2" name="Shape 0"/>
          <p:cNvSpPr/>
          <p:nvPr/>
        </p:nvSpPr>
        <p:spPr>
          <a:xfrm>
            <a:off x="502920" y="384048"/>
            <a:ext cx="475488" cy="475488"/>
          </a:xfrm>
          <a:prstGeom prst="rect">
            <a:avLst/>
          </a:prstGeom>
          <a:solidFill>
            <a:srgbClr val="16305B"/>
          </a:solidFill>
          <a:ln w="12700">
            <a:solidFill>
              <a:srgbClr val="16305B"/>
            </a:solidFill>
            <a:prstDash val="solid"/>
          </a:ln>
        </p:spPr>
      </p:sp>
      <p:sp>
        <p:nvSpPr>
          <p:cNvPr id="3" name="Text 1"/>
          <p:cNvSpPr txBox="1"/>
          <p:nvPr/>
        </p:nvSpPr>
        <p:spPr>
          <a:xfrm>
            <a:off x="502920" y="38404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03</a:t>
            </a:r>
            <a:endParaRPr lang="en-US" sz="1600" dirty="0"/>
          </a:p>
        </p:txBody>
      </p:sp>
      <p:sp>
        <p:nvSpPr>
          <p:cNvPr id="4" name="Text 2"/>
          <p:cNvSpPr txBox="1"/>
          <p:nvPr/>
        </p:nvSpPr>
        <p:spPr>
          <a:xfrm>
            <a:off x="1124712" y="365760"/>
            <a:ext cx="7315200" cy="237744"/>
          </a:xfrm>
          <a:prstGeom prst="rect">
            <a:avLst/>
          </a:prstGeom>
          <a:noFill/>
          <a:ln/>
        </p:spPr>
        <p:txBody>
          <a:bodyPr wrap="square" lIns="0" tIns="0" rIns="0" bIns="0" rtlCol="0" anchor="ctr"/>
          <a:lstStyle/>
          <a:p>
            <a:pPr indent="0" marL="0">
              <a:buNone/>
            </a:pPr>
            <a:r>
              <a:rPr lang="en-US" sz="1050" b="1" spc="100" kern="0" dirty="0">
                <a:solidFill>
                  <a:srgbClr val="00A3C4"/>
                </a:solidFill>
                <a:latin typeface="Malgun Gothic" pitchFamily="34" charset="0"/>
                <a:ea typeface="Malgun Gothic" pitchFamily="34" charset="-122"/>
                <a:cs typeface="Malgun Gothic" pitchFamily="34" charset="-120"/>
              </a:rPr>
              <a:t>실험계획법 기반 자동해석 수행 및 데이터 확보</a:t>
            </a:r>
            <a:endParaRPr lang="en-US" sz="1050" dirty="0"/>
          </a:p>
        </p:txBody>
      </p:sp>
      <p:sp>
        <p:nvSpPr>
          <p:cNvPr id="5" name="Text 3"/>
          <p:cNvSpPr txBox="1"/>
          <p:nvPr/>
        </p:nvSpPr>
        <p:spPr>
          <a:xfrm>
            <a:off x="1124712" y="548640"/>
            <a:ext cx="10607040" cy="384048"/>
          </a:xfrm>
          <a:prstGeom prst="rect">
            <a:avLst/>
          </a:prstGeom>
          <a:noFill/>
          <a:ln/>
        </p:spPr>
        <p:txBody>
          <a:bodyPr wrap="square" lIns="0" tIns="0" rIns="0" bIns="0" rtlCol="0" anchor="ctr"/>
          <a:lstStyle/>
          <a:p>
            <a:pPr indent="0" marL="0">
              <a:buNone/>
            </a:pPr>
            <a:r>
              <a:rPr lang="en-US" sz="2200" b="1" dirty="0">
                <a:solidFill>
                  <a:srgbClr val="16305B"/>
                </a:solidFill>
                <a:latin typeface="Malgun Gothic" pitchFamily="34" charset="0"/>
                <a:ea typeface="Malgun Gothic" pitchFamily="34" charset="-122"/>
                <a:cs typeface="Malgun Gothic" pitchFamily="34" charset="-120"/>
              </a:rPr>
              <a:t>형상 자동 빌드 및 중량 산출 — SolidWorks</a:t>
            </a:r>
            <a:endParaRPr lang="en-US" sz="2200" dirty="0"/>
          </a:p>
        </p:txBody>
      </p:sp>
      <p:sp>
        <p:nvSpPr>
          <p:cNvPr id="6" name="Shape 4"/>
          <p:cNvSpPr/>
          <p:nvPr/>
        </p:nvSpPr>
        <p:spPr>
          <a:xfrm>
            <a:off x="502920" y="1188720"/>
            <a:ext cx="5440680" cy="4160520"/>
          </a:xfrm>
          <a:prstGeom prst="roundRect">
            <a:avLst>
              <a:gd name="adj" fmla="val 1319"/>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7" name="Shape 5"/>
          <p:cNvSpPr/>
          <p:nvPr/>
        </p:nvSpPr>
        <p:spPr>
          <a:xfrm>
            <a:off x="758952" y="1463040"/>
            <a:ext cx="82296" cy="182880"/>
          </a:xfrm>
          <a:prstGeom prst="rect">
            <a:avLst/>
          </a:prstGeom>
          <a:solidFill>
            <a:srgbClr val="00A3C4"/>
          </a:solidFill>
          <a:ln w="12700">
            <a:solidFill>
              <a:srgbClr val="00A3C4"/>
            </a:solidFill>
            <a:prstDash val="solid"/>
          </a:ln>
        </p:spPr>
      </p:sp>
      <p:sp>
        <p:nvSpPr>
          <p:cNvPr id="8" name="Text 6"/>
          <p:cNvSpPr txBox="1"/>
          <p:nvPr/>
        </p:nvSpPr>
        <p:spPr>
          <a:xfrm>
            <a:off x="923544" y="1371600"/>
            <a:ext cx="4480560" cy="365760"/>
          </a:xfrm>
          <a:prstGeom prst="rect">
            <a:avLst/>
          </a:prstGeom>
          <a:noFill/>
          <a:ln/>
        </p:spPr>
        <p:txBody>
          <a:bodyPr wrap="square" lIns="0" tIns="0" rIns="0" bIns="0" rtlCol="0" anchor="ctr"/>
          <a:lstStyle/>
          <a:p>
            <a:pPr indent="0" marL="0">
              <a:buNone/>
            </a:pPr>
            <a:r>
              <a:rPr lang="en-US" sz="1300" b="1" dirty="0">
                <a:solidFill>
                  <a:srgbClr val="16305B"/>
                </a:solidFill>
                <a:latin typeface="Malgun Gothic" pitchFamily="34" charset="0"/>
                <a:ea typeface="Malgun Gothic" pitchFamily="34" charset="-122"/>
                <a:cs typeface="Malgun Gothic" pitchFamily="34" charset="-120"/>
              </a:rPr>
              <a:t>Equation Manager 기반 형상 빌드</a:t>
            </a:r>
            <a:endParaRPr lang="en-US" sz="1300" dirty="0"/>
          </a:p>
        </p:txBody>
      </p:sp>
      <p:sp>
        <p:nvSpPr>
          <p:cNvPr id="9" name="Shape 7"/>
          <p:cNvSpPr/>
          <p:nvPr/>
        </p:nvSpPr>
        <p:spPr>
          <a:xfrm>
            <a:off x="813816" y="1920240"/>
            <a:ext cx="1463040" cy="420624"/>
          </a:xfrm>
          <a:prstGeom prst="roundRect">
            <a:avLst>
              <a:gd name="adj" fmla="val 15217"/>
            </a:avLst>
          </a:prstGeom>
          <a:solidFill>
            <a:srgbClr val="16305B"/>
          </a:solidFill>
          <a:ln w="9525">
            <a:solidFill>
              <a:srgbClr val="16305B"/>
            </a:solidFill>
            <a:prstDash val="solid"/>
          </a:ln>
        </p:spPr>
      </p:sp>
      <p:sp>
        <p:nvSpPr>
          <p:cNvPr id="10" name="Text 8"/>
          <p:cNvSpPr txBox="1"/>
          <p:nvPr/>
        </p:nvSpPr>
        <p:spPr>
          <a:xfrm>
            <a:off x="813816" y="1920240"/>
            <a:ext cx="146304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전역변수 갱신</a:t>
            </a:r>
            <a:endParaRPr lang="en-US" sz="900" dirty="0"/>
          </a:p>
        </p:txBody>
      </p:sp>
      <p:sp>
        <p:nvSpPr>
          <p:cNvPr id="11" name="Text 9"/>
          <p:cNvSpPr txBox="1"/>
          <p:nvPr/>
        </p:nvSpPr>
        <p:spPr>
          <a:xfrm>
            <a:off x="2276856" y="1920240"/>
            <a:ext cx="201168" cy="420624"/>
          </a:xfrm>
          <a:prstGeom prst="rect">
            <a:avLst/>
          </a:prstGeom>
          <a:noFill/>
          <a:ln/>
        </p:spPr>
        <p:txBody>
          <a:bodyPr wrap="square" lIns="0" tIns="0" rIns="0" bIns="0" rtlCol="0" anchor="ctr"/>
          <a:lstStyle/>
          <a:p>
            <a:pPr algn="ctr" indent="0" marL="0">
              <a:buNone/>
            </a:pPr>
            <a:r>
              <a:rPr lang="en-US" sz="900" dirty="0">
                <a:solidFill>
                  <a:srgbClr val="00A3C4"/>
                </a:solidFill>
                <a:latin typeface="Malgun Gothic" pitchFamily="34" charset="0"/>
                <a:ea typeface="Malgun Gothic" pitchFamily="34" charset="-122"/>
                <a:cs typeface="Malgun Gothic" pitchFamily="34" charset="-120"/>
              </a:rPr>
              <a:t>▶</a:t>
            </a:r>
            <a:endParaRPr lang="en-US" sz="900" dirty="0"/>
          </a:p>
        </p:txBody>
      </p:sp>
      <p:sp>
        <p:nvSpPr>
          <p:cNvPr id="12" name="Shape 10"/>
          <p:cNvSpPr/>
          <p:nvPr/>
        </p:nvSpPr>
        <p:spPr>
          <a:xfrm>
            <a:off x="2478024" y="1920240"/>
            <a:ext cx="1463040" cy="420624"/>
          </a:xfrm>
          <a:prstGeom prst="roundRect">
            <a:avLst>
              <a:gd name="adj" fmla="val 15217"/>
            </a:avLst>
          </a:prstGeom>
          <a:solidFill>
            <a:srgbClr val="EEF2F7"/>
          </a:solidFill>
          <a:ln w="9525">
            <a:solidFill>
              <a:srgbClr val="DDE3EB"/>
            </a:solidFill>
            <a:prstDash val="solid"/>
          </a:ln>
        </p:spPr>
      </p:sp>
      <p:sp>
        <p:nvSpPr>
          <p:cNvPr id="13" name="Text 11"/>
          <p:cNvSpPr txBox="1"/>
          <p:nvPr/>
        </p:nvSpPr>
        <p:spPr>
          <a:xfrm>
            <a:off x="2478024" y="1920240"/>
            <a:ext cx="1463040" cy="420624"/>
          </a:xfrm>
          <a:prstGeom prst="rect">
            <a:avLst/>
          </a:prstGeom>
          <a:noFill/>
          <a:ln/>
        </p:spPr>
        <p:txBody>
          <a:bodyPr wrap="square" lIns="0" tIns="0" rIns="0" bIns="0" rtlCol="0" anchor="ctr"/>
          <a:lstStyle/>
          <a:p>
            <a:pPr algn="ctr" indent="0" marL="0">
              <a:buNone/>
            </a:pPr>
            <a:r>
              <a:rPr lang="en-US" sz="900" b="1" dirty="0">
                <a:solidFill>
                  <a:srgbClr val="16305B"/>
                </a:solidFill>
                <a:latin typeface="Malgun Gothic" pitchFamily="34" charset="0"/>
                <a:ea typeface="Malgun Gothic" pitchFamily="34" charset="-122"/>
                <a:cs typeface="Malgun Gothic" pitchFamily="34" charset="-120"/>
              </a:rPr>
              <a:t>파트·어셈블리 리빌드</a:t>
            </a:r>
            <a:endParaRPr lang="en-US" sz="900" dirty="0"/>
          </a:p>
        </p:txBody>
      </p:sp>
      <p:sp>
        <p:nvSpPr>
          <p:cNvPr id="14" name="Text 12"/>
          <p:cNvSpPr txBox="1"/>
          <p:nvPr/>
        </p:nvSpPr>
        <p:spPr>
          <a:xfrm>
            <a:off x="3941064" y="1920240"/>
            <a:ext cx="201168" cy="420624"/>
          </a:xfrm>
          <a:prstGeom prst="rect">
            <a:avLst/>
          </a:prstGeom>
          <a:noFill/>
          <a:ln/>
        </p:spPr>
        <p:txBody>
          <a:bodyPr wrap="square" lIns="0" tIns="0" rIns="0" bIns="0" rtlCol="0" anchor="ctr"/>
          <a:lstStyle/>
          <a:p>
            <a:pPr algn="ctr" indent="0" marL="0">
              <a:buNone/>
            </a:pPr>
            <a:r>
              <a:rPr lang="en-US" sz="900" dirty="0">
                <a:solidFill>
                  <a:srgbClr val="00A3C4"/>
                </a:solidFill>
                <a:latin typeface="Malgun Gothic" pitchFamily="34" charset="0"/>
                <a:ea typeface="Malgun Gothic" pitchFamily="34" charset="-122"/>
                <a:cs typeface="Malgun Gothic" pitchFamily="34" charset="-120"/>
              </a:rPr>
              <a:t>▶</a:t>
            </a:r>
            <a:endParaRPr lang="en-US" sz="900" dirty="0"/>
          </a:p>
        </p:txBody>
      </p:sp>
      <p:sp>
        <p:nvSpPr>
          <p:cNvPr id="15" name="Shape 13"/>
          <p:cNvSpPr/>
          <p:nvPr/>
        </p:nvSpPr>
        <p:spPr>
          <a:xfrm>
            <a:off x="4142232" y="1920240"/>
            <a:ext cx="1463040" cy="420624"/>
          </a:xfrm>
          <a:prstGeom prst="roundRect">
            <a:avLst>
              <a:gd name="adj" fmla="val 15217"/>
            </a:avLst>
          </a:prstGeom>
          <a:solidFill>
            <a:srgbClr val="EEF2F7"/>
          </a:solidFill>
          <a:ln w="9525">
            <a:solidFill>
              <a:srgbClr val="DDE3EB"/>
            </a:solidFill>
            <a:prstDash val="solid"/>
          </a:ln>
        </p:spPr>
      </p:sp>
      <p:sp>
        <p:nvSpPr>
          <p:cNvPr id="16" name="Text 14"/>
          <p:cNvSpPr txBox="1"/>
          <p:nvPr/>
        </p:nvSpPr>
        <p:spPr>
          <a:xfrm>
            <a:off x="4142232" y="1920240"/>
            <a:ext cx="1463040" cy="420624"/>
          </a:xfrm>
          <a:prstGeom prst="rect">
            <a:avLst/>
          </a:prstGeom>
          <a:noFill/>
          <a:ln/>
        </p:spPr>
        <p:txBody>
          <a:bodyPr wrap="square" lIns="0" tIns="0" rIns="0" bIns="0" rtlCol="0" anchor="ctr"/>
          <a:lstStyle/>
          <a:p>
            <a:pPr algn="ctr" indent="0" marL="0">
              <a:buNone/>
            </a:pPr>
            <a:r>
              <a:rPr lang="en-US" sz="900" b="1" dirty="0">
                <a:solidFill>
                  <a:srgbClr val="16305B"/>
                </a:solidFill>
                <a:latin typeface="Malgun Gothic" pitchFamily="34" charset="0"/>
                <a:ea typeface="Malgun Gothic" pitchFamily="34" charset="-122"/>
                <a:cs typeface="Malgun Gothic" pitchFamily="34" charset="-120"/>
              </a:rPr>
              <a:t>STEP 저장</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813816" y="2542032"/>
          <a:ext cx="4846320" cy="914400"/>
        </p:xfrm>
        <a:graphic>
          <a:graphicData uri="http://schemas.openxmlformats.org/drawingml/2006/table">
            <a:tbl>
              <a:tblPr/>
              <a:tblGrid>
                <a:gridCol w="1097280"/>
                <a:gridCol w="3749040"/>
              </a:tblGrid>
              <a:tr h="329184">
                <a:tc>
                  <a:txBody>
                    <a:bodyP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단계</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c>
                  <a:txBody>
                    <a:bodyP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처리</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r>
              <a:tr h="329184">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변수 갱신</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수식 목록에서 변수명 → 인덱스 매핑 후 값 치환</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329184">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정수 변수</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핀 개수는 정수 문자열로 기입 (선형패턴 개수)</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329184">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리빌드</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파트 → 어셈블리 순으로 리빌드 후 저장</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329184">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질량 특성</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리빌드 직후 부피·질량 일괄 취득</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329184">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형상 저장</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실험점 번호별 STEP 파일로 내보내기</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bl>
          </a:graphicData>
        </a:graphic>
      </p:graphicFrame>
      <p:sp>
        <p:nvSpPr>
          <p:cNvPr id="18" name="Shape 15"/>
          <p:cNvSpPr/>
          <p:nvPr/>
        </p:nvSpPr>
        <p:spPr>
          <a:xfrm>
            <a:off x="813816" y="4663440"/>
            <a:ext cx="4846320" cy="512064"/>
          </a:xfrm>
          <a:prstGeom prst="roundRect">
            <a:avLst>
              <a:gd name="adj" fmla="val 10714"/>
            </a:avLst>
          </a:prstGeom>
          <a:solidFill>
            <a:srgbClr val="F7F9FC"/>
          </a:solidFill>
          <a:ln w="9525">
            <a:solidFill>
              <a:srgbClr val="DDE3EB"/>
            </a:solidFill>
            <a:prstDash val="solid"/>
          </a:ln>
        </p:spPr>
      </p:sp>
      <p:sp>
        <p:nvSpPr>
          <p:cNvPr id="19" name="Text 16"/>
          <p:cNvSpPr txBox="1"/>
          <p:nvPr/>
        </p:nvSpPr>
        <p:spPr>
          <a:xfrm>
            <a:off x="941832" y="4663440"/>
            <a:ext cx="4617720" cy="512064"/>
          </a:xfrm>
          <a:prstGeom prst="rect">
            <a:avLst/>
          </a:prstGeom>
          <a:noFill/>
          <a:ln/>
        </p:spPr>
        <p:txBody>
          <a:bodyPr wrap="square" lIns="0" tIns="0" rIns="0" bIns="0" rtlCol="0" anchor="ct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중량 = </a:t>
            </a:r>
            <a:pPr indent="0" marL="0">
              <a:buNone/>
            </a:pPr>
            <a:r>
              <a:rPr lang="en-US" sz="950" dirty="0">
                <a:solidFill>
                  <a:srgbClr val="1C2733"/>
                </a:solidFill>
                <a:latin typeface="Malgun Gothic" pitchFamily="34" charset="0"/>
                <a:ea typeface="Malgun Gothic" pitchFamily="34" charset="-122"/>
                <a:cs typeface="Malgun Gothic" pitchFamily="34" charset="-120"/>
              </a:rPr>
              <a:t>알루미늄 질량 + (완전충진 부피 − 알루미늄 부피) × 794 kg/m³</a:t>
            </a:r>
            <a:endParaRPr lang="en-US" sz="950" dirty="0"/>
          </a:p>
        </p:txBody>
      </p:sp>
      <p:sp>
        <p:nvSpPr>
          <p:cNvPr id="20" name="Shape 17"/>
          <p:cNvSpPr/>
          <p:nvPr/>
        </p:nvSpPr>
        <p:spPr>
          <a:xfrm>
            <a:off x="6336792" y="1188720"/>
            <a:ext cx="5440680" cy="4160520"/>
          </a:xfrm>
          <a:prstGeom prst="roundRect">
            <a:avLst>
              <a:gd name="adj" fmla="val 1319"/>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21" name="Shape 18"/>
          <p:cNvSpPr/>
          <p:nvPr/>
        </p:nvSpPr>
        <p:spPr>
          <a:xfrm>
            <a:off x="6592824" y="1463040"/>
            <a:ext cx="82296" cy="182880"/>
          </a:xfrm>
          <a:prstGeom prst="rect">
            <a:avLst/>
          </a:prstGeom>
          <a:solidFill>
            <a:srgbClr val="00A3C4"/>
          </a:solidFill>
          <a:ln w="12700">
            <a:solidFill>
              <a:srgbClr val="00A3C4"/>
            </a:solidFill>
            <a:prstDash val="solid"/>
          </a:ln>
        </p:spPr>
      </p:sp>
      <p:sp>
        <p:nvSpPr>
          <p:cNvPr id="22" name="Text 19"/>
          <p:cNvSpPr txBox="1"/>
          <p:nvPr/>
        </p:nvSpPr>
        <p:spPr>
          <a:xfrm>
            <a:off x="6757416" y="1371600"/>
            <a:ext cx="4480560" cy="365760"/>
          </a:xfrm>
          <a:prstGeom prst="rect">
            <a:avLst/>
          </a:prstGeom>
          <a:noFill/>
          <a:ln/>
        </p:spPr>
        <p:txBody>
          <a:bodyPr wrap="square" lIns="0" tIns="0" rIns="0" bIns="0" rtlCol="0" anchor="ctr"/>
          <a:lstStyle/>
          <a:p>
            <a:pPr indent="0" marL="0">
              <a:buNone/>
            </a:pPr>
            <a:r>
              <a:rPr lang="en-US" sz="1300" b="1" dirty="0">
                <a:solidFill>
                  <a:srgbClr val="16305B"/>
                </a:solidFill>
                <a:latin typeface="Malgun Gothic" pitchFamily="34" charset="0"/>
                <a:ea typeface="Malgun Gothic" pitchFamily="34" charset="-122"/>
                <a:cs typeface="Malgun Gothic" pitchFamily="34" charset="-120"/>
              </a:rPr>
              <a:t>중량 산출</a:t>
            </a:r>
            <a:endParaRPr lang="en-US" sz="1300" dirty="0"/>
          </a:p>
        </p:txBody>
      </p:sp>
      <p:sp>
        <p:nvSpPr>
          <p:cNvPr id="23" name="Shape 20"/>
          <p:cNvSpPr/>
          <p:nvPr/>
        </p:nvSpPr>
        <p:spPr>
          <a:xfrm>
            <a:off x="6647688" y="1920240"/>
            <a:ext cx="4846320" cy="868680"/>
          </a:xfrm>
          <a:prstGeom prst="roundRect">
            <a:avLst>
              <a:gd name="adj" fmla="val 6316"/>
            </a:avLst>
          </a:prstGeom>
          <a:solidFill>
            <a:srgbClr val="F7F9FC"/>
          </a:solidFill>
          <a:ln w="9525">
            <a:solidFill>
              <a:srgbClr val="DDE3EB"/>
            </a:solidFill>
            <a:prstDash val="solid"/>
          </a:ln>
        </p:spPr>
      </p:sp>
      <p:sp>
        <p:nvSpPr>
          <p:cNvPr id="24" name="Text 21"/>
          <p:cNvSpPr txBox="1"/>
          <p:nvPr/>
        </p:nvSpPr>
        <p:spPr>
          <a:xfrm>
            <a:off x="6793992" y="1975104"/>
            <a:ext cx="4572000" cy="758952"/>
          </a:xfrm>
          <a:prstGeom prst="rect">
            <a:avLst/>
          </a:prstGeom>
          <a:noFill/>
          <a:ln/>
        </p:spPr>
        <p:txBody>
          <a:bodyPr wrap="square" lIns="0" tIns="0" rIns="0" bIns="0" rtlCol="0" anchor="ctr"/>
          <a:lstStyle/>
          <a:p>
            <a:pPr indent="0" marL="0">
              <a:lnSpc>
                <a:spcPct val="135000"/>
              </a:lnSpc>
              <a:buNone/>
            </a:pPr>
            <a:r>
              <a:rPr lang="en-US" sz="1050" dirty="0">
                <a:solidFill>
                  <a:srgbClr val="1C2733"/>
                </a:solidFill>
                <a:latin typeface="Malgun Gothic" pitchFamily="34" charset="0"/>
                <a:ea typeface="Malgun Gothic" pitchFamily="34" charset="-122"/>
                <a:cs typeface="Malgun Gothic" pitchFamily="34" charset="-120"/>
              </a:rPr>
              <a:t>PAO 부피 = 완전충진 형상 부피(상수) − 알루미늄 부피</a:t>
            </a:r>
            <a:endParaRPr lang="en-US" sz="1050" dirty="0"/>
          </a:p>
          <a:p>
            <a:pPr indent="0" marL="0">
              <a:lnSpc>
                <a:spcPct val="135000"/>
              </a:lnSpc>
              <a:buNone/>
            </a:pPr>
            <a:r>
              <a:rPr lang="en-US" sz="1050" b="1" dirty="0">
                <a:solidFill>
                  <a:srgbClr val="16305B"/>
                </a:solidFill>
                <a:latin typeface="Malgun Gothic" pitchFamily="34" charset="0"/>
                <a:ea typeface="Malgun Gothic" pitchFamily="34" charset="-122"/>
                <a:cs typeface="Malgun Gothic" pitchFamily="34" charset="-120"/>
              </a:rPr>
              <a:t>중  량   = 알루미늄 질량 + PAO 부피 × 794 kg/m³</a:t>
            </a:r>
            <a:endParaRPr lang="en-US" sz="1050"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6647688" y="2971800"/>
          <a:ext cx="4846320" cy="914400"/>
        </p:xfrm>
        <a:graphic>
          <a:graphicData uri="http://schemas.openxmlformats.org/drawingml/2006/table">
            <a:tbl>
              <a:tblPr/>
              <a:tblGrid>
                <a:gridCol w="1188720"/>
                <a:gridCol w="3657600"/>
              </a:tblGrid>
              <a:tr h="365760">
                <a:tc>
                  <a:txBody>
                    <a:bodyP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항목</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c>
                  <a:txBody>
                    <a:bodyP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내용</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r>
              <a:tr h="365760">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취득 시점</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리빌드 직후 어셈블리에서 질량 특성 일괄 취득</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365760">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반환값 해석</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반환 순서 미문서화 → GUI 패널과 전량 대조해 확정</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365760">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검산</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산출값이 수기 계산값과 소수점까지 일치</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365760">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교차검증</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해석 측 유체 부피와 대조, 이상 시 로그 경고</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bl>
          </a:graphicData>
        </a:graphic>
      </p:graphicFrame>
      <p:sp>
        <p:nvSpPr>
          <p:cNvPr id="26" name="Shape 22"/>
          <p:cNvSpPr/>
          <p:nvPr/>
        </p:nvSpPr>
        <p:spPr>
          <a:xfrm>
            <a:off x="502920" y="5541264"/>
            <a:ext cx="11183112" cy="841248"/>
          </a:xfrm>
          <a:prstGeom prst="roundRect">
            <a:avLst>
              <a:gd name="adj" fmla="val 6522"/>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27" name="Shape 23"/>
          <p:cNvSpPr/>
          <p:nvPr/>
        </p:nvSpPr>
        <p:spPr>
          <a:xfrm>
            <a:off x="832104" y="5724144"/>
            <a:ext cx="64008" cy="164592"/>
          </a:xfrm>
          <a:prstGeom prst="rect">
            <a:avLst/>
          </a:prstGeom>
          <a:solidFill>
            <a:srgbClr val="00A3C4"/>
          </a:solidFill>
          <a:ln w="12700">
            <a:solidFill>
              <a:srgbClr val="00A3C4"/>
            </a:solidFill>
            <a:prstDash val="solid"/>
          </a:ln>
        </p:spPr>
      </p:sp>
      <p:sp>
        <p:nvSpPr>
          <p:cNvPr id="28" name="Text 24"/>
          <p:cNvSpPr txBox="1"/>
          <p:nvPr/>
        </p:nvSpPr>
        <p:spPr>
          <a:xfrm>
            <a:off x="978408" y="5669280"/>
            <a:ext cx="3291840" cy="256032"/>
          </a:xfrm>
          <a:prstGeom prst="rect">
            <a:avLst/>
          </a:prstGeom>
          <a:noFill/>
          <a:ln/>
        </p:spPr>
        <p:txBody>
          <a:bodyPr wrap="square" lIns="0" tIns="0" rIns="0" bIns="0" rtlCol="0" anchor="ctr"/>
          <a:lstStyle/>
          <a:p>
            <a:pPr indent="0" marL="0">
              <a:buNone/>
            </a:pPr>
            <a:r>
              <a:rPr lang="en-US" sz="1050" b="1" dirty="0">
                <a:solidFill>
                  <a:srgbClr val="16305B"/>
                </a:solidFill>
                <a:latin typeface="Malgun Gothic" pitchFamily="34" charset="0"/>
                <a:ea typeface="Malgun Gothic" pitchFamily="34" charset="-122"/>
                <a:cs typeface="Malgun Gothic" pitchFamily="34" charset="-120"/>
              </a:rPr>
              <a:t>변수명 검증</a:t>
            </a:r>
            <a:endParaRPr lang="en-US" sz="1050" dirty="0"/>
          </a:p>
        </p:txBody>
      </p:sp>
      <p:sp>
        <p:nvSpPr>
          <p:cNvPr id="29" name="Text 25"/>
          <p:cNvSpPr txBox="1"/>
          <p:nvPr/>
        </p:nvSpPr>
        <p:spPr>
          <a:xfrm>
            <a:off x="978408" y="5943600"/>
            <a:ext cx="3383280" cy="310896"/>
          </a:xfrm>
          <a:prstGeom prst="rect">
            <a:avLst/>
          </a:prstGeom>
          <a:noFill/>
          <a:ln/>
        </p:spPr>
        <p:txBody>
          <a:bodyPr wrap="square" lIns="0" tIns="0" rIns="0" bIns="0" rtlCol="0" anchor="ctr"/>
          <a:lstStyle/>
          <a:p>
            <a:pPr indent="0" marL="0">
              <a:buNone/>
            </a:pPr>
            <a:r>
              <a:rPr lang="en-US" sz="950" dirty="0">
                <a:solidFill>
                  <a:srgbClr val="6B7A8F"/>
                </a:solidFill>
                <a:latin typeface="Malgun Gothic" pitchFamily="34" charset="0"/>
                <a:ea typeface="Malgun Gothic" pitchFamily="34" charset="-122"/>
                <a:cs typeface="Malgun Gothic" pitchFamily="34" charset="-120"/>
              </a:rPr>
              <a:t>불일치 시 즉시 중단 — 형상 미변경 해석 차단</a:t>
            </a:r>
            <a:endParaRPr lang="en-US" sz="950" dirty="0"/>
          </a:p>
        </p:txBody>
      </p:sp>
      <p:sp>
        <p:nvSpPr>
          <p:cNvPr id="30" name="Shape 26"/>
          <p:cNvSpPr/>
          <p:nvPr/>
        </p:nvSpPr>
        <p:spPr>
          <a:xfrm>
            <a:off x="4489704" y="5724144"/>
            <a:ext cx="64008" cy="164592"/>
          </a:xfrm>
          <a:prstGeom prst="rect">
            <a:avLst/>
          </a:prstGeom>
          <a:solidFill>
            <a:srgbClr val="00A3C4"/>
          </a:solidFill>
          <a:ln w="12700">
            <a:solidFill>
              <a:srgbClr val="00A3C4"/>
            </a:solidFill>
            <a:prstDash val="solid"/>
          </a:ln>
        </p:spPr>
      </p:sp>
      <p:sp>
        <p:nvSpPr>
          <p:cNvPr id="31" name="Text 27"/>
          <p:cNvSpPr txBox="1"/>
          <p:nvPr/>
        </p:nvSpPr>
        <p:spPr>
          <a:xfrm>
            <a:off x="4636008" y="5669280"/>
            <a:ext cx="3291840" cy="256032"/>
          </a:xfrm>
          <a:prstGeom prst="rect">
            <a:avLst/>
          </a:prstGeom>
          <a:noFill/>
          <a:ln/>
        </p:spPr>
        <p:txBody>
          <a:bodyPr wrap="square" lIns="0" tIns="0" rIns="0" bIns="0" rtlCol="0" anchor="ctr"/>
          <a:lstStyle/>
          <a:p>
            <a:pPr indent="0" marL="0">
              <a:buNone/>
            </a:pPr>
            <a:r>
              <a:rPr lang="en-US" sz="1050" b="1" dirty="0">
                <a:solidFill>
                  <a:srgbClr val="16305B"/>
                </a:solidFill>
                <a:latin typeface="Malgun Gothic" pitchFamily="34" charset="0"/>
                <a:ea typeface="Malgun Gothic" pitchFamily="34" charset="-122"/>
                <a:cs typeface="Malgun Gothic" pitchFamily="34" charset="-120"/>
              </a:rPr>
              <a:t>종속값 CAD 위임</a:t>
            </a:r>
            <a:endParaRPr lang="en-US" sz="1050" dirty="0"/>
          </a:p>
        </p:txBody>
      </p:sp>
      <p:sp>
        <p:nvSpPr>
          <p:cNvPr id="32" name="Text 28"/>
          <p:cNvSpPr txBox="1"/>
          <p:nvPr/>
        </p:nvSpPr>
        <p:spPr>
          <a:xfrm>
            <a:off x="4636008" y="5943600"/>
            <a:ext cx="3383280" cy="310896"/>
          </a:xfrm>
          <a:prstGeom prst="rect">
            <a:avLst/>
          </a:prstGeom>
          <a:noFill/>
          <a:ln/>
        </p:spPr>
        <p:txBody>
          <a:bodyPr wrap="square" lIns="0" tIns="0" rIns="0" bIns="0" rtlCol="0" anchor="ctr"/>
          <a:lstStyle/>
          <a:p>
            <a:pPr indent="0" marL="0">
              <a:buNone/>
            </a:pPr>
            <a:r>
              <a:rPr lang="en-US" sz="950" dirty="0">
                <a:solidFill>
                  <a:srgbClr val="6B7A8F"/>
                </a:solidFill>
                <a:latin typeface="Malgun Gothic" pitchFamily="34" charset="0"/>
                <a:ea typeface="Malgun Gothic" pitchFamily="34" charset="-122"/>
                <a:cs typeface="Malgun Gothic" pitchFamily="34" charset="-120"/>
              </a:rPr>
              <a:t>핀 간격은 CAD 수식이 계산 — 이중 계산 방지</a:t>
            </a:r>
            <a:endParaRPr lang="en-US" sz="950" dirty="0"/>
          </a:p>
        </p:txBody>
      </p:sp>
      <p:sp>
        <p:nvSpPr>
          <p:cNvPr id="33" name="Shape 29"/>
          <p:cNvSpPr/>
          <p:nvPr/>
        </p:nvSpPr>
        <p:spPr>
          <a:xfrm>
            <a:off x="8147304" y="5724144"/>
            <a:ext cx="64008" cy="164592"/>
          </a:xfrm>
          <a:prstGeom prst="rect">
            <a:avLst/>
          </a:prstGeom>
          <a:solidFill>
            <a:srgbClr val="00A3C4"/>
          </a:solidFill>
          <a:ln w="12700">
            <a:solidFill>
              <a:srgbClr val="00A3C4"/>
            </a:solidFill>
            <a:prstDash val="solid"/>
          </a:ln>
        </p:spPr>
      </p:sp>
      <p:sp>
        <p:nvSpPr>
          <p:cNvPr id="34" name="Text 30"/>
          <p:cNvSpPr txBox="1"/>
          <p:nvPr/>
        </p:nvSpPr>
        <p:spPr>
          <a:xfrm>
            <a:off x="8293608" y="5669280"/>
            <a:ext cx="3291840" cy="256032"/>
          </a:xfrm>
          <a:prstGeom prst="rect">
            <a:avLst/>
          </a:prstGeom>
          <a:noFill/>
          <a:ln/>
        </p:spPr>
        <p:txBody>
          <a:bodyPr wrap="square" lIns="0" tIns="0" rIns="0" bIns="0" rtlCol="0" anchor="ctr"/>
          <a:lstStyle/>
          <a:p>
            <a:pPr indent="0" marL="0">
              <a:buNone/>
            </a:pPr>
            <a:r>
              <a:rPr lang="en-US" sz="1050" b="1" dirty="0">
                <a:solidFill>
                  <a:srgbClr val="16305B"/>
                </a:solidFill>
                <a:latin typeface="Malgun Gothic" pitchFamily="34" charset="0"/>
                <a:ea typeface="Malgun Gothic" pitchFamily="34" charset="-122"/>
                <a:cs typeface="Malgun Gothic" pitchFamily="34" charset="-120"/>
              </a:rPr>
              <a:t>질량 특성 검증</a:t>
            </a:r>
            <a:endParaRPr lang="en-US" sz="1050" dirty="0"/>
          </a:p>
        </p:txBody>
      </p:sp>
      <p:sp>
        <p:nvSpPr>
          <p:cNvPr id="35" name="Text 31"/>
          <p:cNvSpPr txBox="1"/>
          <p:nvPr/>
        </p:nvSpPr>
        <p:spPr>
          <a:xfrm>
            <a:off x="8293608" y="5943600"/>
            <a:ext cx="3383280" cy="310896"/>
          </a:xfrm>
          <a:prstGeom prst="rect">
            <a:avLst/>
          </a:prstGeom>
          <a:noFill/>
          <a:ln/>
        </p:spPr>
        <p:txBody>
          <a:bodyPr wrap="square" lIns="0" tIns="0" rIns="0" bIns="0" rtlCol="0" anchor="ctr"/>
          <a:lstStyle/>
          <a:p>
            <a:pPr indent="0" marL="0">
              <a:buNone/>
            </a:pPr>
            <a:r>
              <a:rPr lang="en-US" sz="950" dirty="0">
                <a:solidFill>
                  <a:srgbClr val="6B7A8F"/>
                </a:solidFill>
                <a:latin typeface="Malgun Gothic" pitchFamily="34" charset="0"/>
                <a:ea typeface="Malgun Gothic" pitchFamily="34" charset="-122"/>
                <a:cs typeface="Malgun Gothic" pitchFamily="34" charset="-120"/>
              </a:rPr>
              <a:t>미문서화 반환값을 GUI 패널과 대조해 확정</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5F8"/>
        </a:solidFill>
      </p:bgPr>
    </p:bg>
    <p:spTree>
      <p:nvGrpSpPr>
        <p:cNvPr id="1" name=""/>
        <p:cNvGrpSpPr/>
        <p:nvPr/>
      </p:nvGrpSpPr>
      <p:grpSpPr>
        <a:xfrm>
          <a:off x="0" y="0"/>
          <a:ext cx="0" cy="0"/>
          <a:chOff x="0" y="0"/>
          <a:chExt cx="0" cy="0"/>
        </a:xfrm>
      </p:grpSpPr>
      <p:sp>
        <p:nvSpPr>
          <p:cNvPr id="2" name="Shape 0"/>
          <p:cNvSpPr/>
          <p:nvPr/>
        </p:nvSpPr>
        <p:spPr>
          <a:xfrm>
            <a:off x="502920" y="384048"/>
            <a:ext cx="475488" cy="475488"/>
          </a:xfrm>
          <a:prstGeom prst="rect">
            <a:avLst/>
          </a:prstGeom>
          <a:solidFill>
            <a:srgbClr val="16305B"/>
          </a:solidFill>
          <a:ln w="12700">
            <a:solidFill>
              <a:srgbClr val="16305B"/>
            </a:solidFill>
            <a:prstDash val="solid"/>
          </a:ln>
        </p:spPr>
      </p:sp>
      <p:sp>
        <p:nvSpPr>
          <p:cNvPr id="3" name="Text 1"/>
          <p:cNvSpPr txBox="1"/>
          <p:nvPr/>
        </p:nvSpPr>
        <p:spPr>
          <a:xfrm>
            <a:off x="502920" y="38404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03</a:t>
            </a:r>
            <a:endParaRPr lang="en-US" sz="1600" dirty="0"/>
          </a:p>
        </p:txBody>
      </p:sp>
      <p:sp>
        <p:nvSpPr>
          <p:cNvPr id="4" name="Text 2"/>
          <p:cNvSpPr txBox="1"/>
          <p:nvPr/>
        </p:nvSpPr>
        <p:spPr>
          <a:xfrm>
            <a:off x="1124712" y="365760"/>
            <a:ext cx="7315200" cy="237744"/>
          </a:xfrm>
          <a:prstGeom prst="rect">
            <a:avLst/>
          </a:prstGeom>
          <a:noFill/>
          <a:ln/>
        </p:spPr>
        <p:txBody>
          <a:bodyPr wrap="square" lIns="0" tIns="0" rIns="0" bIns="0" rtlCol="0" anchor="ctr"/>
          <a:lstStyle/>
          <a:p>
            <a:pPr indent="0" marL="0">
              <a:buNone/>
            </a:pPr>
            <a:r>
              <a:rPr lang="en-US" sz="1050" b="1" spc="100" kern="0" dirty="0">
                <a:solidFill>
                  <a:srgbClr val="00A3C4"/>
                </a:solidFill>
                <a:latin typeface="Malgun Gothic" pitchFamily="34" charset="0"/>
                <a:ea typeface="Malgun Gothic" pitchFamily="34" charset="-122"/>
                <a:cs typeface="Malgun Gothic" pitchFamily="34" charset="-120"/>
              </a:rPr>
              <a:t>실험계획법 기반 자동해석 수행 및 데이터 확보</a:t>
            </a:r>
            <a:endParaRPr lang="en-US" sz="1050" dirty="0"/>
          </a:p>
        </p:txBody>
      </p:sp>
      <p:sp>
        <p:nvSpPr>
          <p:cNvPr id="5" name="Text 3"/>
          <p:cNvSpPr txBox="1"/>
          <p:nvPr/>
        </p:nvSpPr>
        <p:spPr>
          <a:xfrm>
            <a:off x="1124712" y="548640"/>
            <a:ext cx="10607040" cy="384048"/>
          </a:xfrm>
          <a:prstGeom prst="rect">
            <a:avLst/>
          </a:prstGeom>
          <a:noFill/>
          <a:ln/>
        </p:spPr>
        <p:txBody>
          <a:bodyPr wrap="square" lIns="0" tIns="0" rIns="0" bIns="0" rtlCol="0" anchor="ctr"/>
          <a:lstStyle/>
          <a:p>
            <a:pPr indent="0" marL="0">
              <a:buNone/>
            </a:pPr>
            <a:r>
              <a:rPr lang="en-US" sz="2200" b="1" dirty="0">
                <a:solidFill>
                  <a:srgbClr val="16305B"/>
                </a:solidFill>
                <a:latin typeface="Malgun Gothic" pitchFamily="34" charset="0"/>
                <a:ea typeface="Malgun Gothic" pitchFamily="34" charset="-122"/>
                <a:cs typeface="Malgun Gothic" pitchFamily="34" charset="-120"/>
              </a:rPr>
              <a:t>해석 모델 자동 구성 및 결과 추출 — Icepak</a:t>
            </a:r>
            <a:endParaRPr lang="en-US" sz="2200" dirty="0"/>
          </a:p>
        </p:txBody>
      </p:sp>
      <p:sp>
        <p:nvSpPr>
          <p:cNvPr id="6" name="Shape 4"/>
          <p:cNvSpPr/>
          <p:nvPr/>
        </p:nvSpPr>
        <p:spPr>
          <a:xfrm>
            <a:off x="502920" y="1188720"/>
            <a:ext cx="5440680" cy="4160520"/>
          </a:xfrm>
          <a:prstGeom prst="roundRect">
            <a:avLst>
              <a:gd name="adj" fmla="val 1319"/>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7" name="Shape 5"/>
          <p:cNvSpPr/>
          <p:nvPr/>
        </p:nvSpPr>
        <p:spPr>
          <a:xfrm>
            <a:off x="758952" y="1463040"/>
            <a:ext cx="82296" cy="182880"/>
          </a:xfrm>
          <a:prstGeom prst="rect">
            <a:avLst/>
          </a:prstGeom>
          <a:solidFill>
            <a:srgbClr val="00A3C4"/>
          </a:solidFill>
          <a:ln w="12700">
            <a:solidFill>
              <a:srgbClr val="00A3C4"/>
            </a:solidFill>
            <a:prstDash val="solid"/>
          </a:ln>
        </p:spPr>
      </p:sp>
      <p:sp>
        <p:nvSpPr>
          <p:cNvPr id="8" name="Text 6"/>
          <p:cNvSpPr txBox="1"/>
          <p:nvPr/>
        </p:nvSpPr>
        <p:spPr>
          <a:xfrm>
            <a:off x="923544" y="1371600"/>
            <a:ext cx="4480560" cy="365760"/>
          </a:xfrm>
          <a:prstGeom prst="rect">
            <a:avLst/>
          </a:prstGeom>
          <a:noFill/>
          <a:ln/>
        </p:spPr>
        <p:txBody>
          <a:bodyPr wrap="square" lIns="0" tIns="0" rIns="0" bIns="0" rtlCol="0" anchor="ctr"/>
          <a:lstStyle/>
          <a:p>
            <a:pPr indent="0" marL="0">
              <a:buNone/>
            </a:pPr>
            <a:r>
              <a:rPr lang="en-US" sz="1300" b="1" dirty="0">
                <a:solidFill>
                  <a:srgbClr val="16305B"/>
                </a:solidFill>
                <a:latin typeface="Malgun Gothic" pitchFamily="34" charset="0"/>
                <a:ea typeface="Malgun Gothic" pitchFamily="34" charset="-122"/>
                <a:cs typeface="Malgun Gothic" pitchFamily="34" charset="-120"/>
              </a:rPr>
              <a:t>자동화 전환 과정</a:t>
            </a:r>
            <a:endParaRPr lang="en-US" sz="1300" dirty="0"/>
          </a:p>
        </p:txBody>
      </p:sp>
      <p:sp>
        <p:nvSpPr>
          <p:cNvPr id="9" name="Shape 7"/>
          <p:cNvSpPr/>
          <p:nvPr/>
        </p:nvSpPr>
        <p:spPr>
          <a:xfrm>
            <a:off x="813816" y="1901952"/>
            <a:ext cx="4846320" cy="585216"/>
          </a:xfrm>
          <a:prstGeom prst="roundRect">
            <a:avLst>
              <a:gd name="adj" fmla="val 9375"/>
            </a:avLst>
          </a:prstGeom>
          <a:solidFill>
            <a:srgbClr val="EEF2F7"/>
          </a:solidFill>
          <a:ln w="9525">
            <a:solidFill>
              <a:srgbClr val="DDE3EB"/>
            </a:solidFill>
            <a:prstDash val="solid"/>
          </a:ln>
        </p:spPr>
      </p:sp>
      <p:sp>
        <p:nvSpPr>
          <p:cNvPr id="10" name="Text 8"/>
          <p:cNvSpPr txBox="1"/>
          <p:nvPr/>
        </p:nvSpPr>
        <p:spPr>
          <a:xfrm>
            <a:off x="923544" y="1901952"/>
            <a:ext cx="310896" cy="585216"/>
          </a:xfrm>
          <a:prstGeom prst="rect">
            <a:avLst/>
          </a:prstGeom>
          <a:noFill/>
          <a:ln/>
        </p:spPr>
        <p:txBody>
          <a:bodyPr wrap="square" lIns="0" tIns="0" rIns="0" bIns="0" rtlCol="0" anchor="ctr"/>
          <a:lstStyle/>
          <a:p>
            <a:pPr indent="0" marL="0">
              <a:buNone/>
            </a:pPr>
            <a:r>
              <a:rPr lang="en-US" sz="1600" b="1" dirty="0">
                <a:solidFill>
                  <a:srgbClr val="00A3C4"/>
                </a:solidFill>
                <a:latin typeface="Malgun Gothic" pitchFamily="34" charset="0"/>
                <a:ea typeface="Malgun Gothic" pitchFamily="34" charset="-122"/>
                <a:cs typeface="Malgun Gothic" pitchFamily="34" charset="-120"/>
              </a:rPr>
              <a:t>1</a:t>
            </a:r>
            <a:endParaRPr lang="en-US" sz="1600" dirty="0"/>
          </a:p>
        </p:txBody>
      </p:sp>
      <p:sp>
        <p:nvSpPr>
          <p:cNvPr id="11" name="Text 9"/>
          <p:cNvSpPr txBox="1"/>
          <p:nvPr/>
        </p:nvSpPr>
        <p:spPr>
          <a:xfrm>
            <a:off x="1289304" y="1938528"/>
            <a:ext cx="1737360" cy="512064"/>
          </a:xfrm>
          <a:prstGeom prst="rect">
            <a:avLst/>
          </a:prstGeom>
          <a:noFill/>
          <a:ln/>
        </p:spPr>
        <p:txBody>
          <a:bodyPr wrap="square" lIns="0" tIns="0" rIns="0" bIns="0" rtlCol="0" anchor="ctr"/>
          <a:lstStyle/>
          <a:p>
            <a:pPr indent="0" marL="0">
              <a:buNone/>
            </a:pPr>
            <a:r>
              <a:rPr lang="en-US" sz="1050" b="1" dirty="0">
                <a:solidFill>
                  <a:srgbClr val="16305B"/>
                </a:solidFill>
                <a:latin typeface="Malgun Gothic" pitchFamily="34" charset="0"/>
                <a:ea typeface="Malgun Gothic" pitchFamily="34" charset="-122"/>
                <a:cs typeface="Malgun Gothic" pitchFamily="34" charset="-120"/>
              </a:rPr>
              <a:t>GUI 수동 설정</a:t>
            </a:r>
            <a:endParaRPr lang="en-US" sz="1050" dirty="0"/>
          </a:p>
        </p:txBody>
      </p:sp>
      <p:sp>
        <p:nvSpPr>
          <p:cNvPr id="12" name="Text 10"/>
          <p:cNvSpPr txBox="1"/>
          <p:nvPr/>
        </p:nvSpPr>
        <p:spPr>
          <a:xfrm>
            <a:off x="2990088" y="1938528"/>
            <a:ext cx="2596896" cy="512064"/>
          </a:xfrm>
          <a:prstGeom prst="rect">
            <a:avLst/>
          </a:prstGeom>
          <a:noFill/>
          <a:ln/>
        </p:spPr>
        <p:txBody>
          <a:bodyPr wrap="square" lIns="0" tIns="0" rIns="0" bIns="0" rtlCol="0" anchor="ctr"/>
          <a:lstStyle/>
          <a:p>
            <a:pPr indent="0" marL="0">
              <a:lnSpc>
                <a:spcPct val="110000"/>
              </a:lnSpc>
              <a:buNone/>
            </a:pPr>
            <a:r>
              <a:rPr lang="en-US" sz="880" dirty="0">
                <a:solidFill>
                  <a:srgbClr val="1C2733"/>
                </a:solidFill>
                <a:latin typeface="Malgun Gothic" pitchFamily="34" charset="0"/>
                <a:ea typeface="Malgun Gothic" pitchFamily="34" charset="-122"/>
                <a:cs typeface="Malgun Gothic" pitchFamily="34" charset="-120"/>
              </a:rPr>
              <a:t>해석 모델을 GUI로 한 번 직접 구성</a:t>
            </a:r>
            <a:endParaRPr lang="en-US" sz="880" dirty="0"/>
          </a:p>
          <a:p>
            <a:pPr indent="0" marL="0">
              <a:lnSpc>
                <a:spcPct val="110000"/>
              </a:lnSpc>
              <a:buNone/>
            </a:pPr>
            <a:r>
              <a:rPr lang="en-US" sz="880" dirty="0">
                <a:solidFill>
                  <a:srgbClr val="1C2733"/>
                </a:solidFill>
                <a:latin typeface="Malgun Gothic" pitchFamily="34" charset="0"/>
                <a:ea typeface="Malgun Gothic" pitchFamily="34" charset="-122"/>
                <a:cs typeface="Malgun Gothic" pitchFamily="34" charset="-120"/>
              </a:rPr>
              <a:t>(프로젝트 생성 ~ 결과 추출 7단계)</a:t>
            </a:r>
            <a:endParaRPr lang="en-US" sz="880" dirty="0"/>
          </a:p>
        </p:txBody>
      </p:sp>
      <p:sp>
        <p:nvSpPr>
          <p:cNvPr id="13" name="Text 11"/>
          <p:cNvSpPr txBox="1"/>
          <p:nvPr/>
        </p:nvSpPr>
        <p:spPr>
          <a:xfrm>
            <a:off x="813816" y="2487168"/>
            <a:ext cx="4846320" cy="182880"/>
          </a:xfrm>
          <a:prstGeom prst="rect">
            <a:avLst/>
          </a:prstGeom>
          <a:noFill/>
          <a:ln/>
        </p:spPr>
        <p:txBody>
          <a:bodyPr wrap="square" lIns="0" tIns="0" rIns="0" bIns="0" rtlCol="0" anchor="ctr"/>
          <a:lstStyle/>
          <a:p>
            <a:pPr algn="ctr" indent="0" marL="0">
              <a:buNone/>
            </a:pPr>
            <a:r>
              <a:rPr lang="en-US" sz="700" dirty="0">
                <a:solidFill>
                  <a:srgbClr val="6B7A8F"/>
                </a:solidFill>
                <a:latin typeface="Malgun Gothic" pitchFamily="34" charset="0"/>
                <a:ea typeface="Malgun Gothic" pitchFamily="34" charset="-122"/>
                <a:cs typeface="Malgun Gothic" pitchFamily="34" charset="-120"/>
              </a:rPr>
              <a:t>▼</a:t>
            </a:r>
            <a:endParaRPr lang="en-US" sz="700" dirty="0"/>
          </a:p>
        </p:txBody>
      </p:sp>
      <p:sp>
        <p:nvSpPr>
          <p:cNvPr id="14" name="Shape 12"/>
          <p:cNvSpPr/>
          <p:nvPr/>
        </p:nvSpPr>
        <p:spPr>
          <a:xfrm>
            <a:off x="813816" y="2670048"/>
            <a:ext cx="4846320" cy="585216"/>
          </a:xfrm>
          <a:prstGeom prst="roundRect">
            <a:avLst>
              <a:gd name="adj" fmla="val 9375"/>
            </a:avLst>
          </a:prstGeom>
          <a:solidFill>
            <a:srgbClr val="EEF2F7"/>
          </a:solidFill>
          <a:ln w="9525">
            <a:solidFill>
              <a:srgbClr val="DDE3EB"/>
            </a:solidFill>
            <a:prstDash val="solid"/>
          </a:ln>
        </p:spPr>
      </p:sp>
      <p:sp>
        <p:nvSpPr>
          <p:cNvPr id="15" name="Text 13"/>
          <p:cNvSpPr txBox="1"/>
          <p:nvPr/>
        </p:nvSpPr>
        <p:spPr>
          <a:xfrm>
            <a:off x="923544" y="2670048"/>
            <a:ext cx="310896" cy="585216"/>
          </a:xfrm>
          <a:prstGeom prst="rect">
            <a:avLst/>
          </a:prstGeom>
          <a:noFill/>
          <a:ln/>
        </p:spPr>
        <p:txBody>
          <a:bodyPr wrap="square" lIns="0" tIns="0" rIns="0" bIns="0" rtlCol="0" anchor="ctr"/>
          <a:lstStyle/>
          <a:p>
            <a:pPr indent="0" marL="0">
              <a:buNone/>
            </a:pPr>
            <a:r>
              <a:rPr lang="en-US" sz="1600" b="1" dirty="0">
                <a:solidFill>
                  <a:srgbClr val="00A3C4"/>
                </a:solidFill>
                <a:latin typeface="Malgun Gothic" pitchFamily="34" charset="0"/>
                <a:ea typeface="Malgun Gothic" pitchFamily="34" charset="-122"/>
                <a:cs typeface="Malgun Gothic" pitchFamily="34" charset="-120"/>
              </a:rPr>
              <a:t>2</a:t>
            </a:r>
            <a:endParaRPr lang="en-US" sz="1600" dirty="0"/>
          </a:p>
        </p:txBody>
      </p:sp>
      <p:sp>
        <p:nvSpPr>
          <p:cNvPr id="16" name="Text 14"/>
          <p:cNvSpPr txBox="1"/>
          <p:nvPr/>
        </p:nvSpPr>
        <p:spPr>
          <a:xfrm>
            <a:off x="1289304" y="2706624"/>
            <a:ext cx="1737360" cy="512064"/>
          </a:xfrm>
          <a:prstGeom prst="rect">
            <a:avLst/>
          </a:prstGeom>
          <a:noFill/>
          <a:ln/>
        </p:spPr>
        <p:txBody>
          <a:bodyPr wrap="square" lIns="0" tIns="0" rIns="0" bIns="0" rtlCol="0" anchor="ctr"/>
          <a:lstStyle/>
          <a:p>
            <a:pPr indent="0" marL="0">
              <a:buNone/>
            </a:pPr>
            <a:r>
              <a:rPr lang="en-US" sz="1050" b="1" dirty="0">
                <a:solidFill>
                  <a:srgbClr val="16305B"/>
                </a:solidFill>
                <a:latin typeface="Malgun Gothic" pitchFamily="34" charset="0"/>
                <a:ea typeface="Malgun Gothic" pitchFamily="34" charset="-122"/>
                <a:cs typeface="Malgun Gothic" pitchFamily="34" charset="-120"/>
              </a:rPr>
              <a:t>스크립트 리코더 기록</a:t>
            </a:r>
            <a:endParaRPr lang="en-US" sz="1050" dirty="0"/>
          </a:p>
        </p:txBody>
      </p:sp>
      <p:sp>
        <p:nvSpPr>
          <p:cNvPr id="17" name="Text 15"/>
          <p:cNvSpPr txBox="1"/>
          <p:nvPr/>
        </p:nvSpPr>
        <p:spPr>
          <a:xfrm>
            <a:off x="2990088" y="2706624"/>
            <a:ext cx="2596896" cy="512064"/>
          </a:xfrm>
          <a:prstGeom prst="rect">
            <a:avLst/>
          </a:prstGeom>
          <a:noFill/>
          <a:ln/>
        </p:spPr>
        <p:txBody>
          <a:bodyPr wrap="square" lIns="0" tIns="0" rIns="0" bIns="0" rtlCol="0" anchor="ctr"/>
          <a:lstStyle/>
          <a:p>
            <a:pPr indent="0" marL="0">
              <a:lnSpc>
                <a:spcPct val="110000"/>
              </a:lnSpc>
              <a:buNone/>
            </a:pPr>
            <a:r>
              <a:rPr lang="en-US" sz="880" dirty="0">
                <a:solidFill>
                  <a:srgbClr val="1C2733"/>
                </a:solidFill>
                <a:latin typeface="Malgun Gothic" pitchFamily="34" charset="0"/>
                <a:ea typeface="Malgun Gothic" pitchFamily="34" charset="-122"/>
                <a:cs typeface="Malgun Gothic" pitchFamily="34" charset="-120"/>
              </a:rPr>
              <a:t>GUI 조작 과정을 Python 스크립트로 기록</a:t>
            </a:r>
            <a:endParaRPr lang="en-US" sz="880" dirty="0"/>
          </a:p>
        </p:txBody>
      </p:sp>
      <p:sp>
        <p:nvSpPr>
          <p:cNvPr id="18" name="Text 16"/>
          <p:cNvSpPr txBox="1"/>
          <p:nvPr/>
        </p:nvSpPr>
        <p:spPr>
          <a:xfrm>
            <a:off x="813816" y="3255264"/>
            <a:ext cx="4846320" cy="182880"/>
          </a:xfrm>
          <a:prstGeom prst="rect">
            <a:avLst/>
          </a:prstGeom>
          <a:noFill/>
          <a:ln/>
        </p:spPr>
        <p:txBody>
          <a:bodyPr wrap="square" lIns="0" tIns="0" rIns="0" bIns="0" rtlCol="0" anchor="ctr"/>
          <a:lstStyle/>
          <a:p>
            <a:pPr algn="ctr" indent="0" marL="0">
              <a:buNone/>
            </a:pPr>
            <a:r>
              <a:rPr lang="en-US" sz="700" dirty="0">
                <a:solidFill>
                  <a:srgbClr val="6B7A8F"/>
                </a:solidFill>
                <a:latin typeface="Malgun Gothic" pitchFamily="34" charset="0"/>
                <a:ea typeface="Malgun Gothic" pitchFamily="34" charset="-122"/>
                <a:cs typeface="Malgun Gothic" pitchFamily="34" charset="-120"/>
              </a:rPr>
              <a:t>▼</a:t>
            </a:r>
            <a:endParaRPr lang="en-US" sz="700" dirty="0"/>
          </a:p>
        </p:txBody>
      </p:sp>
      <p:sp>
        <p:nvSpPr>
          <p:cNvPr id="19" name="Shape 17"/>
          <p:cNvSpPr/>
          <p:nvPr/>
        </p:nvSpPr>
        <p:spPr>
          <a:xfrm>
            <a:off x="813816" y="3438144"/>
            <a:ext cx="4846320" cy="585216"/>
          </a:xfrm>
          <a:prstGeom prst="roundRect">
            <a:avLst>
              <a:gd name="adj" fmla="val 9375"/>
            </a:avLst>
          </a:prstGeom>
          <a:solidFill>
            <a:srgbClr val="16305B"/>
          </a:solidFill>
          <a:ln w="9525">
            <a:solidFill>
              <a:srgbClr val="16305B"/>
            </a:solidFill>
            <a:prstDash val="solid"/>
          </a:ln>
        </p:spPr>
      </p:sp>
      <p:sp>
        <p:nvSpPr>
          <p:cNvPr id="20" name="Text 18"/>
          <p:cNvSpPr txBox="1"/>
          <p:nvPr/>
        </p:nvSpPr>
        <p:spPr>
          <a:xfrm>
            <a:off x="923544" y="3438144"/>
            <a:ext cx="310896" cy="585216"/>
          </a:xfrm>
          <a:prstGeom prst="rect">
            <a:avLst/>
          </a:prstGeom>
          <a:noFill/>
          <a:ln/>
        </p:spPr>
        <p:txBody>
          <a:bodyPr wrap="square" lIns="0" tIns="0" rIns="0" bIns="0" rtlCol="0" anchor="ctr"/>
          <a:lstStyle/>
          <a:p>
            <a:pPr indent="0" marL="0">
              <a:buNone/>
            </a:pPr>
            <a:r>
              <a:rPr lang="en-US" sz="1600" b="1" dirty="0">
                <a:solidFill>
                  <a:srgbClr val="FFFFFF"/>
                </a:solidFill>
                <a:latin typeface="Malgun Gothic" pitchFamily="34" charset="0"/>
                <a:ea typeface="Malgun Gothic" pitchFamily="34" charset="-122"/>
                <a:cs typeface="Malgun Gothic" pitchFamily="34" charset="-120"/>
              </a:rPr>
              <a:t>3</a:t>
            </a:r>
            <a:endParaRPr lang="en-US" sz="1600" dirty="0"/>
          </a:p>
        </p:txBody>
      </p:sp>
      <p:sp>
        <p:nvSpPr>
          <p:cNvPr id="21" name="Text 19"/>
          <p:cNvSpPr txBox="1"/>
          <p:nvPr/>
        </p:nvSpPr>
        <p:spPr>
          <a:xfrm>
            <a:off x="1289304" y="3474720"/>
            <a:ext cx="1737360" cy="512064"/>
          </a:xfrm>
          <a:prstGeom prst="rect">
            <a:avLst/>
          </a:prstGeom>
          <a:noFill/>
          <a:ln/>
        </p:spPr>
        <p:txBody>
          <a:bodyPr wrap="square" lIns="0" tIns="0" rIns="0" bIns="0" rtlCol="0" anchor="ctr"/>
          <a:lstStyle/>
          <a:p>
            <a:pPr indent="0" marL="0">
              <a:buNone/>
            </a:pPr>
            <a:r>
              <a:rPr lang="en-US" sz="1050" b="1" dirty="0">
                <a:solidFill>
                  <a:srgbClr val="FFFFFF"/>
                </a:solidFill>
                <a:latin typeface="Malgun Gothic" pitchFamily="34" charset="0"/>
                <a:ea typeface="Malgun Gothic" pitchFamily="34" charset="-122"/>
                <a:cs typeface="Malgun Gothic" pitchFamily="34" charset="-120"/>
              </a:rPr>
              <a:t>AI 에이전트와 코드 정리</a:t>
            </a:r>
            <a:endParaRPr lang="en-US" sz="1050" dirty="0"/>
          </a:p>
        </p:txBody>
      </p:sp>
      <p:sp>
        <p:nvSpPr>
          <p:cNvPr id="22" name="Text 20"/>
          <p:cNvSpPr txBox="1"/>
          <p:nvPr/>
        </p:nvSpPr>
        <p:spPr>
          <a:xfrm>
            <a:off x="2990088" y="3474720"/>
            <a:ext cx="2596896" cy="512064"/>
          </a:xfrm>
          <a:prstGeom prst="rect">
            <a:avLst/>
          </a:prstGeom>
          <a:noFill/>
          <a:ln/>
        </p:spPr>
        <p:txBody>
          <a:bodyPr wrap="square" lIns="0" tIns="0" rIns="0" bIns="0" rtlCol="0" anchor="ctr"/>
          <a:lstStyle/>
          <a:p>
            <a:pPr indent="0" marL="0">
              <a:lnSpc>
                <a:spcPct val="110000"/>
              </a:lnSpc>
              <a:buNone/>
            </a:pPr>
            <a:r>
              <a:rPr lang="en-US" sz="880" dirty="0">
                <a:solidFill>
                  <a:srgbClr val="FFFFFF"/>
                </a:solidFill>
                <a:latin typeface="Malgun Gothic" pitchFamily="34" charset="0"/>
                <a:ea typeface="Malgun Gothic" pitchFamily="34" charset="-122"/>
                <a:cs typeface="Malgun Gothic" pitchFamily="34" charset="-120"/>
              </a:rPr>
              <a:t>기록된 고정값을 설계변수 기반으로 치환하고</a:t>
            </a:r>
            <a:endParaRPr lang="en-US" sz="880" dirty="0"/>
          </a:p>
          <a:p>
            <a:pPr indent="0" marL="0">
              <a:lnSpc>
                <a:spcPct val="110000"/>
              </a:lnSpc>
              <a:buNone/>
            </a:pPr>
            <a:r>
              <a:rPr lang="en-US" sz="880" dirty="0">
                <a:solidFill>
                  <a:srgbClr val="FFFFFF"/>
                </a:solidFill>
                <a:latin typeface="Malgun Gothic" pitchFamily="34" charset="0"/>
                <a:ea typeface="Malgun Gothic" pitchFamily="34" charset="-122"/>
                <a:cs typeface="Malgun Gothic" pitchFamily="34" charset="-120"/>
              </a:rPr>
              <a:t>재사용 가능한 모듈로 구조화</a:t>
            </a:r>
            <a:endParaRPr lang="en-US" sz="880" dirty="0"/>
          </a:p>
        </p:txBody>
      </p:sp>
      <p:sp>
        <p:nvSpPr>
          <p:cNvPr id="23" name="Text 21"/>
          <p:cNvSpPr txBox="1"/>
          <p:nvPr/>
        </p:nvSpPr>
        <p:spPr>
          <a:xfrm>
            <a:off x="813816" y="4023360"/>
            <a:ext cx="4846320" cy="182880"/>
          </a:xfrm>
          <a:prstGeom prst="rect">
            <a:avLst/>
          </a:prstGeom>
          <a:noFill/>
          <a:ln/>
        </p:spPr>
        <p:txBody>
          <a:bodyPr wrap="square" lIns="0" tIns="0" rIns="0" bIns="0" rtlCol="0" anchor="ctr"/>
          <a:lstStyle/>
          <a:p>
            <a:pPr algn="ctr" indent="0" marL="0">
              <a:buNone/>
            </a:pPr>
            <a:r>
              <a:rPr lang="en-US" sz="700" dirty="0">
                <a:solidFill>
                  <a:srgbClr val="6B7A8F"/>
                </a:solidFill>
                <a:latin typeface="Malgun Gothic" pitchFamily="34" charset="0"/>
                <a:ea typeface="Malgun Gothic" pitchFamily="34" charset="-122"/>
                <a:cs typeface="Malgun Gothic" pitchFamily="34" charset="-120"/>
              </a:rPr>
              <a:t>▼</a:t>
            </a:r>
            <a:endParaRPr lang="en-US" sz="700" dirty="0"/>
          </a:p>
        </p:txBody>
      </p:sp>
      <p:sp>
        <p:nvSpPr>
          <p:cNvPr id="24" name="Shape 22"/>
          <p:cNvSpPr/>
          <p:nvPr/>
        </p:nvSpPr>
        <p:spPr>
          <a:xfrm>
            <a:off x="813816" y="4206240"/>
            <a:ext cx="4846320" cy="585216"/>
          </a:xfrm>
          <a:prstGeom prst="roundRect">
            <a:avLst>
              <a:gd name="adj" fmla="val 9375"/>
            </a:avLst>
          </a:prstGeom>
          <a:solidFill>
            <a:srgbClr val="00A3C4"/>
          </a:solidFill>
          <a:ln w="9525">
            <a:solidFill>
              <a:srgbClr val="00A3C4"/>
            </a:solidFill>
            <a:prstDash val="solid"/>
          </a:ln>
        </p:spPr>
      </p:sp>
      <p:sp>
        <p:nvSpPr>
          <p:cNvPr id="25" name="Text 23"/>
          <p:cNvSpPr txBox="1"/>
          <p:nvPr/>
        </p:nvSpPr>
        <p:spPr>
          <a:xfrm>
            <a:off x="923544" y="4206240"/>
            <a:ext cx="310896" cy="585216"/>
          </a:xfrm>
          <a:prstGeom prst="rect">
            <a:avLst/>
          </a:prstGeom>
          <a:noFill/>
          <a:ln/>
        </p:spPr>
        <p:txBody>
          <a:bodyPr wrap="square" lIns="0" tIns="0" rIns="0" bIns="0" rtlCol="0" anchor="ctr"/>
          <a:lstStyle/>
          <a:p>
            <a:pPr indent="0" marL="0">
              <a:buNone/>
            </a:pPr>
            <a:r>
              <a:rPr lang="en-US" sz="1600" b="1" dirty="0">
                <a:solidFill>
                  <a:srgbClr val="FFFFFF"/>
                </a:solidFill>
                <a:latin typeface="Malgun Gothic" pitchFamily="34" charset="0"/>
                <a:ea typeface="Malgun Gothic" pitchFamily="34" charset="-122"/>
                <a:cs typeface="Malgun Gothic" pitchFamily="34" charset="-120"/>
              </a:rPr>
              <a:t>4</a:t>
            </a:r>
            <a:endParaRPr lang="en-US" sz="1600" dirty="0"/>
          </a:p>
        </p:txBody>
      </p:sp>
      <p:sp>
        <p:nvSpPr>
          <p:cNvPr id="26" name="Text 24"/>
          <p:cNvSpPr txBox="1"/>
          <p:nvPr/>
        </p:nvSpPr>
        <p:spPr>
          <a:xfrm>
            <a:off x="1289304" y="4242816"/>
            <a:ext cx="1737360" cy="512064"/>
          </a:xfrm>
          <a:prstGeom prst="rect">
            <a:avLst/>
          </a:prstGeom>
          <a:noFill/>
          <a:ln/>
        </p:spPr>
        <p:txBody>
          <a:bodyPr wrap="square" lIns="0" tIns="0" rIns="0" bIns="0" rtlCol="0" anchor="ctr"/>
          <a:lstStyle/>
          <a:p>
            <a:pPr indent="0" marL="0">
              <a:buNone/>
            </a:pPr>
            <a:r>
              <a:rPr lang="en-US" sz="1050" b="1" dirty="0">
                <a:solidFill>
                  <a:srgbClr val="FFFFFF"/>
                </a:solidFill>
                <a:latin typeface="Malgun Gothic" pitchFamily="34" charset="0"/>
                <a:ea typeface="Malgun Gothic" pitchFamily="34" charset="-122"/>
                <a:cs typeface="Malgun Gothic" pitchFamily="34" charset="-120"/>
              </a:rPr>
              <a:t>매 회차 자동 반복</a:t>
            </a:r>
            <a:endParaRPr lang="en-US" sz="1050" dirty="0"/>
          </a:p>
        </p:txBody>
      </p:sp>
      <p:sp>
        <p:nvSpPr>
          <p:cNvPr id="27" name="Text 25"/>
          <p:cNvSpPr txBox="1"/>
          <p:nvPr/>
        </p:nvSpPr>
        <p:spPr>
          <a:xfrm>
            <a:off x="2990088" y="4242816"/>
            <a:ext cx="2596896" cy="512064"/>
          </a:xfrm>
          <a:prstGeom prst="rect">
            <a:avLst/>
          </a:prstGeom>
          <a:noFill/>
          <a:ln/>
        </p:spPr>
        <p:txBody>
          <a:bodyPr wrap="square" lIns="0" tIns="0" rIns="0" bIns="0" rtlCol="0" anchor="ctr"/>
          <a:lstStyle/>
          <a:p>
            <a:pPr indent="0" marL="0">
              <a:lnSpc>
                <a:spcPct val="110000"/>
              </a:lnSpc>
              <a:buNone/>
            </a:pPr>
            <a:r>
              <a:rPr lang="en-US" sz="880" dirty="0">
                <a:solidFill>
                  <a:srgbClr val="FFFFFF"/>
                </a:solidFill>
                <a:latin typeface="Malgun Gothic" pitchFamily="34" charset="0"/>
                <a:ea typeface="Malgun Gothic" pitchFamily="34" charset="-122"/>
                <a:cs typeface="Malgun Gothic" pitchFamily="34" charset="-120"/>
              </a:rPr>
              <a:t>형상(STEP)만 바뀌면 동일 절차를 코드가 재현</a:t>
            </a:r>
            <a:endParaRPr lang="en-US" sz="880" dirty="0"/>
          </a:p>
        </p:txBody>
      </p:sp>
      <p:sp>
        <p:nvSpPr>
          <p:cNvPr id="28" name="Text 26"/>
          <p:cNvSpPr txBox="1"/>
          <p:nvPr/>
        </p:nvSpPr>
        <p:spPr>
          <a:xfrm>
            <a:off x="813816" y="5029200"/>
            <a:ext cx="4846320" cy="219456"/>
          </a:xfrm>
          <a:prstGeom prst="rect">
            <a:avLst/>
          </a:prstGeom>
          <a:noFill/>
          <a:ln/>
        </p:spPr>
        <p:txBody>
          <a:bodyPr wrap="square" lIns="0" tIns="0" rIns="0" bIns="0" rtlCol="0" anchor="ctr"/>
          <a:lstStyle/>
          <a:p>
            <a:pPr indent="0" marL="0">
              <a:buNone/>
            </a:pPr>
            <a:r>
              <a:rPr lang="en-US" sz="900" i="1" dirty="0">
                <a:solidFill>
                  <a:srgbClr val="6B7A8F"/>
                </a:solidFill>
                <a:latin typeface="Malgun Gothic" pitchFamily="34" charset="0"/>
                <a:ea typeface="Malgun Gothic" pitchFamily="34" charset="-122"/>
                <a:cs typeface="Malgun Gothic" pitchFamily="34" charset="-120"/>
              </a:rPr>
              <a:t>※ 단계별 GUI 설정은 부록 A-1 참고</a:t>
            </a:r>
            <a:endParaRPr lang="en-US" sz="900" dirty="0"/>
          </a:p>
        </p:txBody>
      </p:sp>
      <p:sp>
        <p:nvSpPr>
          <p:cNvPr id="29" name="Shape 27"/>
          <p:cNvSpPr/>
          <p:nvPr/>
        </p:nvSpPr>
        <p:spPr>
          <a:xfrm>
            <a:off x="6336792" y="1188720"/>
            <a:ext cx="5440680" cy="2176272"/>
          </a:xfrm>
          <a:prstGeom prst="roundRect">
            <a:avLst>
              <a:gd name="adj" fmla="val 2521"/>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30" name="Shape 28"/>
          <p:cNvSpPr/>
          <p:nvPr/>
        </p:nvSpPr>
        <p:spPr>
          <a:xfrm>
            <a:off x="6592824" y="1463040"/>
            <a:ext cx="82296" cy="182880"/>
          </a:xfrm>
          <a:prstGeom prst="rect">
            <a:avLst/>
          </a:prstGeom>
          <a:solidFill>
            <a:srgbClr val="00A3C4"/>
          </a:solidFill>
          <a:ln w="12700">
            <a:solidFill>
              <a:srgbClr val="00A3C4"/>
            </a:solidFill>
            <a:prstDash val="solid"/>
          </a:ln>
        </p:spPr>
      </p:sp>
      <p:sp>
        <p:nvSpPr>
          <p:cNvPr id="31" name="Text 29"/>
          <p:cNvSpPr txBox="1"/>
          <p:nvPr/>
        </p:nvSpPr>
        <p:spPr>
          <a:xfrm>
            <a:off x="6757416" y="1371600"/>
            <a:ext cx="4480560" cy="365760"/>
          </a:xfrm>
          <a:prstGeom prst="rect">
            <a:avLst/>
          </a:prstGeom>
          <a:noFill/>
          <a:ln/>
        </p:spPr>
        <p:txBody>
          <a:bodyPr wrap="square" lIns="0" tIns="0" rIns="0" bIns="0" rtlCol="0" anchor="ctr"/>
          <a:lstStyle/>
          <a:p>
            <a:pPr indent="0" marL="0">
              <a:buNone/>
            </a:pPr>
            <a:r>
              <a:rPr lang="en-US" sz="1300" b="1" dirty="0">
                <a:solidFill>
                  <a:srgbClr val="16305B"/>
                </a:solidFill>
                <a:latin typeface="Malgun Gothic" pitchFamily="34" charset="0"/>
                <a:ea typeface="Malgun Gothic" pitchFamily="34" charset="-122"/>
                <a:cs typeface="Malgun Gothic" pitchFamily="34" charset="-120"/>
              </a:rPr>
              <a:t>GUI 수동 설정 vs 코드 자동 구성</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647688" y="1828800"/>
          <a:ext cx="4846320" cy="914400"/>
        </p:xfrm>
        <a:graphic>
          <a:graphicData uri="http://schemas.openxmlformats.org/drawingml/2006/table">
            <a:tbl>
              <a:tblPr/>
              <a:tblGrid>
                <a:gridCol w="1143000"/>
                <a:gridCol w="1783080"/>
                <a:gridCol w="1920240"/>
              </a:tblGrid>
              <a:tr h="292608">
                <a:tc>
                  <a:txBody>
                    <a:bodyP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항목</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c>
                  <a:txBody>
                    <a:bodyP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GUI 수동</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c>
                  <a:txBody>
                    <a:bodyP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코드 자동</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r>
              <a:tr h="292608">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모델 구성</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7단계 매회 직접 설정</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스크립트 1회 실행</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292608">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형상 변경 시</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처음부터 재설정</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STEP 교체만으로 재구성</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292608">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측정면 배치</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유로마다 수작업</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핀 개수 따라 자동 계산</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292608">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설정 일관성</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작업자·회차별 편차</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전 회차 동일 조건</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bl>
          </a:graphicData>
        </a:graphic>
      </p:graphicFrame>
      <p:sp>
        <p:nvSpPr>
          <p:cNvPr id="33" name="Shape 30"/>
          <p:cNvSpPr/>
          <p:nvPr/>
        </p:nvSpPr>
        <p:spPr>
          <a:xfrm>
            <a:off x="6336792" y="3520440"/>
            <a:ext cx="5440680" cy="1828800"/>
          </a:xfrm>
          <a:prstGeom prst="roundRect">
            <a:avLst>
              <a:gd name="adj" fmla="val 3000"/>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34" name="Shape 31"/>
          <p:cNvSpPr/>
          <p:nvPr/>
        </p:nvSpPr>
        <p:spPr>
          <a:xfrm>
            <a:off x="6592824" y="3794760"/>
            <a:ext cx="82296" cy="182880"/>
          </a:xfrm>
          <a:prstGeom prst="rect">
            <a:avLst/>
          </a:prstGeom>
          <a:solidFill>
            <a:srgbClr val="00A3C4"/>
          </a:solidFill>
          <a:ln w="12700">
            <a:solidFill>
              <a:srgbClr val="00A3C4"/>
            </a:solidFill>
            <a:prstDash val="solid"/>
          </a:ln>
        </p:spPr>
      </p:sp>
      <p:sp>
        <p:nvSpPr>
          <p:cNvPr id="35" name="Text 32"/>
          <p:cNvSpPr txBox="1"/>
          <p:nvPr/>
        </p:nvSpPr>
        <p:spPr>
          <a:xfrm>
            <a:off x="6757416" y="3703320"/>
            <a:ext cx="4480560" cy="365760"/>
          </a:xfrm>
          <a:prstGeom prst="rect">
            <a:avLst/>
          </a:prstGeom>
          <a:noFill/>
          <a:ln/>
        </p:spPr>
        <p:txBody>
          <a:bodyPr wrap="square" lIns="0" tIns="0" rIns="0" bIns="0" rtlCol="0" anchor="ctr"/>
          <a:lstStyle/>
          <a:p>
            <a:pPr indent="0" marL="0">
              <a:buNone/>
            </a:pPr>
            <a:r>
              <a:rPr lang="en-US" sz="1300" b="1" dirty="0">
                <a:solidFill>
                  <a:srgbClr val="16305B"/>
                </a:solidFill>
                <a:latin typeface="Malgun Gothic" pitchFamily="34" charset="0"/>
                <a:ea typeface="Malgun Gothic" pitchFamily="34" charset="-122"/>
                <a:cs typeface="Malgun Gothic" pitchFamily="34" charset="-120"/>
              </a:rPr>
              <a:t>측정 항목 및 결과 출력</a:t>
            </a:r>
            <a:endParaRPr lang="en-US" sz="1300" dirty="0"/>
          </a:p>
        </p:txBody>
      </p:sp>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6647688" y="4123944"/>
          <a:ext cx="4846320" cy="914400"/>
        </p:xfrm>
        <a:graphic>
          <a:graphicData uri="http://schemas.openxmlformats.org/drawingml/2006/table">
            <a:tbl>
              <a:tblPr/>
              <a:tblGrid>
                <a:gridCol w="1737360"/>
                <a:gridCol w="1554480"/>
                <a:gridCol w="1554480"/>
              </a:tblGrid>
              <a:tr h="237744">
                <a:tc>
                  <a:txBody>
                    <a:bodyPr/>
                    <a:lstStyle/>
                    <a:p>
                      <a:pPr indent="0" marL="0">
                        <a:buNone/>
                      </a:pPr>
                      <a:r>
                        <a:rPr lang="en-US" sz="900" b="1" dirty="0">
                          <a:solidFill>
                            <a:srgbClr val="16305B"/>
                          </a:solidFill>
                          <a:latin typeface="Malgun Gothic" pitchFamily="34" charset="0"/>
                          <a:ea typeface="Malgun Gothic" pitchFamily="34" charset="-122"/>
                          <a:cs typeface="Malgun Gothic" pitchFamily="34" charset="-120"/>
                        </a:rPr>
                        <a:t>측정 대상</a:t>
                      </a:r>
                      <a:endParaRPr lang="en-US" sz="9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c>
                  <a:txBody>
                    <a:bodyPr/>
                    <a:lstStyle/>
                    <a:p>
                      <a:pPr indent="0" marL="0">
                        <a:buNone/>
                      </a:pPr>
                      <a:r>
                        <a:rPr lang="en-US" sz="900" b="1" dirty="0">
                          <a:solidFill>
                            <a:srgbClr val="16305B"/>
                          </a:solidFill>
                          <a:latin typeface="Malgun Gothic" pitchFamily="34" charset="0"/>
                          <a:ea typeface="Malgun Gothic" pitchFamily="34" charset="-122"/>
                          <a:cs typeface="Malgun Gothic" pitchFamily="34" charset="-120"/>
                        </a:rPr>
                        <a:t>항목</a:t>
                      </a:r>
                      <a:endParaRPr lang="en-US" sz="9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c>
                  <a:txBody>
                    <a:bodyPr/>
                    <a:lstStyle/>
                    <a:p>
                      <a:pPr indent="0" marL="0">
                        <a:buNone/>
                      </a:pPr>
                      <a:r>
                        <a:rPr lang="en-US" sz="900" b="1" dirty="0">
                          <a:solidFill>
                            <a:srgbClr val="16305B"/>
                          </a:solidFill>
                          <a:latin typeface="Malgun Gothic" pitchFamily="34" charset="0"/>
                          <a:ea typeface="Malgun Gothic" pitchFamily="34" charset="-122"/>
                          <a:cs typeface="Malgun Gothic" pitchFamily="34" charset="-120"/>
                        </a:rPr>
                        <a:t>개수</a:t>
                      </a:r>
                      <a:endParaRPr lang="en-US" sz="9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r>
              <a:tr h="237744">
                <a:tc>
                  <a:txBody>
                    <a:bodyPr/>
                    <a:lstStyle/>
                    <a:p>
                      <a:pPr indent="0" marL="0">
                        <a:buNone/>
                      </a:pPr>
                      <a:r>
                        <a:rPr lang="en-US" sz="900" dirty="0">
                          <a:solidFill>
                            <a:srgbClr val="1C2733"/>
                          </a:solidFill>
                          <a:latin typeface="Malgun Gothic" pitchFamily="34" charset="0"/>
                          <a:ea typeface="Malgun Gothic" pitchFamily="34" charset="-122"/>
                          <a:cs typeface="Malgun Gothic" pitchFamily="34" charset="-120"/>
                        </a:rPr>
                        <a:t>발열원</a:t>
                      </a:r>
                      <a:endParaRPr lang="en-US" sz="9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00" dirty="0">
                          <a:solidFill>
                            <a:srgbClr val="1C2733"/>
                          </a:solidFill>
                          <a:latin typeface="Malgun Gothic" pitchFamily="34" charset="0"/>
                          <a:ea typeface="Malgun Gothic" pitchFamily="34" charset="-122"/>
                          <a:cs typeface="Malgun Gothic" pitchFamily="34" charset="-120"/>
                        </a:rPr>
                        <a:t>최고 · 평균 온도</a:t>
                      </a:r>
                      <a:endParaRPr lang="en-US" sz="9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00" dirty="0">
                          <a:solidFill>
                            <a:srgbClr val="1C2733"/>
                          </a:solidFill>
                          <a:latin typeface="Malgun Gothic" pitchFamily="34" charset="0"/>
                          <a:ea typeface="Malgun Gothic" pitchFamily="34" charset="-122"/>
                          <a:cs typeface="Malgun Gothic" pitchFamily="34" charset="-120"/>
                        </a:rPr>
                        <a:t>17</a:t>
                      </a:r>
                      <a:endParaRPr lang="en-US" sz="9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237744">
                <a:tc>
                  <a:txBody>
                    <a:bodyPr/>
                    <a:lstStyle/>
                    <a:p>
                      <a:pPr indent="0" marL="0">
                        <a:buNone/>
                      </a:pPr>
                      <a:r>
                        <a:rPr lang="en-US" sz="900" dirty="0">
                          <a:solidFill>
                            <a:srgbClr val="1C2733"/>
                          </a:solidFill>
                          <a:latin typeface="Malgun Gothic" pitchFamily="34" charset="0"/>
                          <a:ea typeface="Malgun Gothic" pitchFamily="34" charset="-122"/>
                          <a:cs typeface="Malgun Gothic" pitchFamily="34" charset="-120"/>
                        </a:rPr>
                        <a:t>팬 통과면</a:t>
                      </a:r>
                      <a:endParaRPr lang="en-US" sz="9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00" dirty="0">
                          <a:solidFill>
                            <a:srgbClr val="1C2733"/>
                          </a:solidFill>
                          <a:latin typeface="Malgun Gothic" pitchFamily="34" charset="0"/>
                          <a:ea typeface="Malgun Gothic" pitchFamily="34" charset="-122"/>
                          <a:cs typeface="Malgun Gothic" pitchFamily="34" charset="-120"/>
                        </a:rPr>
                        <a:t>차압</a:t>
                      </a:r>
                      <a:endParaRPr lang="en-US" sz="9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00" dirty="0">
                          <a:solidFill>
                            <a:srgbClr val="1C2733"/>
                          </a:solidFill>
                          <a:latin typeface="Malgun Gothic" pitchFamily="34" charset="0"/>
                          <a:ea typeface="Malgun Gothic" pitchFamily="34" charset="-122"/>
                          <a:cs typeface="Malgun Gothic" pitchFamily="34" charset="-120"/>
                        </a:rPr>
                        <a:t>1</a:t>
                      </a:r>
                      <a:endParaRPr lang="en-US" sz="9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237744">
                <a:tc>
                  <a:txBody>
                    <a:bodyPr/>
                    <a:lstStyle/>
                    <a:p>
                      <a:pPr indent="0" marL="0">
                        <a:buNone/>
                      </a:pPr>
                      <a:r>
                        <a:rPr lang="en-US" sz="900" dirty="0">
                          <a:solidFill>
                            <a:srgbClr val="1C2733"/>
                          </a:solidFill>
                          <a:latin typeface="Malgun Gothic" pitchFamily="34" charset="0"/>
                          <a:ea typeface="Malgun Gothic" pitchFamily="34" charset="-122"/>
                          <a:cs typeface="Malgun Gothic" pitchFamily="34" charset="-120"/>
                        </a:rPr>
                        <a:t>1·2차 통과 유로</a:t>
                      </a:r>
                      <a:endParaRPr lang="en-US" sz="9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00" dirty="0">
                          <a:solidFill>
                            <a:srgbClr val="1C2733"/>
                          </a:solidFill>
                          <a:latin typeface="Malgun Gothic" pitchFamily="34" charset="0"/>
                          <a:ea typeface="Malgun Gothic" pitchFamily="34" charset="-122"/>
                          <a:cs typeface="Malgun Gothic" pitchFamily="34" charset="-120"/>
                        </a:rPr>
                        <a:t>유량</a:t>
                      </a:r>
                      <a:endParaRPr lang="en-US" sz="9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00" dirty="0">
                          <a:solidFill>
                            <a:srgbClr val="1C2733"/>
                          </a:solidFill>
                          <a:latin typeface="Malgun Gothic" pitchFamily="34" charset="0"/>
                          <a:ea typeface="Malgun Gothic" pitchFamily="34" charset="-122"/>
                          <a:cs typeface="Malgun Gothic" pitchFamily="34" charset="-120"/>
                        </a:rPr>
                        <a:t>각 핀 개수 + 1</a:t>
                      </a:r>
                      <a:endParaRPr lang="en-US" sz="9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237744">
                <a:tc>
                  <a:txBody>
                    <a:bodyPr/>
                    <a:lstStyle/>
                    <a:p>
                      <a:pPr indent="0" marL="0">
                        <a:buNone/>
                      </a:pPr>
                      <a:r>
                        <a:rPr lang="en-US" sz="900" dirty="0">
                          <a:solidFill>
                            <a:srgbClr val="1C2733"/>
                          </a:solidFill>
                          <a:latin typeface="Malgun Gothic" pitchFamily="34" charset="0"/>
                          <a:ea typeface="Malgun Gothic" pitchFamily="34" charset="-122"/>
                          <a:cs typeface="Malgun Gothic" pitchFamily="34" charset="-120"/>
                        </a:rPr>
                        <a:t>전원모듈 분기 입구</a:t>
                      </a:r>
                      <a:endParaRPr lang="en-US" sz="9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00" dirty="0">
                          <a:solidFill>
                            <a:srgbClr val="1C2733"/>
                          </a:solidFill>
                          <a:latin typeface="Malgun Gothic" pitchFamily="34" charset="0"/>
                          <a:ea typeface="Malgun Gothic" pitchFamily="34" charset="-122"/>
                          <a:cs typeface="Malgun Gothic" pitchFamily="34" charset="-120"/>
                        </a:rPr>
                        <a:t>유량</a:t>
                      </a:r>
                      <a:endParaRPr lang="en-US" sz="9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00" dirty="0">
                          <a:solidFill>
                            <a:srgbClr val="1C2733"/>
                          </a:solidFill>
                          <a:latin typeface="Malgun Gothic" pitchFamily="34" charset="0"/>
                          <a:ea typeface="Malgun Gothic" pitchFamily="34" charset="-122"/>
                          <a:cs typeface="Malgun Gothic" pitchFamily="34" charset="-120"/>
                        </a:rPr>
                        <a:t>1</a:t>
                      </a:r>
                      <a:endParaRPr lang="en-US" sz="9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bl>
          </a:graphicData>
        </a:graphic>
      </p:graphicFrame>
      <p:sp>
        <p:nvSpPr>
          <p:cNvPr id="37" name="Shape 33"/>
          <p:cNvSpPr/>
          <p:nvPr/>
        </p:nvSpPr>
        <p:spPr>
          <a:xfrm>
            <a:off x="502920" y="5541264"/>
            <a:ext cx="11183112" cy="841248"/>
          </a:xfrm>
          <a:prstGeom prst="roundRect">
            <a:avLst>
              <a:gd name="adj" fmla="val 6522"/>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38" name="Shape 34"/>
          <p:cNvSpPr/>
          <p:nvPr/>
        </p:nvSpPr>
        <p:spPr>
          <a:xfrm>
            <a:off x="832104" y="5724144"/>
            <a:ext cx="64008" cy="164592"/>
          </a:xfrm>
          <a:prstGeom prst="rect">
            <a:avLst/>
          </a:prstGeom>
          <a:solidFill>
            <a:srgbClr val="00A3C4"/>
          </a:solidFill>
          <a:ln w="12700">
            <a:solidFill>
              <a:srgbClr val="00A3C4"/>
            </a:solidFill>
            <a:prstDash val="solid"/>
          </a:ln>
        </p:spPr>
      </p:sp>
      <p:sp>
        <p:nvSpPr>
          <p:cNvPr id="39" name="Text 35"/>
          <p:cNvSpPr txBox="1"/>
          <p:nvPr/>
        </p:nvSpPr>
        <p:spPr>
          <a:xfrm>
            <a:off x="978408" y="5669280"/>
            <a:ext cx="3291840" cy="256032"/>
          </a:xfrm>
          <a:prstGeom prst="rect">
            <a:avLst/>
          </a:prstGeom>
          <a:noFill/>
          <a:ln/>
        </p:spPr>
        <p:txBody>
          <a:bodyPr wrap="square" lIns="0" tIns="0" rIns="0" bIns="0" rtlCol="0" anchor="ctr"/>
          <a:lstStyle/>
          <a:p>
            <a:pPr indent="0" marL="0">
              <a:buNone/>
            </a:pPr>
            <a:r>
              <a:rPr lang="en-US" sz="1050" b="1" dirty="0">
                <a:solidFill>
                  <a:srgbClr val="16305B"/>
                </a:solidFill>
                <a:latin typeface="Malgun Gothic" pitchFamily="34" charset="0"/>
                <a:ea typeface="Malgun Gothic" pitchFamily="34" charset="-122"/>
                <a:cs typeface="Malgun Gothic" pitchFamily="34" charset="-120"/>
              </a:rPr>
              <a:t>회차별 새 프로젝트</a:t>
            </a:r>
            <a:endParaRPr lang="en-US" sz="1050" dirty="0"/>
          </a:p>
        </p:txBody>
      </p:sp>
      <p:sp>
        <p:nvSpPr>
          <p:cNvPr id="40" name="Text 36"/>
          <p:cNvSpPr txBox="1"/>
          <p:nvPr/>
        </p:nvSpPr>
        <p:spPr>
          <a:xfrm>
            <a:off x="978408" y="5943600"/>
            <a:ext cx="3383280" cy="310896"/>
          </a:xfrm>
          <a:prstGeom prst="rect">
            <a:avLst/>
          </a:prstGeom>
          <a:noFill/>
          <a:ln/>
        </p:spPr>
        <p:txBody>
          <a:bodyPr wrap="square" lIns="0" tIns="0" rIns="0" bIns="0" rtlCol="0" anchor="ctr"/>
          <a:lstStyle/>
          <a:p>
            <a:pPr indent="0" marL="0">
              <a:buNone/>
            </a:pPr>
            <a:r>
              <a:rPr lang="en-US" sz="950" dirty="0">
                <a:solidFill>
                  <a:srgbClr val="6B7A8F"/>
                </a:solidFill>
                <a:latin typeface="Malgun Gothic" pitchFamily="34" charset="0"/>
                <a:ea typeface="Malgun Gothic" pitchFamily="34" charset="-122"/>
                <a:cs typeface="Malgun Gothic" pitchFamily="34" charset="-120"/>
              </a:rPr>
              <a:t>이전 회차 설정 간섭·잠금 파일로 인한 정지 방지</a:t>
            </a:r>
            <a:endParaRPr lang="en-US" sz="950" dirty="0"/>
          </a:p>
        </p:txBody>
      </p:sp>
      <p:sp>
        <p:nvSpPr>
          <p:cNvPr id="41" name="Shape 37"/>
          <p:cNvSpPr/>
          <p:nvPr/>
        </p:nvSpPr>
        <p:spPr>
          <a:xfrm>
            <a:off x="4489704" y="5724144"/>
            <a:ext cx="64008" cy="164592"/>
          </a:xfrm>
          <a:prstGeom prst="rect">
            <a:avLst/>
          </a:prstGeom>
          <a:solidFill>
            <a:srgbClr val="00A3C4"/>
          </a:solidFill>
          <a:ln w="12700">
            <a:solidFill>
              <a:srgbClr val="00A3C4"/>
            </a:solidFill>
            <a:prstDash val="solid"/>
          </a:ln>
        </p:spPr>
      </p:sp>
      <p:sp>
        <p:nvSpPr>
          <p:cNvPr id="42" name="Text 38"/>
          <p:cNvSpPr txBox="1"/>
          <p:nvPr/>
        </p:nvSpPr>
        <p:spPr>
          <a:xfrm>
            <a:off x="4636008" y="5669280"/>
            <a:ext cx="3291840" cy="256032"/>
          </a:xfrm>
          <a:prstGeom prst="rect">
            <a:avLst/>
          </a:prstGeom>
          <a:noFill/>
          <a:ln/>
        </p:spPr>
        <p:txBody>
          <a:bodyPr wrap="square" lIns="0" tIns="0" rIns="0" bIns="0" rtlCol="0" anchor="ctr"/>
          <a:lstStyle/>
          <a:p>
            <a:pPr indent="0" marL="0">
              <a:buNone/>
            </a:pPr>
            <a:r>
              <a:rPr lang="en-US" sz="1050" b="1" dirty="0">
                <a:solidFill>
                  <a:srgbClr val="16305B"/>
                </a:solidFill>
                <a:latin typeface="Malgun Gothic" pitchFamily="34" charset="0"/>
                <a:ea typeface="Malgun Gothic" pitchFamily="34" charset="-122"/>
                <a:cs typeface="Malgun Gothic" pitchFamily="34" charset="-120"/>
              </a:rPr>
              <a:t>경계면 자동 탐지</a:t>
            </a:r>
            <a:endParaRPr lang="en-US" sz="1050" dirty="0"/>
          </a:p>
        </p:txBody>
      </p:sp>
      <p:sp>
        <p:nvSpPr>
          <p:cNvPr id="43" name="Text 39"/>
          <p:cNvSpPr txBox="1"/>
          <p:nvPr/>
        </p:nvSpPr>
        <p:spPr>
          <a:xfrm>
            <a:off x="4636008" y="5943600"/>
            <a:ext cx="3383280" cy="310896"/>
          </a:xfrm>
          <a:prstGeom prst="rect">
            <a:avLst/>
          </a:prstGeom>
          <a:noFill/>
          <a:ln/>
        </p:spPr>
        <p:txBody>
          <a:bodyPr wrap="square" lIns="0" tIns="0" rIns="0" bIns="0" rtlCol="0" anchor="ctr"/>
          <a:lstStyle/>
          <a:p>
            <a:pPr indent="0" marL="0">
              <a:buNone/>
            </a:pPr>
            <a:r>
              <a:rPr lang="en-US" sz="950" dirty="0">
                <a:solidFill>
                  <a:srgbClr val="6B7A8F"/>
                </a:solidFill>
                <a:latin typeface="Malgun Gothic" pitchFamily="34" charset="0"/>
                <a:ea typeface="Malgun Gothic" pitchFamily="34" charset="-122"/>
                <a:cs typeface="Malgun Gothic" pitchFamily="34" charset="-120"/>
              </a:rPr>
              <a:t>형상이 바뀌어도 팬·개구부 면을 좌표로 식별</a:t>
            </a:r>
            <a:endParaRPr lang="en-US" sz="950" dirty="0"/>
          </a:p>
        </p:txBody>
      </p:sp>
      <p:sp>
        <p:nvSpPr>
          <p:cNvPr id="44" name="Shape 40"/>
          <p:cNvSpPr/>
          <p:nvPr/>
        </p:nvSpPr>
        <p:spPr>
          <a:xfrm>
            <a:off x="8147304" y="5724144"/>
            <a:ext cx="64008" cy="164592"/>
          </a:xfrm>
          <a:prstGeom prst="rect">
            <a:avLst/>
          </a:prstGeom>
          <a:solidFill>
            <a:srgbClr val="00A3C4"/>
          </a:solidFill>
          <a:ln w="12700">
            <a:solidFill>
              <a:srgbClr val="00A3C4"/>
            </a:solidFill>
            <a:prstDash val="solid"/>
          </a:ln>
        </p:spPr>
      </p:sp>
      <p:sp>
        <p:nvSpPr>
          <p:cNvPr id="45" name="Text 41"/>
          <p:cNvSpPr txBox="1"/>
          <p:nvPr/>
        </p:nvSpPr>
        <p:spPr>
          <a:xfrm>
            <a:off x="8293608" y="5669280"/>
            <a:ext cx="3291840" cy="256032"/>
          </a:xfrm>
          <a:prstGeom prst="rect">
            <a:avLst/>
          </a:prstGeom>
          <a:noFill/>
          <a:ln/>
        </p:spPr>
        <p:txBody>
          <a:bodyPr wrap="square" lIns="0" tIns="0" rIns="0" bIns="0" rtlCol="0" anchor="ctr"/>
          <a:lstStyle/>
          <a:p>
            <a:pPr indent="0" marL="0">
              <a:buNone/>
            </a:pPr>
            <a:r>
              <a:rPr lang="en-US" sz="1050" b="1" dirty="0">
                <a:solidFill>
                  <a:srgbClr val="16305B"/>
                </a:solidFill>
                <a:latin typeface="Malgun Gothic" pitchFamily="34" charset="0"/>
                <a:ea typeface="Malgun Gothic" pitchFamily="34" charset="-122"/>
                <a:cs typeface="Malgun Gothic" pitchFamily="34" charset="-120"/>
              </a:rPr>
              <a:t>측정면 동적 생성</a:t>
            </a:r>
            <a:endParaRPr lang="en-US" sz="1050" dirty="0"/>
          </a:p>
        </p:txBody>
      </p:sp>
      <p:sp>
        <p:nvSpPr>
          <p:cNvPr id="46" name="Text 42"/>
          <p:cNvSpPr txBox="1"/>
          <p:nvPr/>
        </p:nvSpPr>
        <p:spPr>
          <a:xfrm>
            <a:off x="8293608" y="5943600"/>
            <a:ext cx="3383280" cy="310896"/>
          </a:xfrm>
          <a:prstGeom prst="rect">
            <a:avLst/>
          </a:prstGeom>
          <a:noFill/>
          <a:ln/>
        </p:spPr>
        <p:txBody>
          <a:bodyPr wrap="square" lIns="0" tIns="0" rIns="0" bIns="0" rtlCol="0" anchor="ctr"/>
          <a:lstStyle/>
          <a:p>
            <a:pPr indent="0" marL="0">
              <a:buNone/>
            </a:pPr>
            <a:r>
              <a:rPr lang="en-US" sz="950" dirty="0">
                <a:solidFill>
                  <a:srgbClr val="6B7A8F"/>
                </a:solidFill>
                <a:latin typeface="Malgun Gothic" pitchFamily="34" charset="0"/>
                <a:ea typeface="Malgun Gothic" pitchFamily="34" charset="-122"/>
                <a:cs typeface="Malgun Gothic" pitchFamily="34" charset="-120"/>
              </a:rPr>
              <a:t>핀 개수 변화에 맞춰 유로 전체 측정면 자동 배치</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5F8"/>
        </a:solidFill>
      </p:bgPr>
    </p:bg>
    <p:spTree>
      <p:nvGrpSpPr>
        <p:cNvPr id="1" name=""/>
        <p:cNvGrpSpPr/>
        <p:nvPr/>
      </p:nvGrpSpPr>
      <p:grpSpPr>
        <a:xfrm>
          <a:off x="0" y="0"/>
          <a:ext cx="0" cy="0"/>
          <a:chOff x="0" y="0"/>
          <a:chExt cx="0" cy="0"/>
        </a:xfrm>
      </p:grpSpPr>
      <p:sp>
        <p:nvSpPr>
          <p:cNvPr id="2" name="Shape 0"/>
          <p:cNvSpPr/>
          <p:nvPr/>
        </p:nvSpPr>
        <p:spPr>
          <a:xfrm>
            <a:off x="502920" y="384048"/>
            <a:ext cx="475488" cy="475488"/>
          </a:xfrm>
          <a:prstGeom prst="rect">
            <a:avLst/>
          </a:prstGeom>
          <a:solidFill>
            <a:srgbClr val="16305B"/>
          </a:solidFill>
          <a:ln w="12700">
            <a:solidFill>
              <a:srgbClr val="16305B"/>
            </a:solidFill>
            <a:prstDash val="solid"/>
          </a:ln>
        </p:spPr>
      </p:sp>
      <p:sp>
        <p:nvSpPr>
          <p:cNvPr id="3" name="Text 1"/>
          <p:cNvSpPr txBox="1"/>
          <p:nvPr/>
        </p:nvSpPr>
        <p:spPr>
          <a:xfrm>
            <a:off x="502920" y="38404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03</a:t>
            </a:r>
            <a:endParaRPr lang="en-US" sz="1600" dirty="0"/>
          </a:p>
        </p:txBody>
      </p:sp>
      <p:sp>
        <p:nvSpPr>
          <p:cNvPr id="4" name="Text 2"/>
          <p:cNvSpPr txBox="1"/>
          <p:nvPr/>
        </p:nvSpPr>
        <p:spPr>
          <a:xfrm>
            <a:off x="1124712" y="365760"/>
            <a:ext cx="7315200" cy="237744"/>
          </a:xfrm>
          <a:prstGeom prst="rect">
            <a:avLst/>
          </a:prstGeom>
          <a:noFill/>
          <a:ln/>
        </p:spPr>
        <p:txBody>
          <a:bodyPr wrap="square" lIns="0" tIns="0" rIns="0" bIns="0" rtlCol="0" anchor="ctr"/>
          <a:lstStyle/>
          <a:p>
            <a:pPr indent="0" marL="0">
              <a:buNone/>
            </a:pPr>
            <a:r>
              <a:rPr lang="en-US" sz="1050" b="1" spc="100" kern="0" dirty="0">
                <a:solidFill>
                  <a:srgbClr val="00A3C4"/>
                </a:solidFill>
                <a:latin typeface="Malgun Gothic" pitchFamily="34" charset="0"/>
                <a:ea typeface="Malgun Gothic" pitchFamily="34" charset="-122"/>
                <a:cs typeface="Malgun Gothic" pitchFamily="34" charset="-120"/>
              </a:rPr>
              <a:t>실험계획법 기반 자동해석 및 데이터 확보</a:t>
            </a:r>
            <a:endParaRPr lang="en-US" sz="1050" dirty="0"/>
          </a:p>
        </p:txBody>
      </p:sp>
      <p:sp>
        <p:nvSpPr>
          <p:cNvPr id="5" name="Text 3"/>
          <p:cNvSpPr txBox="1"/>
          <p:nvPr/>
        </p:nvSpPr>
        <p:spPr>
          <a:xfrm>
            <a:off x="1124712" y="548640"/>
            <a:ext cx="10607040" cy="384048"/>
          </a:xfrm>
          <a:prstGeom prst="rect">
            <a:avLst/>
          </a:prstGeom>
          <a:noFill/>
          <a:ln/>
        </p:spPr>
        <p:txBody>
          <a:bodyPr wrap="square" lIns="0" tIns="0" rIns="0" bIns="0" rtlCol="0" anchor="ctr"/>
          <a:lstStyle/>
          <a:p>
            <a:pPr indent="0" marL="0">
              <a:buNone/>
            </a:pPr>
            <a:r>
              <a:rPr lang="en-US" sz="2200" b="1" dirty="0">
                <a:solidFill>
                  <a:srgbClr val="16305B"/>
                </a:solidFill>
                <a:latin typeface="Malgun Gothic" pitchFamily="34" charset="0"/>
                <a:ea typeface="Malgun Gothic" pitchFamily="34" charset="-122"/>
                <a:cs typeface="Malgun Gothic" pitchFamily="34" charset="-120"/>
              </a:rPr>
              <a:t>선별 실험 설계  —  DSD (확정적 선별 설계)</a:t>
            </a:r>
            <a:endParaRPr lang="en-US" sz="2200" dirty="0"/>
          </a:p>
        </p:txBody>
      </p:sp>
      <p:sp>
        <p:nvSpPr>
          <p:cNvPr id="6" name="Shape 4"/>
          <p:cNvSpPr/>
          <p:nvPr/>
        </p:nvSpPr>
        <p:spPr>
          <a:xfrm>
            <a:off x="502920" y="1188720"/>
            <a:ext cx="5440680" cy="5074920"/>
          </a:xfrm>
          <a:prstGeom prst="roundRect">
            <a:avLst>
              <a:gd name="adj" fmla="val 1081"/>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7" name="Shape 5"/>
          <p:cNvSpPr/>
          <p:nvPr/>
        </p:nvSpPr>
        <p:spPr>
          <a:xfrm>
            <a:off x="758952" y="1463040"/>
            <a:ext cx="82296" cy="182880"/>
          </a:xfrm>
          <a:prstGeom prst="rect">
            <a:avLst/>
          </a:prstGeom>
          <a:solidFill>
            <a:srgbClr val="00A3C4"/>
          </a:solidFill>
          <a:ln w="12700">
            <a:solidFill>
              <a:srgbClr val="00A3C4"/>
            </a:solidFill>
            <a:prstDash val="solid"/>
          </a:ln>
        </p:spPr>
      </p:sp>
      <p:sp>
        <p:nvSpPr>
          <p:cNvPr id="8" name="Text 6"/>
          <p:cNvSpPr txBox="1"/>
          <p:nvPr/>
        </p:nvSpPr>
        <p:spPr>
          <a:xfrm>
            <a:off x="923544" y="1371600"/>
            <a:ext cx="4480560" cy="365760"/>
          </a:xfrm>
          <a:prstGeom prst="rect">
            <a:avLst/>
          </a:prstGeom>
          <a:noFill/>
          <a:ln/>
        </p:spPr>
        <p:txBody>
          <a:bodyPr wrap="square" lIns="0" tIns="0" rIns="0" bIns="0" rtlCol="0" anchor="ctr"/>
          <a:lstStyle/>
          <a:p>
            <a:pPr indent="0" marL="0">
              <a:buNone/>
            </a:pPr>
            <a:r>
              <a:rPr lang="en-US" sz="1300" b="1" dirty="0">
                <a:solidFill>
                  <a:srgbClr val="16305B"/>
                </a:solidFill>
                <a:latin typeface="Malgun Gothic" pitchFamily="34" charset="0"/>
                <a:ea typeface="Malgun Gothic" pitchFamily="34" charset="-122"/>
                <a:cs typeface="Malgun Gothic" pitchFamily="34" charset="-120"/>
              </a:rPr>
              <a:t>왜 선별부터 · 어떻게</a:t>
            </a:r>
            <a:endParaRPr lang="en-US" sz="1300" dirty="0"/>
          </a:p>
        </p:txBody>
      </p:sp>
      <p:sp>
        <p:nvSpPr>
          <p:cNvPr id="9" name="Shape 7"/>
          <p:cNvSpPr/>
          <p:nvPr/>
        </p:nvSpPr>
        <p:spPr>
          <a:xfrm>
            <a:off x="813816" y="1801368"/>
            <a:ext cx="685800" cy="274320"/>
          </a:xfrm>
          <a:prstGeom prst="roundRect">
            <a:avLst>
              <a:gd name="adj" fmla="val 23333"/>
            </a:avLst>
          </a:prstGeom>
          <a:solidFill>
            <a:srgbClr val="16305B"/>
          </a:solidFill>
          <a:ln w="9525">
            <a:solidFill>
              <a:srgbClr val="16305B"/>
            </a:solidFill>
            <a:prstDash val="solid"/>
          </a:ln>
        </p:spPr>
      </p:sp>
      <p:sp>
        <p:nvSpPr>
          <p:cNvPr id="10" name="Text 8"/>
          <p:cNvSpPr txBox="1"/>
          <p:nvPr/>
        </p:nvSpPr>
        <p:spPr>
          <a:xfrm>
            <a:off x="813816" y="1801368"/>
            <a:ext cx="685800" cy="274320"/>
          </a:xfrm>
          <a:prstGeom prst="rect">
            <a:avLst/>
          </a:prstGeom>
          <a:noFill/>
          <a:ln/>
        </p:spPr>
        <p:txBody>
          <a:bodyPr wrap="square" lIns="0" tIns="0" rIns="0" bIns="0" rtlCol="0" anchor="ctr"/>
          <a:lstStyle/>
          <a:p>
            <a:pPr algn="ctr" indent="0" marL="0">
              <a:lnSpc>
                <a:spcPct val="105000"/>
              </a:lnSpc>
              <a:buNone/>
            </a:pPr>
            <a:r>
              <a:rPr lang="en-US" sz="900" b="1" dirty="0">
                <a:solidFill>
                  <a:srgbClr val="FFFFFF"/>
                </a:solidFill>
                <a:latin typeface="Malgun Gothic" pitchFamily="34" charset="0"/>
                <a:ea typeface="Malgun Gothic" pitchFamily="34" charset="-122"/>
                <a:cs typeface="Malgun Gothic" pitchFamily="34" charset="-120"/>
              </a:rPr>
              <a:t>왜</a:t>
            </a:r>
            <a:endParaRPr lang="en-US" sz="900" dirty="0"/>
          </a:p>
        </p:txBody>
      </p:sp>
      <p:sp>
        <p:nvSpPr>
          <p:cNvPr id="11" name="Text 9"/>
          <p:cNvSpPr txBox="1"/>
          <p:nvPr/>
        </p:nvSpPr>
        <p:spPr>
          <a:xfrm>
            <a:off x="1618488" y="1773936"/>
            <a:ext cx="4041648" cy="329184"/>
          </a:xfrm>
          <a:prstGeom prst="rect">
            <a:avLst/>
          </a:prstGeom>
          <a:noFill/>
          <a:ln/>
        </p:spPr>
        <p:txBody>
          <a:bodyPr wrap="square" lIns="0" tIns="0" rIns="0" bIns="0" rtlCol="0" anchor="ctr"/>
          <a:lstStyle/>
          <a:p>
            <a:pPr indent="0" marL="0">
              <a:buNone/>
            </a:pPr>
            <a:r>
              <a:rPr lang="en-US" sz="900" dirty="0">
                <a:solidFill>
                  <a:srgbClr val="1C2733"/>
                </a:solidFill>
                <a:latin typeface="Malgun Gothic" pitchFamily="34" charset="0"/>
                <a:ea typeface="Malgun Gothic" pitchFamily="34" charset="-122"/>
                <a:cs typeface="Malgun Gothic" pitchFamily="34" charset="-120"/>
              </a:rPr>
              <a:t>11개 모두 학습하면 해석 수 급증 → 영향 없는 변수를 먼저 고정</a:t>
            </a:r>
            <a:endParaRPr lang="en-US" sz="900" dirty="0"/>
          </a:p>
        </p:txBody>
      </p:sp>
      <p:sp>
        <p:nvSpPr>
          <p:cNvPr id="12" name="Shape 10"/>
          <p:cNvSpPr/>
          <p:nvPr/>
        </p:nvSpPr>
        <p:spPr>
          <a:xfrm>
            <a:off x="813816" y="2167128"/>
            <a:ext cx="685800" cy="274320"/>
          </a:xfrm>
          <a:prstGeom prst="roundRect">
            <a:avLst>
              <a:gd name="adj" fmla="val 23333"/>
            </a:avLst>
          </a:prstGeom>
          <a:solidFill>
            <a:srgbClr val="00A3C4"/>
          </a:solidFill>
          <a:ln w="9525">
            <a:solidFill>
              <a:srgbClr val="00A3C4"/>
            </a:solidFill>
            <a:prstDash val="solid"/>
          </a:ln>
        </p:spPr>
      </p:sp>
      <p:sp>
        <p:nvSpPr>
          <p:cNvPr id="13" name="Text 11"/>
          <p:cNvSpPr txBox="1"/>
          <p:nvPr/>
        </p:nvSpPr>
        <p:spPr>
          <a:xfrm>
            <a:off x="813816" y="2167128"/>
            <a:ext cx="685800" cy="274320"/>
          </a:xfrm>
          <a:prstGeom prst="rect">
            <a:avLst/>
          </a:prstGeom>
          <a:noFill/>
          <a:ln/>
        </p:spPr>
        <p:txBody>
          <a:bodyPr wrap="square" lIns="0" tIns="0" rIns="0" bIns="0" rtlCol="0" anchor="ctr"/>
          <a:lstStyle/>
          <a:p>
            <a:pPr algn="ctr" indent="0" marL="0">
              <a:lnSpc>
                <a:spcPct val="105000"/>
              </a:lnSpc>
              <a:buNone/>
            </a:pPr>
            <a:r>
              <a:rPr lang="en-US" sz="900" b="1" dirty="0">
                <a:solidFill>
                  <a:srgbClr val="FFFFFF"/>
                </a:solidFill>
                <a:latin typeface="Malgun Gothic" pitchFamily="34" charset="0"/>
                <a:ea typeface="Malgun Gothic" pitchFamily="34" charset="-122"/>
                <a:cs typeface="Malgun Gothic" pitchFamily="34" charset="-120"/>
              </a:rPr>
              <a:t>어떻게</a:t>
            </a:r>
            <a:endParaRPr lang="en-US" sz="900" dirty="0"/>
          </a:p>
        </p:txBody>
      </p:sp>
      <p:sp>
        <p:nvSpPr>
          <p:cNvPr id="14" name="Text 12"/>
          <p:cNvSpPr txBox="1"/>
          <p:nvPr/>
        </p:nvSpPr>
        <p:spPr>
          <a:xfrm>
            <a:off x="1618488" y="2139696"/>
            <a:ext cx="4041648" cy="329184"/>
          </a:xfrm>
          <a:prstGeom prst="rect">
            <a:avLst/>
          </a:prstGeom>
          <a:noFill/>
          <a:ln/>
        </p:spPr>
        <p:txBody>
          <a:bodyPr wrap="square" lIns="0" tIns="0" rIns="0" bIns="0" rtlCol="0" anchor="ctr"/>
          <a:lstStyle/>
          <a:p>
            <a:pPr indent="0" marL="0">
              <a:buNone/>
            </a:pPr>
            <a:r>
              <a:rPr lang="en-US" sz="900" dirty="0">
                <a:solidFill>
                  <a:srgbClr val="1C2733"/>
                </a:solidFill>
                <a:latin typeface="Malgun Gothic" pitchFamily="34" charset="0"/>
                <a:ea typeface="Malgun Gothic" pitchFamily="34" charset="-122"/>
                <a:cs typeface="Malgun Gothic" pitchFamily="34" charset="-120"/>
              </a:rPr>
              <a:t>DSD (Jones &amp; Nachtsheim, 2011) — 3수준 표준 선별 실험표, 29회 해석</a:t>
            </a:r>
            <a:endParaRPr lang="en-US" sz="900" dirty="0"/>
          </a:p>
        </p:txBody>
      </p:sp>
      <p:sp>
        <p:nvSpPr>
          <p:cNvPr id="15" name="Text 13"/>
          <p:cNvSpPr txBox="1"/>
          <p:nvPr/>
        </p:nvSpPr>
        <p:spPr>
          <a:xfrm>
            <a:off x="1965960" y="2560320"/>
            <a:ext cx="2715768" cy="201168"/>
          </a:xfrm>
          <a:prstGeom prst="rect">
            <a:avLst/>
          </a:prstGeom>
          <a:noFill/>
          <a:ln/>
        </p:spPr>
        <p:txBody>
          <a:bodyPr wrap="square" lIns="0" tIns="0" rIns="0" bIns="0" rtlCol="0" anchor="ctr"/>
          <a:lstStyle/>
          <a:p>
            <a:pPr algn="ctr" indent="0" marL="0">
              <a:buNone/>
            </a:pPr>
            <a:r>
              <a:rPr lang="en-US" sz="850" b="1" dirty="0">
                <a:solidFill>
                  <a:srgbClr val="16305B"/>
                </a:solidFill>
                <a:latin typeface="Malgun Gothic" pitchFamily="34" charset="0"/>
                <a:ea typeface="Malgun Gothic" pitchFamily="34" charset="-122"/>
                <a:cs typeface="Malgun Gothic" pitchFamily="34" charset="-120"/>
              </a:rPr>
              <a:t>실제 변수 11개</a:t>
            </a:r>
            <a:endParaRPr lang="en-US" sz="850" dirty="0"/>
          </a:p>
        </p:txBody>
      </p:sp>
      <p:sp>
        <p:nvSpPr>
          <p:cNvPr id="16" name="Text 14"/>
          <p:cNvSpPr txBox="1"/>
          <p:nvPr/>
        </p:nvSpPr>
        <p:spPr>
          <a:xfrm>
            <a:off x="4681728" y="2560320"/>
            <a:ext cx="1014984" cy="201168"/>
          </a:xfrm>
          <a:prstGeom prst="rect">
            <a:avLst/>
          </a:prstGeom>
          <a:noFill/>
          <a:ln/>
        </p:spPr>
        <p:txBody>
          <a:bodyPr wrap="square" lIns="0" tIns="0" rIns="0" bIns="0" rtlCol="0" anchor="ctr"/>
          <a:lstStyle/>
          <a:p>
            <a:pPr algn="ctr" indent="0" marL="0">
              <a:buNone/>
            </a:pPr>
            <a:r>
              <a:rPr lang="en-US" sz="850" b="1" dirty="0">
                <a:solidFill>
                  <a:srgbClr val="0088A6"/>
                </a:solidFill>
                <a:latin typeface="Malgun Gothic" pitchFamily="34" charset="0"/>
                <a:ea typeface="Malgun Gothic" pitchFamily="34" charset="-122"/>
                <a:cs typeface="Malgun Gothic" pitchFamily="34" charset="-120"/>
              </a:rPr>
              <a:t>가짜 인자 3개</a:t>
            </a:r>
            <a:endParaRPr lang="en-US" sz="850" dirty="0"/>
          </a:p>
        </p:txBody>
      </p:sp>
      <p:sp>
        <p:nvSpPr>
          <p:cNvPr id="17" name="Shape 15"/>
          <p:cNvSpPr/>
          <p:nvPr/>
        </p:nvSpPr>
        <p:spPr>
          <a:xfrm>
            <a:off x="1965960" y="2798064"/>
            <a:ext cx="2688336" cy="0"/>
          </a:xfrm>
          <a:prstGeom prst="line">
            <a:avLst/>
          </a:prstGeom>
          <a:noFill/>
          <a:ln w="12700">
            <a:solidFill>
              <a:srgbClr val="16305B"/>
            </a:solidFill>
            <a:prstDash val="solid"/>
          </a:ln>
        </p:spPr>
      </p:sp>
      <p:sp>
        <p:nvSpPr>
          <p:cNvPr id="18" name="Shape 16"/>
          <p:cNvSpPr/>
          <p:nvPr/>
        </p:nvSpPr>
        <p:spPr>
          <a:xfrm>
            <a:off x="4709160" y="2798064"/>
            <a:ext cx="713232" cy="0"/>
          </a:xfrm>
          <a:prstGeom prst="line">
            <a:avLst/>
          </a:prstGeom>
          <a:noFill/>
          <a:ln w="12700">
            <a:solidFill>
              <a:srgbClr val="00A3C4"/>
            </a:solidFill>
            <a:prstDash val="solid"/>
          </a:ln>
        </p:spPr>
      </p:sp>
      <p:sp>
        <p:nvSpPr>
          <p:cNvPr id="19" name="Shape 17"/>
          <p:cNvSpPr/>
          <p:nvPr/>
        </p:nvSpPr>
        <p:spPr>
          <a:xfrm>
            <a:off x="1965960" y="2944368"/>
            <a:ext cx="224028" cy="51206"/>
          </a:xfrm>
          <a:prstGeom prst="rect">
            <a:avLst/>
          </a:prstGeom>
          <a:solidFill>
            <a:srgbClr val="8FB0D4"/>
          </a:solidFill>
          <a:ln w="12700">
            <a:solidFill>
              <a:srgbClr val="8FB0D4"/>
            </a:solidFill>
            <a:prstDash val="solid"/>
          </a:ln>
        </p:spPr>
      </p:sp>
      <p:sp>
        <p:nvSpPr>
          <p:cNvPr id="20" name="Shape 18"/>
          <p:cNvSpPr/>
          <p:nvPr/>
        </p:nvSpPr>
        <p:spPr>
          <a:xfrm>
            <a:off x="2212848" y="2944368"/>
            <a:ext cx="224028" cy="51206"/>
          </a:xfrm>
          <a:prstGeom prst="rect">
            <a:avLst/>
          </a:prstGeom>
          <a:solidFill>
            <a:srgbClr val="16305B"/>
          </a:solidFill>
          <a:ln w="12700">
            <a:solidFill>
              <a:srgbClr val="16305B"/>
            </a:solidFill>
            <a:prstDash val="solid"/>
          </a:ln>
        </p:spPr>
      </p:sp>
      <p:sp>
        <p:nvSpPr>
          <p:cNvPr id="21" name="Shape 19"/>
          <p:cNvSpPr/>
          <p:nvPr/>
        </p:nvSpPr>
        <p:spPr>
          <a:xfrm>
            <a:off x="2459736" y="2944368"/>
            <a:ext cx="224028" cy="51206"/>
          </a:xfrm>
          <a:prstGeom prst="rect">
            <a:avLst/>
          </a:prstGeom>
          <a:solidFill>
            <a:srgbClr val="16305B"/>
          </a:solidFill>
          <a:ln w="12700">
            <a:solidFill>
              <a:srgbClr val="16305B"/>
            </a:solidFill>
            <a:prstDash val="solid"/>
          </a:ln>
        </p:spPr>
      </p:sp>
      <p:sp>
        <p:nvSpPr>
          <p:cNvPr id="22" name="Shape 20"/>
          <p:cNvSpPr/>
          <p:nvPr/>
        </p:nvSpPr>
        <p:spPr>
          <a:xfrm>
            <a:off x="2706624" y="2944368"/>
            <a:ext cx="224028" cy="51206"/>
          </a:xfrm>
          <a:prstGeom prst="rect">
            <a:avLst/>
          </a:prstGeom>
          <a:solidFill>
            <a:srgbClr val="16305B"/>
          </a:solidFill>
          <a:ln w="12700">
            <a:solidFill>
              <a:srgbClr val="16305B"/>
            </a:solidFill>
            <a:prstDash val="solid"/>
          </a:ln>
        </p:spPr>
      </p:sp>
      <p:sp>
        <p:nvSpPr>
          <p:cNvPr id="23" name="Shape 21"/>
          <p:cNvSpPr/>
          <p:nvPr/>
        </p:nvSpPr>
        <p:spPr>
          <a:xfrm>
            <a:off x="2953512" y="2944368"/>
            <a:ext cx="224028" cy="51206"/>
          </a:xfrm>
          <a:prstGeom prst="rect">
            <a:avLst/>
          </a:prstGeom>
          <a:solidFill>
            <a:srgbClr val="16305B"/>
          </a:solidFill>
          <a:ln w="12700">
            <a:solidFill>
              <a:srgbClr val="16305B"/>
            </a:solidFill>
            <a:prstDash val="solid"/>
          </a:ln>
        </p:spPr>
      </p:sp>
      <p:sp>
        <p:nvSpPr>
          <p:cNvPr id="24" name="Shape 22"/>
          <p:cNvSpPr/>
          <p:nvPr/>
        </p:nvSpPr>
        <p:spPr>
          <a:xfrm>
            <a:off x="3200400" y="2944368"/>
            <a:ext cx="224028" cy="51206"/>
          </a:xfrm>
          <a:prstGeom prst="rect">
            <a:avLst/>
          </a:prstGeom>
          <a:solidFill>
            <a:srgbClr val="16305B"/>
          </a:solidFill>
          <a:ln w="12700">
            <a:solidFill>
              <a:srgbClr val="16305B"/>
            </a:solidFill>
            <a:prstDash val="solid"/>
          </a:ln>
        </p:spPr>
      </p:sp>
      <p:sp>
        <p:nvSpPr>
          <p:cNvPr id="25" name="Shape 23"/>
          <p:cNvSpPr/>
          <p:nvPr/>
        </p:nvSpPr>
        <p:spPr>
          <a:xfrm>
            <a:off x="3447288" y="2944368"/>
            <a:ext cx="224028" cy="51206"/>
          </a:xfrm>
          <a:prstGeom prst="rect">
            <a:avLst/>
          </a:prstGeom>
          <a:solidFill>
            <a:srgbClr val="16305B"/>
          </a:solidFill>
          <a:ln w="12700">
            <a:solidFill>
              <a:srgbClr val="16305B"/>
            </a:solidFill>
            <a:prstDash val="solid"/>
          </a:ln>
        </p:spPr>
      </p:sp>
      <p:sp>
        <p:nvSpPr>
          <p:cNvPr id="26" name="Shape 24"/>
          <p:cNvSpPr/>
          <p:nvPr/>
        </p:nvSpPr>
        <p:spPr>
          <a:xfrm>
            <a:off x="3694176" y="2944368"/>
            <a:ext cx="224028" cy="51206"/>
          </a:xfrm>
          <a:prstGeom prst="rect">
            <a:avLst/>
          </a:prstGeom>
          <a:solidFill>
            <a:srgbClr val="16305B"/>
          </a:solidFill>
          <a:ln w="12700">
            <a:solidFill>
              <a:srgbClr val="16305B"/>
            </a:solidFill>
            <a:prstDash val="solid"/>
          </a:ln>
        </p:spPr>
      </p:sp>
      <p:sp>
        <p:nvSpPr>
          <p:cNvPr id="27" name="Shape 25"/>
          <p:cNvSpPr/>
          <p:nvPr/>
        </p:nvSpPr>
        <p:spPr>
          <a:xfrm>
            <a:off x="3941064" y="2944368"/>
            <a:ext cx="224028" cy="51206"/>
          </a:xfrm>
          <a:prstGeom prst="rect">
            <a:avLst/>
          </a:prstGeom>
          <a:solidFill>
            <a:srgbClr val="16305B"/>
          </a:solidFill>
          <a:ln w="12700">
            <a:solidFill>
              <a:srgbClr val="16305B"/>
            </a:solidFill>
            <a:prstDash val="solid"/>
          </a:ln>
        </p:spPr>
      </p:sp>
      <p:sp>
        <p:nvSpPr>
          <p:cNvPr id="28" name="Shape 26"/>
          <p:cNvSpPr/>
          <p:nvPr/>
        </p:nvSpPr>
        <p:spPr>
          <a:xfrm>
            <a:off x="4187952" y="2944368"/>
            <a:ext cx="224028" cy="51206"/>
          </a:xfrm>
          <a:prstGeom prst="rect">
            <a:avLst/>
          </a:prstGeom>
          <a:solidFill>
            <a:srgbClr val="16305B"/>
          </a:solidFill>
          <a:ln w="12700">
            <a:solidFill>
              <a:srgbClr val="16305B"/>
            </a:solidFill>
            <a:prstDash val="solid"/>
          </a:ln>
        </p:spPr>
      </p:sp>
      <p:sp>
        <p:nvSpPr>
          <p:cNvPr id="29" name="Shape 27"/>
          <p:cNvSpPr/>
          <p:nvPr/>
        </p:nvSpPr>
        <p:spPr>
          <a:xfrm>
            <a:off x="4434840" y="2944368"/>
            <a:ext cx="224028" cy="51206"/>
          </a:xfrm>
          <a:prstGeom prst="rect">
            <a:avLst/>
          </a:prstGeom>
          <a:solidFill>
            <a:srgbClr val="16305B"/>
          </a:solidFill>
          <a:ln w="12700">
            <a:solidFill>
              <a:srgbClr val="16305B"/>
            </a:solidFill>
            <a:prstDash val="solid"/>
          </a:ln>
        </p:spPr>
      </p:sp>
      <p:sp>
        <p:nvSpPr>
          <p:cNvPr id="30" name="Shape 28"/>
          <p:cNvSpPr/>
          <p:nvPr/>
        </p:nvSpPr>
        <p:spPr>
          <a:xfrm>
            <a:off x="4681728" y="2944368"/>
            <a:ext cx="224028" cy="51206"/>
          </a:xfrm>
          <a:prstGeom prst="rect">
            <a:avLst/>
          </a:prstGeom>
          <a:solidFill>
            <a:srgbClr val="0090B0"/>
          </a:solidFill>
          <a:ln w="12700">
            <a:solidFill>
              <a:srgbClr val="0090B0"/>
            </a:solidFill>
            <a:prstDash val="solid"/>
          </a:ln>
        </p:spPr>
      </p:sp>
      <p:sp>
        <p:nvSpPr>
          <p:cNvPr id="31" name="Shape 29"/>
          <p:cNvSpPr/>
          <p:nvPr/>
        </p:nvSpPr>
        <p:spPr>
          <a:xfrm>
            <a:off x="4928616" y="2944368"/>
            <a:ext cx="224028" cy="51206"/>
          </a:xfrm>
          <a:prstGeom prst="rect">
            <a:avLst/>
          </a:prstGeom>
          <a:solidFill>
            <a:srgbClr val="0090B0"/>
          </a:solidFill>
          <a:ln w="12700">
            <a:solidFill>
              <a:srgbClr val="0090B0"/>
            </a:solidFill>
            <a:prstDash val="solid"/>
          </a:ln>
        </p:spPr>
      </p:sp>
      <p:sp>
        <p:nvSpPr>
          <p:cNvPr id="32" name="Shape 30"/>
          <p:cNvSpPr/>
          <p:nvPr/>
        </p:nvSpPr>
        <p:spPr>
          <a:xfrm>
            <a:off x="5175504" y="2944368"/>
            <a:ext cx="224028" cy="51206"/>
          </a:xfrm>
          <a:prstGeom prst="rect">
            <a:avLst/>
          </a:prstGeom>
          <a:solidFill>
            <a:srgbClr val="0090B0"/>
          </a:solidFill>
          <a:ln w="12700">
            <a:solidFill>
              <a:srgbClr val="0090B0"/>
            </a:solidFill>
            <a:prstDash val="solid"/>
          </a:ln>
        </p:spPr>
      </p:sp>
      <p:sp>
        <p:nvSpPr>
          <p:cNvPr id="33" name="Shape 31"/>
          <p:cNvSpPr/>
          <p:nvPr/>
        </p:nvSpPr>
        <p:spPr>
          <a:xfrm>
            <a:off x="1965960" y="3010205"/>
            <a:ext cx="224028" cy="51206"/>
          </a:xfrm>
          <a:prstGeom prst="rect">
            <a:avLst/>
          </a:prstGeom>
          <a:solidFill>
            <a:srgbClr val="16305B"/>
          </a:solidFill>
          <a:ln w="12700">
            <a:solidFill>
              <a:srgbClr val="16305B"/>
            </a:solidFill>
            <a:prstDash val="solid"/>
          </a:ln>
        </p:spPr>
      </p:sp>
      <p:sp>
        <p:nvSpPr>
          <p:cNvPr id="34" name="Shape 32"/>
          <p:cNvSpPr/>
          <p:nvPr/>
        </p:nvSpPr>
        <p:spPr>
          <a:xfrm>
            <a:off x="2212848" y="3010205"/>
            <a:ext cx="224028" cy="51206"/>
          </a:xfrm>
          <a:prstGeom prst="rect">
            <a:avLst/>
          </a:prstGeom>
          <a:solidFill>
            <a:srgbClr val="8FB0D4"/>
          </a:solidFill>
          <a:ln w="12700">
            <a:solidFill>
              <a:srgbClr val="8FB0D4"/>
            </a:solidFill>
            <a:prstDash val="solid"/>
          </a:ln>
        </p:spPr>
      </p:sp>
      <p:sp>
        <p:nvSpPr>
          <p:cNvPr id="35" name="Shape 33"/>
          <p:cNvSpPr/>
          <p:nvPr/>
        </p:nvSpPr>
        <p:spPr>
          <a:xfrm>
            <a:off x="2459736" y="3010205"/>
            <a:ext cx="224028" cy="51206"/>
          </a:xfrm>
          <a:prstGeom prst="rect">
            <a:avLst/>
          </a:prstGeom>
          <a:solidFill>
            <a:srgbClr val="16305B"/>
          </a:solidFill>
          <a:ln w="12700">
            <a:solidFill>
              <a:srgbClr val="16305B"/>
            </a:solidFill>
            <a:prstDash val="solid"/>
          </a:ln>
        </p:spPr>
      </p:sp>
      <p:sp>
        <p:nvSpPr>
          <p:cNvPr id="36" name="Shape 34"/>
          <p:cNvSpPr/>
          <p:nvPr/>
        </p:nvSpPr>
        <p:spPr>
          <a:xfrm>
            <a:off x="2706624" y="3010205"/>
            <a:ext cx="224028" cy="51206"/>
          </a:xfrm>
          <a:prstGeom prst="rect">
            <a:avLst/>
          </a:prstGeom>
          <a:solidFill>
            <a:srgbClr val="E4EBF3"/>
          </a:solidFill>
          <a:ln w="12700">
            <a:solidFill>
              <a:srgbClr val="E4EBF3"/>
            </a:solidFill>
            <a:prstDash val="solid"/>
          </a:ln>
        </p:spPr>
      </p:sp>
      <p:sp>
        <p:nvSpPr>
          <p:cNvPr id="37" name="Shape 35"/>
          <p:cNvSpPr/>
          <p:nvPr/>
        </p:nvSpPr>
        <p:spPr>
          <a:xfrm>
            <a:off x="2953512" y="3010205"/>
            <a:ext cx="224028" cy="51206"/>
          </a:xfrm>
          <a:prstGeom prst="rect">
            <a:avLst/>
          </a:prstGeom>
          <a:solidFill>
            <a:srgbClr val="16305B"/>
          </a:solidFill>
          <a:ln w="12700">
            <a:solidFill>
              <a:srgbClr val="16305B"/>
            </a:solidFill>
            <a:prstDash val="solid"/>
          </a:ln>
        </p:spPr>
      </p:sp>
      <p:sp>
        <p:nvSpPr>
          <p:cNvPr id="38" name="Shape 36"/>
          <p:cNvSpPr/>
          <p:nvPr/>
        </p:nvSpPr>
        <p:spPr>
          <a:xfrm>
            <a:off x="3200400" y="3010205"/>
            <a:ext cx="224028" cy="51206"/>
          </a:xfrm>
          <a:prstGeom prst="rect">
            <a:avLst/>
          </a:prstGeom>
          <a:solidFill>
            <a:srgbClr val="16305B"/>
          </a:solidFill>
          <a:ln w="12700">
            <a:solidFill>
              <a:srgbClr val="16305B"/>
            </a:solidFill>
            <a:prstDash val="solid"/>
          </a:ln>
        </p:spPr>
      </p:sp>
      <p:sp>
        <p:nvSpPr>
          <p:cNvPr id="39" name="Shape 37"/>
          <p:cNvSpPr/>
          <p:nvPr/>
        </p:nvSpPr>
        <p:spPr>
          <a:xfrm>
            <a:off x="3447288" y="3010205"/>
            <a:ext cx="224028" cy="51206"/>
          </a:xfrm>
          <a:prstGeom prst="rect">
            <a:avLst/>
          </a:prstGeom>
          <a:solidFill>
            <a:srgbClr val="E4EBF3"/>
          </a:solidFill>
          <a:ln w="12700">
            <a:solidFill>
              <a:srgbClr val="E4EBF3"/>
            </a:solidFill>
            <a:prstDash val="solid"/>
          </a:ln>
        </p:spPr>
      </p:sp>
      <p:sp>
        <p:nvSpPr>
          <p:cNvPr id="40" name="Shape 38"/>
          <p:cNvSpPr/>
          <p:nvPr/>
        </p:nvSpPr>
        <p:spPr>
          <a:xfrm>
            <a:off x="3694176" y="3010205"/>
            <a:ext cx="224028" cy="51206"/>
          </a:xfrm>
          <a:prstGeom prst="rect">
            <a:avLst/>
          </a:prstGeom>
          <a:solidFill>
            <a:srgbClr val="E4EBF3"/>
          </a:solidFill>
          <a:ln w="12700">
            <a:solidFill>
              <a:srgbClr val="E4EBF3"/>
            </a:solidFill>
            <a:prstDash val="solid"/>
          </a:ln>
        </p:spPr>
      </p:sp>
      <p:sp>
        <p:nvSpPr>
          <p:cNvPr id="41" name="Shape 39"/>
          <p:cNvSpPr/>
          <p:nvPr/>
        </p:nvSpPr>
        <p:spPr>
          <a:xfrm>
            <a:off x="3941064" y="3010205"/>
            <a:ext cx="224028" cy="51206"/>
          </a:xfrm>
          <a:prstGeom prst="rect">
            <a:avLst/>
          </a:prstGeom>
          <a:solidFill>
            <a:srgbClr val="E4EBF3"/>
          </a:solidFill>
          <a:ln w="12700">
            <a:solidFill>
              <a:srgbClr val="E4EBF3"/>
            </a:solidFill>
            <a:prstDash val="solid"/>
          </a:ln>
        </p:spPr>
      </p:sp>
      <p:sp>
        <p:nvSpPr>
          <p:cNvPr id="42" name="Shape 40"/>
          <p:cNvSpPr/>
          <p:nvPr/>
        </p:nvSpPr>
        <p:spPr>
          <a:xfrm>
            <a:off x="4187952" y="3010205"/>
            <a:ext cx="224028" cy="51206"/>
          </a:xfrm>
          <a:prstGeom prst="rect">
            <a:avLst/>
          </a:prstGeom>
          <a:solidFill>
            <a:srgbClr val="E4EBF3"/>
          </a:solidFill>
          <a:ln w="12700">
            <a:solidFill>
              <a:srgbClr val="E4EBF3"/>
            </a:solidFill>
            <a:prstDash val="solid"/>
          </a:ln>
        </p:spPr>
      </p:sp>
      <p:sp>
        <p:nvSpPr>
          <p:cNvPr id="43" name="Shape 41"/>
          <p:cNvSpPr/>
          <p:nvPr/>
        </p:nvSpPr>
        <p:spPr>
          <a:xfrm>
            <a:off x="4434840" y="3010205"/>
            <a:ext cx="224028" cy="51206"/>
          </a:xfrm>
          <a:prstGeom prst="rect">
            <a:avLst/>
          </a:prstGeom>
          <a:solidFill>
            <a:srgbClr val="16305B"/>
          </a:solidFill>
          <a:ln w="12700">
            <a:solidFill>
              <a:srgbClr val="16305B"/>
            </a:solidFill>
            <a:prstDash val="solid"/>
          </a:ln>
        </p:spPr>
      </p:sp>
      <p:sp>
        <p:nvSpPr>
          <p:cNvPr id="44" name="Shape 42"/>
          <p:cNvSpPr/>
          <p:nvPr/>
        </p:nvSpPr>
        <p:spPr>
          <a:xfrm>
            <a:off x="4681728" y="3010205"/>
            <a:ext cx="224028" cy="51206"/>
          </a:xfrm>
          <a:prstGeom prst="rect">
            <a:avLst/>
          </a:prstGeom>
          <a:solidFill>
            <a:srgbClr val="0090B0"/>
          </a:solidFill>
          <a:ln w="12700">
            <a:solidFill>
              <a:srgbClr val="0090B0"/>
            </a:solidFill>
            <a:prstDash val="solid"/>
          </a:ln>
        </p:spPr>
      </p:sp>
      <p:sp>
        <p:nvSpPr>
          <p:cNvPr id="45" name="Shape 43"/>
          <p:cNvSpPr/>
          <p:nvPr/>
        </p:nvSpPr>
        <p:spPr>
          <a:xfrm>
            <a:off x="4928616" y="3010205"/>
            <a:ext cx="224028" cy="51206"/>
          </a:xfrm>
          <a:prstGeom prst="rect">
            <a:avLst/>
          </a:prstGeom>
          <a:solidFill>
            <a:srgbClr val="E2F4F8"/>
          </a:solidFill>
          <a:ln w="12700">
            <a:solidFill>
              <a:srgbClr val="E2F4F8"/>
            </a:solidFill>
            <a:prstDash val="solid"/>
          </a:ln>
        </p:spPr>
      </p:sp>
      <p:sp>
        <p:nvSpPr>
          <p:cNvPr id="46" name="Shape 44"/>
          <p:cNvSpPr/>
          <p:nvPr/>
        </p:nvSpPr>
        <p:spPr>
          <a:xfrm>
            <a:off x="5175504" y="3010205"/>
            <a:ext cx="224028" cy="51206"/>
          </a:xfrm>
          <a:prstGeom prst="rect">
            <a:avLst/>
          </a:prstGeom>
          <a:solidFill>
            <a:srgbClr val="0090B0"/>
          </a:solidFill>
          <a:ln w="12700">
            <a:solidFill>
              <a:srgbClr val="0090B0"/>
            </a:solidFill>
            <a:prstDash val="solid"/>
          </a:ln>
        </p:spPr>
      </p:sp>
      <p:sp>
        <p:nvSpPr>
          <p:cNvPr id="47" name="Shape 45"/>
          <p:cNvSpPr/>
          <p:nvPr/>
        </p:nvSpPr>
        <p:spPr>
          <a:xfrm>
            <a:off x="1965960" y="3076042"/>
            <a:ext cx="224028" cy="51206"/>
          </a:xfrm>
          <a:prstGeom prst="rect">
            <a:avLst/>
          </a:prstGeom>
          <a:solidFill>
            <a:srgbClr val="16305B"/>
          </a:solidFill>
          <a:ln w="12700">
            <a:solidFill>
              <a:srgbClr val="16305B"/>
            </a:solidFill>
            <a:prstDash val="solid"/>
          </a:ln>
        </p:spPr>
      </p:sp>
      <p:sp>
        <p:nvSpPr>
          <p:cNvPr id="48" name="Shape 46"/>
          <p:cNvSpPr/>
          <p:nvPr/>
        </p:nvSpPr>
        <p:spPr>
          <a:xfrm>
            <a:off x="2212848" y="3076042"/>
            <a:ext cx="224028" cy="51206"/>
          </a:xfrm>
          <a:prstGeom prst="rect">
            <a:avLst/>
          </a:prstGeom>
          <a:solidFill>
            <a:srgbClr val="16305B"/>
          </a:solidFill>
          <a:ln w="12700">
            <a:solidFill>
              <a:srgbClr val="16305B"/>
            </a:solidFill>
            <a:prstDash val="solid"/>
          </a:ln>
        </p:spPr>
      </p:sp>
      <p:sp>
        <p:nvSpPr>
          <p:cNvPr id="49" name="Shape 47"/>
          <p:cNvSpPr/>
          <p:nvPr/>
        </p:nvSpPr>
        <p:spPr>
          <a:xfrm>
            <a:off x="2459736" y="3076042"/>
            <a:ext cx="224028" cy="51206"/>
          </a:xfrm>
          <a:prstGeom prst="rect">
            <a:avLst/>
          </a:prstGeom>
          <a:solidFill>
            <a:srgbClr val="8FB0D4"/>
          </a:solidFill>
          <a:ln w="12700">
            <a:solidFill>
              <a:srgbClr val="8FB0D4"/>
            </a:solidFill>
            <a:prstDash val="solid"/>
          </a:ln>
        </p:spPr>
      </p:sp>
      <p:sp>
        <p:nvSpPr>
          <p:cNvPr id="50" name="Shape 48"/>
          <p:cNvSpPr/>
          <p:nvPr/>
        </p:nvSpPr>
        <p:spPr>
          <a:xfrm>
            <a:off x="2706624" y="3076042"/>
            <a:ext cx="224028" cy="51206"/>
          </a:xfrm>
          <a:prstGeom prst="rect">
            <a:avLst/>
          </a:prstGeom>
          <a:solidFill>
            <a:srgbClr val="16305B"/>
          </a:solidFill>
          <a:ln w="12700">
            <a:solidFill>
              <a:srgbClr val="16305B"/>
            </a:solidFill>
            <a:prstDash val="solid"/>
          </a:ln>
        </p:spPr>
      </p:sp>
      <p:sp>
        <p:nvSpPr>
          <p:cNvPr id="51" name="Shape 49"/>
          <p:cNvSpPr/>
          <p:nvPr/>
        </p:nvSpPr>
        <p:spPr>
          <a:xfrm>
            <a:off x="2953512" y="3076042"/>
            <a:ext cx="224028" cy="51206"/>
          </a:xfrm>
          <a:prstGeom prst="rect">
            <a:avLst/>
          </a:prstGeom>
          <a:solidFill>
            <a:srgbClr val="E4EBF3"/>
          </a:solidFill>
          <a:ln w="12700">
            <a:solidFill>
              <a:srgbClr val="E4EBF3"/>
            </a:solidFill>
            <a:prstDash val="solid"/>
          </a:ln>
        </p:spPr>
      </p:sp>
      <p:sp>
        <p:nvSpPr>
          <p:cNvPr id="52" name="Shape 50"/>
          <p:cNvSpPr/>
          <p:nvPr/>
        </p:nvSpPr>
        <p:spPr>
          <a:xfrm>
            <a:off x="3200400" y="3076042"/>
            <a:ext cx="224028" cy="51206"/>
          </a:xfrm>
          <a:prstGeom prst="rect">
            <a:avLst/>
          </a:prstGeom>
          <a:solidFill>
            <a:srgbClr val="16305B"/>
          </a:solidFill>
          <a:ln w="12700">
            <a:solidFill>
              <a:srgbClr val="16305B"/>
            </a:solidFill>
            <a:prstDash val="solid"/>
          </a:ln>
        </p:spPr>
      </p:sp>
      <p:sp>
        <p:nvSpPr>
          <p:cNvPr id="53" name="Shape 51"/>
          <p:cNvSpPr/>
          <p:nvPr/>
        </p:nvSpPr>
        <p:spPr>
          <a:xfrm>
            <a:off x="3447288" y="3076042"/>
            <a:ext cx="224028" cy="51206"/>
          </a:xfrm>
          <a:prstGeom prst="rect">
            <a:avLst/>
          </a:prstGeom>
          <a:solidFill>
            <a:srgbClr val="16305B"/>
          </a:solidFill>
          <a:ln w="12700">
            <a:solidFill>
              <a:srgbClr val="16305B"/>
            </a:solidFill>
            <a:prstDash val="solid"/>
          </a:ln>
        </p:spPr>
      </p:sp>
      <p:sp>
        <p:nvSpPr>
          <p:cNvPr id="54" name="Shape 52"/>
          <p:cNvSpPr/>
          <p:nvPr/>
        </p:nvSpPr>
        <p:spPr>
          <a:xfrm>
            <a:off x="3694176" y="3076042"/>
            <a:ext cx="224028" cy="51206"/>
          </a:xfrm>
          <a:prstGeom prst="rect">
            <a:avLst/>
          </a:prstGeom>
          <a:solidFill>
            <a:srgbClr val="E4EBF3"/>
          </a:solidFill>
          <a:ln w="12700">
            <a:solidFill>
              <a:srgbClr val="E4EBF3"/>
            </a:solidFill>
            <a:prstDash val="solid"/>
          </a:ln>
        </p:spPr>
      </p:sp>
      <p:sp>
        <p:nvSpPr>
          <p:cNvPr id="55" name="Shape 53"/>
          <p:cNvSpPr/>
          <p:nvPr/>
        </p:nvSpPr>
        <p:spPr>
          <a:xfrm>
            <a:off x="3941064" y="3076042"/>
            <a:ext cx="224028" cy="51206"/>
          </a:xfrm>
          <a:prstGeom prst="rect">
            <a:avLst/>
          </a:prstGeom>
          <a:solidFill>
            <a:srgbClr val="E4EBF3"/>
          </a:solidFill>
          <a:ln w="12700">
            <a:solidFill>
              <a:srgbClr val="E4EBF3"/>
            </a:solidFill>
            <a:prstDash val="solid"/>
          </a:ln>
        </p:spPr>
      </p:sp>
      <p:sp>
        <p:nvSpPr>
          <p:cNvPr id="56" name="Shape 54"/>
          <p:cNvSpPr/>
          <p:nvPr/>
        </p:nvSpPr>
        <p:spPr>
          <a:xfrm>
            <a:off x="4187952" y="3076042"/>
            <a:ext cx="224028" cy="51206"/>
          </a:xfrm>
          <a:prstGeom prst="rect">
            <a:avLst/>
          </a:prstGeom>
          <a:solidFill>
            <a:srgbClr val="E4EBF3"/>
          </a:solidFill>
          <a:ln w="12700">
            <a:solidFill>
              <a:srgbClr val="E4EBF3"/>
            </a:solidFill>
            <a:prstDash val="solid"/>
          </a:ln>
        </p:spPr>
      </p:sp>
      <p:sp>
        <p:nvSpPr>
          <p:cNvPr id="57" name="Shape 55"/>
          <p:cNvSpPr/>
          <p:nvPr/>
        </p:nvSpPr>
        <p:spPr>
          <a:xfrm>
            <a:off x="4434840" y="3076042"/>
            <a:ext cx="224028" cy="51206"/>
          </a:xfrm>
          <a:prstGeom prst="rect">
            <a:avLst/>
          </a:prstGeom>
          <a:solidFill>
            <a:srgbClr val="E4EBF3"/>
          </a:solidFill>
          <a:ln w="12700">
            <a:solidFill>
              <a:srgbClr val="E4EBF3"/>
            </a:solidFill>
            <a:prstDash val="solid"/>
          </a:ln>
        </p:spPr>
      </p:sp>
      <p:sp>
        <p:nvSpPr>
          <p:cNvPr id="58" name="Shape 56"/>
          <p:cNvSpPr/>
          <p:nvPr/>
        </p:nvSpPr>
        <p:spPr>
          <a:xfrm>
            <a:off x="4681728" y="3076042"/>
            <a:ext cx="224028" cy="51206"/>
          </a:xfrm>
          <a:prstGeom prst="rect">
            <a:avLst/>
          </a:prstGeom>
          <a:solidFill>
            <a:srgbClr val="0090B0"/>
          </a:solidFill>
          <a:ln w="12700">
            <a:solidFill>
              <a:srgbClr val="0090B0"/>
            </a:solidFill>
            <a:prstDash val="solid"/>
          </a:ln>
        </p:spPr>
      </p:sp>
      <p:sp>
        <p:nvSpPr>
          <p:cNvPr id="59" name="Shape 57"/>
          <p:cNvSpPr/>
          <p:nvPr/>
        </p:nvSpPr>
        <p:spPr>
          <a:xfrm>
            <a:off x="4928616" y="3076042"/>
            <a:ext cx="224028" cy="51206"/>
          </a:xfrm>
          <a:prstGeom prst="rect">
            <a:avLst/>
          </a:prstGeom>
          <a:solidFill>
            <a:srgbClr val="0090B0"/>
          </a:solidFill>
          <a:ln w="12700">
            <a:solidFill>
              <a:srgbClr val="0090B0"/>
            </a:solidFill>
            <a:prstDash val="solid"/>
          </a:ln>
        </p:spPr>
      </p:sp>
      <p:sp>
        <p:nvSpPr>
          <p:cNvPr id="60" name="Shape 58"/>
          <p:cNvSpPr/>
          <p:nvPr/>
        </p:nvSpPr>
        <p:spPr>
          <a:xfrm>
            <a:off x="5175504" y="3076042"/>
            <a:ext cx="224028" cy="51206"/>
          </a:xfrm>
          <a:prstGeom prst="rect">
            <a:avLst/>
          </a:prstGeom>
          <a:solidFill>
            <a:srgbClr val="E2F4F8"/>
          </a:solidFill>
          <a:ln w="12700">
            <a:solidFill>
              <a:srgbClr val="E2F4F8"/>
            </a:solidFill>
            <a:prstDash val="solid"/>
          </a:ln>
        </p:spPr>
      </p:sp>
      <p:sp>
        <p:nvSpPr>
          <p:cNvPr id="61" name="Shape 59"/>
          <p:cNvSpPr/>
          <p:nvPr/>
        </p:nvSpPr>
        <p:spPr>
          <a:xfrm>
            <a:off x="1965960" y="3141878"/>
            <a:ext cx="224028" cy="51206"/>
          </a:xfrm>
          <a:prstGeom prst="rect">
            <a:avLst/>
          </a:prstGeom>
          <a:solidFill>
            <a:srgbClr val="16305B"/>
          </a:solidFill>
          <a:ln w="12700">
            <a:solidFill>
              <a:srgbClr val="16305B"/>
            </a:solidFill>
            <a:prstDash val="solid"/>
          </a:ln>
        </p:spPr>
      </p:sp>
      <p:sp>
        <p:nvSpPr>
          <p:cNvPr id="62" name="Shape 60"/>
          <p:cNvSpPr/>
          <p:nvPr/>
        </p:nvSpPr>
        <p:spPr>
          <a:xfrm>
            <a:off x="2212848" y="3141878"/>
            <a:ext cx="224028" cy="51206"/>
          </a:xfrm>
          <a:prstGeom prst="rect">
            <a:avLst/>
          </a:prstGeom>
          <a:solidFill>
            <a:srgbClr val="E4EBF3"/>
          </a:solidFill>
          <a:ln w="12700">
            <a:solidFill>
              <a:srgbClr val="E4EBF3"/>
            </a:solidFill>
            <a:prstDash val="solid"/>
          </a:ln>
        </p:spPr>
      </p:sp>
      <p:sp>
        <p:nvSpPr>
          <p:cNvPr id="63" name="Shape 61"/>
          <p:cNvSpPr/>
          <p:nvPr/>
        </p:nvSpPr>
        <p:spPr>
          <a:xfrm>
            <a:off x="2459736" y="3141878"/>
            <a:ext cx="224028" cy="51206"/>
          </a:xfrm>
          <a:prstGeom prst="rect">
            <a:avLst/>
          </a:prstGeom>
          <a:solidFill>
            <a:srgbClr val="16305B"/>
          </a:solidFill>
          <a:ln w="12700">
            <a:solidFill>
              <a:srgbClr val="16305B"/>
            </a:solidFill>
            <a:prstDash val="solid"/>
          </a:ln>
        </p:spPr>
      </p:sp>
      <p:sp>
        <p:nvSpPr>
          <p:cNvPr id="64" name="Shape 62"/>
          <p:cNvSpPr/>
          <p:nvPr/>
        </p:nvSpPr>
        <p:spPr>
          <a:xfrm>
            <a:off x="2706624" y="3141878"/>
            <a:ext cx="224028" cy="51206"/>
          </a:xfrm>
          <a:prstGeom prst="rect">
            <a:avLst/>
          </a:prstGeom>
          <a:solidFill>
            <a:srgbClr val="8FB0D4"/>
          </a:solidFill>
          <a:ln w="12700">
            <a:solidFill>
              <a:srgbClr val="8FB0D4"/>
            </a:solidFill>
            <a:prstDash val="solid"/>
          </a:ln>
        </p:spPr>
      </p:sp>
      <p:sp>
        <p:nvSpPr>
          <p:cNvPr id="65" name="Shape 63"/>
          <p:cNvSpPr/>
          <p:nvPr/>
        </p:nvSpPr>
        <p:spPr>
          <a:xfrm>
            <a:off x="2953512" y="3141878"/>
            <a:ext cx="224028" cy="51206"/>
          </a:xfrm>
          <a:prstGeom prst="rect">
            <a:avLst/>
          </a:prstGeom>
          <a:solidFill>
            <a:srgbClr val="16305B"/>
          </a:solidFill>
          <a:ln w="12700">
            <a:solidFill>
              <a:srgbClr val="16305B"/>
            </a:solidFill>
            <a:prstDash val="solid"/>
          </a:ln>
        </p:spPr>
      </p:sp>
      <p:sp>
        <p:nvSpPr>
          <p:cNvPr id="66" name="Shape 64"/>
          <p:cNvSpPr/>
          <p:nvPr/>
        </p:nvSpPr>
        <p:spPr>
          <a:xfrm>
            <a:off x="3200400" y="3141878"/>
            <a:ext cx="224028" cy="51206"/>
          </a:xfrm>
          <a:prstGeom prst="rect">
            <a:avLst/>
          </a:prstGeom>
          <a:solidFill>
            <a:srgbClr val="E4EBF3"/>
          </a:solidFill>
          <a:ln w="12700">
            <a:solidFill>
              <a:srgbClr val="E4EBF3"/>
            </a:solidFill>
            <a:prstDash val="solid"/>
          </a:ln>
        </p:spPr>
      </p:sp>
      <p:sp>
        <p:nvSpPr>
          <p:cNvPr id="67" name="Shape 65"/>
          <p:cNvSpPr/>
          <p:nvPr/>
        </p:nvSpPr>
        <p:spPr>
          <a:xfrm>
            <a:off x="3447288" y="3141878"/>
            <a:ext cx="224028" cy="51206"/>
          </a:xfrm>
          <a:prstGeom prst="rect">
            <a:avLst/>
          </a:prstGeom>
          <a:solidFill>
            <a:srgbClr val="16305B"/>
          </a:solidFill>
          <a:ln w="12700">
            <a:solidFill>
              <a:srgbClr val="16305B"/>
            </a:solidFill>
            <a:prstDash val="solid"/>
          </a:ln>
        </p:spPr>
      </p:sp>
      <p:sp>
        <p:nvSpPr>
          <p:cNvPr id="68" name="Shape 66"/>
          <p:cNvSpPr/>
          <p:nvPr/>
        </p:nvSpPr>
        <p:spPr>
          <a:xfrm>
            <a:off x="3694176" y="3141878"/>
            <a:ext cx="224028" cy="51206"/>
          </a:xfrm>
          <a:prstGeom prst="rect">
            <a:avLst/>
          </a:prstGeom>
          <a:solidFill>
            <a:srgbClr val="16305B"/>
          </a:solidFill>
          <a:ln w="12700">
            <a:solidFill>
              <a:srgbClr val="16305B"/>
            </a:solidFill>
            <a:prstDash val="solid"/>
          </a:ln>
        </p:spPr>
      </p:sp>
      <p:sp>
        <p:nvSpPr>
          <p:cNvPr id="69" name="Shape 67"/>
          <p:cNvSpPr/>
          <p:nvPr/>
        </p:nvSpPr>
        <p:spPr>
          <a:xfrm>
            <a:off x="3941064" y="3141878"/>
            <a:ext cx="224028" cy="51206"/>
          </a:xfrm>
          <a:prstGeom prst="rect">
            <a:avLst/>
          </a:prstGeom>
          <a:solidFill>
            <a:srgbClr val="E4EBF3"/>
          </a:solidFill>
          <a:ln w="12700">
            <a:solidFill>
              <a:srgbClr val="E4EBF3"/>
            </a:solidFill>
            <a:prstDash val="solid"/>
          </a:ln>
        </p:spPr>
      </p:sp>
      <p:sp>
        <p:nvSpPr>
          <p:cNvPr id="70" name="Shape 68"/>
          <p:cNvSpPr/>
          <p:nvPr/>
        </p:nvSpPr>
        <p:spPr>
          <a:xfrm>
            <a:off x="4187952" y="3141878"/>
            <a:ext cx="224028" cy="51206"/>
          </a:xfrm>
          <a:prstGeom prst="rect">
            <a:avLst/>
          </a:prstGeom>
          <a:solidFill>
            <a:srgbClr val="E4EBF3"/>
          </a:solidFill>
          <a:ln w="12700">
            <a:solidFill>
              <a:srgbClr val="E4EBF3"/>
            </a:solidFill>
            <a:prstDash val="solid"/>
          </a:ln>
        </p:spPr>
      </p:sp>
      <p:sp>
        <p:nvSpPr>
          <p:cNvPr id="71" name="Shape 69"/>
          <p:cNvSpPr/>
          <p:nvPr/>
        </p:nvSpPr>
        <p:spPr>
          <a:xfrm>
            <a:off x="4434840" y="3141878"/>
            <a:ext cx="224028" cy="51206"/>
          </a:xfrm>
          <a:prstGeom prst="rect">
            <a:avLst/>
          </a:prstGeom>
          <a:solidFill>
            <a:srgbClr val="E4EBF3"/>
          </a:solidFill>
          <a:ln w="12700">
            <a:solidFill>
              <a:srgbClr val="E4EBF3"/>
            </a:solidFill>
            <a:prstDash val="solid"/>
          </a:ln>
        </p:spPr>
      </p:sp>
      <p:sp>
        <p:nvSpPr>
          <p:cNvPr id="72" name="Shape 70"/>
          <p:cNvSpPr/>
          <p:nvPr/>
        </p:nvSpPr>
        <p:spPr>
          <a:xfrm>
            <a:off x="4681728" y="3141878"/>
            <a:ext cx="224028" cy="51206"/>
          </a:xfrm>
          <a:prstGeom prst="rect">
            <a:avLst/>
          </a:prstGeom>
          <a:solidFill>
            <a:srgbClr val="E2F4F8"/>
          </a:solidFill>
          <a:ln w="12700">
            <a:solidFill>
              <a:srgbClr val="E2F4F8"/>
            </a:solidFill>
            <a:prstDash val="solid"/>
          </a:ln>
        </p:spPr>
      </p:sp>
      <p:sp>
        <p:nvSpPr>
          <p:cNvPr id="73" name="Shape 71"/>
          <p:cNvSpPr/>
          <p:nvPr/>
        </p:nvSpPr>
        <p:spPr>
          <a:xfrm>
            <a:off x="4928616" y="3141878"/>
            <a:ext cx="224028" cy="51206"/>
          </a:xfrm>
          <a:prstGeom prst="rect">
            <a:avLst/>
          </a:prstGeom>
          <a:solidFill>
            <a:srgbClr val="0090B0"/>
          </a:solidFill>
          <a:ln w="12700">
            <a:solidFill>
              <a:srgbClr val="0090B0"/>
            </a:solidFill>
            <a:prstDash val="solid"/>
          </a:ln>
        </p:spPr>
      </p:sp>
      <p:sp>
        <p:nvSpPr>
          <p:cNvPr id="74" name="Shape 72"/>
          <p:cNvSpPr/>
          <p:nvPr/>
        </p:nvSpPr>
        <p:spPr>
          <a:xfrm>
            <a:off x="5175504" y="3141878"/>
            <a:ext cx="224028" cy="51206"/>
          </a:xfrm>
          <a:prstGeom prst="rect">
            <a:avLst/>
          </a:prstGeom>
          <a:solidFill>
            <a:srgbClr val="0090B0"/>
          </a:solidFill>
          <a:ln w="12700">
            <a:solidFill>
              <a:srgbClr val="0090B0"/>
            </a:solidFill>
            <a:prstDash val="solid"/>
          </a:ln>
        </p:spPr>
      </p:sp>
      <p:sp>
        <p:nvSpPr>
          <p:cNvPr id="75" name="Shape 73"/>
          <p:cNvSpPr/>
          <p:nvPr/>
        </p:nvSpPr>
        <p:spPr>
          <a:xfrm>
            <a:off x="1965960" y="3207715"/>
            <a:ext cx="224028" cy="51206"/>
          </a:xfrm>
          <a:prstGeom prst="rect">
            <a:avLst/>
          </a:prstGeom>
          <a:solidFill>
            <a:srgbClr val="16305B"/>
          </a:solidFill>
          <a:ln w="12700">
            <a:solidFill>
              <a:srgbClr val="16305B"/>
            </a:solidFill>
            <a:prstDash val="solid"/>
          </a:ln>
        </p:spPr>
      </p:sp>
      <p:sp>
        <p:nvSpPr>
          <p:cNvPr id="76" name="Shape 74"/>
          <p:cNvSpPr/>
          <p:nvPr/>
        </p:nvSpPr>
        <p:spPr>
          <a:xfrm>
            <a:off x="2212848" y="3207715"/>
            <a:ext cx="224028" cy="51206"/>
          </a:xfrm>
          <a:prstGeom prst="rect">
            <a:avLst/>
          </a:prstGeom>
          <a:solidFill>
            <a:srgbClr val="16305B"/>
          </a:solidFill>
          <a:ln w="12700">
            <a:solidFill>
              <a:srgbClr val="16305B"/>
            </a:solidFill>
            <a:prstDash val="solid"/>
          </a:ln>
        </p:spPr>
      </p:sp>
      <p:sp>
        <p:nvSpPr>
          <p:cNvPr id="77" name="Shape 75"/>
          <p:cNvSpPr/>
          <p:nvPr/>
        </p:nvSpPr>
        <p:spPr>
          <a:xfrm>
            <a:off x="2459736" y="3207715"/>
            <a:ext cx="224028" cy="51206"/>
          </a:xfrm>
          <a:prstGeom prst="rect">
            <a:avLst/>
          </a:prstGeom>
          <a:solidFill>
            <a:srgbClr val="E4EBF3"/>
          </a:solidFill>
          <a:ln w="12700">
            <a:solidFill>
              <a:srgbClr val="E4EBF3"/>
            </a:solidFill>
            <a:prstDash val="solid"/>
          </a:ln>
        </p:spPr>
      </p:sp>
      <p:sp>
        <p:nvSpPr>
          <p:cNvPr id="78" name="Shape 76"/>
          <p:cNvSpPr/>
          <p:nvPr/>
        </p:nvSpPr>
        <p:spPr>
          <a:xfrm>
            <a:off x="2706624" y="3207715"/>
            <a:ext cx="224028" cy="51206"/>
          </a:xfrm>
          <a:prstGeom prst="rect">
            <a:avLst/>
          </a:prstGeom>
          <a:solidFill>
            <a:srgbClr val="16305B"/>
          </a:solidFill>
          <a:ln w="12700">
            <a:solidFill>
              <a:srgbClr val="16305B"/>
            </a:solidFill>
            <a:prstDash val="solid"/>
          </a:ln>
        </p:spPr>
      </p:sp>
      <p:sp>
        <p:nvSpPr>
          <p:cNvPr id="79" name="Shape 77"/>
          <p:cNvSpPr/>
          <p:nvPr/>
        </p:nvSpPr>
        <p:spPr>
          <a:xfrm>
            <a:off x="2953512" y="3207715"/>
            <a:ext cx="224028" cy="51206"/>
          </a:xfrm>
          <a:prstGeom prst="rect">
            <a:avLst/>
          </a:prstGeom>
          <a:solidFill>
            <a:srgbClr val="8FB0D4"/>
          </a:solidFill>
          <a:ln w="12700">
            <a:solidFill>
              <a:srgbClr val="8FB0D4"/>
            </a:solidFill>
            <a:prstDash val="solid"/>
          </a:ln>
        </p:spPr>
      </p:sp>
      <p:sp>
        <p:nvSpPr>
          <p:cNvPr id="80" name="Shape 78"/>
          <p:cNvSpPr/>
          <p:nvPr/>
        </p:nvSpPr>
        <p:spPr>
          <a:xfrm>
            <a:off x="3200400" y="3207715"/>
            <a:ext cx="224028" cy="51206"/>
          </a:xfrm>
          <a:prstGeom prst="rect">
            <a:avLst/>
          </a:prstGeom>
          <a:solidFill>
            <a:srgbClr val="16305B"/>
          </a:solidFill>
          <a:ln w="12700">
            <a:solidFill>
              <a:srgbClr val="16305B"/>
            </a:solidFill>
            <a:prstDash val="solid"/>
          </a:ln>
        </p:spPr>
      </p:sp>
      <p:sp>
        <p:nvSpPr>
          <p:cNvPr id="81" name="Shape 79"/>
          <p:cNvSpPr/>
          <p:nvPr/>
        </p:nvSpPr>
        <p:spPr>
          <a:xfrm>
            <a:off x="3447288" y="3207715"/>
            <a:ext cx="224028" cy="51206"/>
          </a:xfrm>
          <a:prstGeom prst="rect">
            <a:avLst/>
          </a:prstGeom>
          <a:solidFill>
            <a:srgbClr val="E4EBF3"/>
          </a:solidFill>
          <a:ln w="12700">
            <a:solidFill>
              <a:srgbClr val="E4EBF3"/>
            </a:solidFill>
            <a:prstDash val="solid"/>
          </a:ln>
        </p:spPr>
      </p:sp>
      <p:sp>
        <p:nvSpPr>
          <p:cNvPr id="82" name="Shape 80"/>
          <p:cNvSpPr/>
          <p:nvPr/>
        </p:nvSpPr>
        <p:spPr>
          <a:xfrm>
            <a:off x="3694176" y="3207715"/>
            <a:ext cx="224028" cy="51206"/>
          </a:xfrm>
          <a:prstGeom prst="rect">
            <a:avLst/>
          </a:prstGeom>
          <a:solidFill>
            <a:srgbClr val="16305B"/>
          </a:solidFill>
          <a:ln w="12700">
            <a:solidFill>
              <a:srgbClr val="16305B"/>
            </a:solidFill>
            <a:prstDash val="solid"/>
          </a:ln>
        </p:spPr>
      </p:sp>
      <p:sp>
        <p:nvSpPr>
          <p:cNvPr id="83" name="Shape 81"/>
          <p:cNvSpPr/>
          <p:nvPr/>
        </p:nvSpPr>
        <p:spPr>
          <a:xfrm>
            <a:off x="3941064" y="3207715"/>
            <a:ext cx="224028" cy="51206"/>
          </a:xfrm>
          <a:prstGeom prst="rect">
            <a:avLst/>
          </a:prstGeom>
          <a:solidFill>
            <a:srgbClr val="16305B"/>
          </a:solidFill>
          <a:ln w="12700">
            <a:solidFill>
              <a:srgbClr val="16305B"/>
            </a:solidFill>
            <a:prstDash val="solid"/>
          </a:ln>
        </p:spPr>
      </p:sp>
      <p:sp>
        <p:nvSpPr>
          <p:cNvPr id="84" name="Shape 82"/>
          <p:cNvSpPr/>
          <p:nvPr/>
        </p:nvSpPr>
        <p:spPr>
          <a:xfrm>
            <a:off x="4187952" y="3207715"/>
            <a:ext cx="224028" cy="51206"/>
          </a:xfrm>
          <a:prstGeom prst="rect">
            <a:avLst/>
          </a:prstGeom>
          <a:solidFill>
            <a:srgbClr val="E4EBF3"/>
          </a:solidFill>
          <a:ln w="12700">
            <a:solidFill>
              <a:srgbClr val="E4EBF3"/>
            </a:solidFill>
            <a:prstDash val="solid"/>
          </a:ln>
        </p:spPr>
      </p:sp>
      <p:sp>
        <p:nvSpPr>
          <p:cNvPr id="85" name="Shape 83"/>
          <p:cNvSpPr/>
          <p:nvPr/>
        </p:nvSpPr>
        <p:spPr>
          <a:xfrm>
            <a:off x="4434840" y="3207715"/>
            <a:ext cx="224028" cy="51206"/>
          </a:xfrm>
          <a:prstGeom prst="rect">
            <a:avLst/>
          </a:prstGeom>
          <a:solidFill>
            <a:srgbClr val="E4EBF3"/>
          </a:solidFill>
          <a:ln w="12700">
            <a:solidFill>
              <a:srgbClr val="E4EBF3"/>
            </a:solidFill>
            <a:prstDash val="solid"/>
          </a:ln>
        </p:spPr>
      </p:sp>
      <p:sp>
        <p:nvSpPr>
          <p:cNvPr id="86" name="Shape 84"/>
          <p:cNvSpPr/>
          <p:nvPr/>
        </p:nvSpPr>
        <p:spPr>
          <a:xfrm>
            <a:off x="4681728" y="3207715"/>
            <a:ext cx="224028" cy="51206"/>
          </a:xfrm>
          <a:prstGeom prst="rect">
            <a:avLst/>
          </a:prstGeom>
          <a:solidFill>
            <a:srgbClr val="E2F4F8"/>
          </a:solidFill>
          <a:ln w="12700">
            <a:solidFill>
              <a:srgbClr val="E2F4F8"/>
            </a:solidFill>
            <a:prstDash val="solid"/>
          </a:ln>
        </p:spPr>
      </p:sp>
      <p:sp>
        <p:nvSpPr>
          <p:cNvPr id="87" name="Shape 85"/>
          <p:cNvSpPr/>
          <p:nvPr/>
        </p:nvSpPr>
        <p:spPr>
          <a:xfrm>
            <a:off x="4928616" y="3207715"/>
            <a:ext cx="224028" cy="51206"/>
          </a:xfrm>
          <a:prstGeom prst="rect">
            <a:avLst/>
          </a:prstGeom>
          <a:solidFill>
            <a:srgbClr val="E2F4F8"/>
          </a:solidFill>
          <a:ln w="12700">
            <a:solidFill>
              <a:srgbClr val="E2F4F8"/>
            </a:solidFill>
            <a:prstDash val="solid"/>
          </a:ln>
        </p:spPr>
      </p:sp>
      <p:sp>
        <p:nvSpPr>
          <p:cNvPr id="88" name="Shape 86"/>
          <p:cNvSpPr/>
          <p:nvPr/>
        </p:nvSpPr>
        <p:spPr>
          <a:xfrm>
            <a:off x="5175504" y="3207715"/>
            <a:ext cx="224028" cy="51206"/>
          </a:xfrm>
          <a:prstGeom prst="rect">
            <a:avLst/>
          </a:prstGeom>
          <a:solidFill>
            <a:srgbClr val="0090B0"/>
          </a:solidFill>
          <a:ln w="12700">
            <a:solidFill>
              <a:srgbClr val="0090B0"/>
            </a:solidFill>
            <a:prstDash val="solid"/>
          </a:ln>
        </p:spPr>
      </p:sp>
      <p:sp>
        <p:nvSpPr>
          <p:cNvPr id="89" name="Shape 87"/>
          <p:cNvSpPr/>
          <p:nvPr/>
        </p:nvSpPr>
        <p:spPr>
          <a:xfrm>
            <a:off x="1965960" y="3273552"/>
            <a:ext cx="224028" cy="51206"/>
          </a:xfrm>
          <a:prstGeom prst="rect">
            <a:avLst/>
          </a:prstGeom>
          <a:solidFill>
            <a:srgbClr val="16305B"/>
          </a:solidFill>
          <a:ln w="12700">
            <a:solidFill>
              <a:srgbClr val="16305B"/>
            </a:solidFill>
            <a:prstDash val="solid"/>
          </a:ln>
        </p:spPr>
      </p:sp>
      <p:sp>
        <p:nvSpPr>
          <p:cNvPr id="90" name="Shape 88"/>
          <p:cNvSpPr/>
          <p:nvPr/>
        </p:nvSpPr>
        <p:spPr>
          <a:xfrm>
            <a:off x="2212848" y="3273552"/>
            <a:ext cx="224028" cy="51206"/>
          </a:xfrm>
          <a:prstGeom prst="rect">
            <a:avLst/>
          </a:prstGeom>
          <a:solidFill>
            <a:srgbClr val="16305B"/>
          </a:solidFill>
          <a:ln w="12700">
            <a:solidFill>
              <a:srgbClr val="16305B"/>
            </a:solidFill>
            <a:prstDash val="solid"/>
          </a:ln>
        </p:spPr>
      </p:sp>
      <p:sp>
        <p:nvSpPr>
          <p:cNvPr id="91" name="Shape 89"/>
          <p:cNvSpPr/>
          <p:nvPr/>
        </p:nvSpPr>
        <p:spPr>
          <a:xfrm>
            <a:off x="2459736" y="3273552"/>
            <a:ext cx="224028" cy="51206"/>
          </a:xfrm>
          <a:prstGeom prst="rect">
            <a:avLst/>
          </a:prstGeom>
          <a:solidFill>
            <a:srgbClr val="16305B"/>
          </a:solidFill>
          <a:ln w="12700">
            <a:solidFill>
              <a:srgbClr val="16305B"/>
            </a:solidFill>
            <a:prstDash val="solid"/>
          </a:ln>
        </p:spPr>
      </p:sp>
      <p:sp>
        <p:nvSpPr>
          <p:cNvPr id="92" name="Shape 90"/>
          <p:cNvSpPr/>
          <p:nvPr/>
        </p:nvSpPr>
        <p:spPr>
          <a:xfrm>
            <a:off x="2706624" y="3273552"/>
            <a:ext cx="224028" cy="51206"/>
          </a:xfrm>
          <a:prstGeom prst="rect">
            <a:avLst/>
          </a:prstGeom>
          <a:solidFill>
            <a:srgbClr val="E4EBF3"/>
          </a:solidFill>
          <a:ln w="12700">
            <a:solidFill>
              <a:srgbClr val="E4EBF3"/>
            </a:solidFill>
            <a:prstDash val="solid"/>
          </a:ln>
        </p:spPr>
      </p:sp>
      <p:sp>
        <p:nvSpPr>
          <p:cNvPr id="93" name="Shape 91"/>
          <p:cNvSpPr/>
          <p:nvPr/>
        </p:nvSpPr>
        <p:spPr>
          <a:xfrm>
            <a:off x="2953512" y="3273552"/>
            <a:ext cx="224028" cy="51206"/>
          </a:xfrm>
          <a:prstGeom prst="rect">
            <a:avLst/>
          </a:prstGeom>
          <a:solidFill>
            <a:srgbClr val="16305B"/>
          </a:solidFill>
          <a:ln w="12700">
            <a:solidFill>
              <a:srgbClr val="16305B"/>
            </a:solidFill>
            <a:prstDash val="solid"/>
          </a:ln>
        </p:spPr>
      </p:sp>
      <p:sp>
        <p:nvSpPr>
          <p:cNvPr id="94" name="Shape 92"/>
          <p:cNvSpPr/>
          <p:nvPr/>
        </p:nvSpPr>
        <p:spPr>
          <a:xfrm>
            <a:off x="3200400" y="3273552"/>
            <a:ext cx="224028" cy="51206"/>
          </a:xfrm>
          <a:prstGeom prst="rect">
            <a:avLst/>
          </a:prstGeom>
          <a:solidFill>
            <a:srgbClr val="8FB0D4"/>
          </a:solidFill>
          <a:ln w="12700">
            <a:solidFill>
              <a:srgbClr val="8FB0D4"/>
            </a:solidFill>
            <a:prstDash val="solid"/>
          </a:ln>
        </p:spPr>
      </p:sp>
      <p:sp>
        <p:nvSpPr>
          <p:cNvPr id="95" name="Shape 93"/>
          <p:cNvSpPr/>
          <p:nvPr/>
        </p:nvSpPr>
        <p:spPr>
          <a:xfrm>
            <a:off x="3447288" y="3273552"/>
            <a:ext cx="224028" cy="51206"/>
          </a:xfrm>
          <a:prstGeom prst="rect">
            <a:avLst/>
          </a:prstGeom>
          <a:solidFill>
            <a:srgbClr val="16305B"/>
          </a:solidFill>
          <a:ln w="12700">
            <a:solidFill>
              <a:srgbClr val="16305B"/>
            </a:solidFill>
            <a:prstDash val="solid"/>
          </a:ln>
        </p:spPr>
      </p:sp>
      <p:sp>
        <p:nvSpPr>
          <p:cNvPr id="96" name="Shape 94"/>
          <p:cNvSpPr/>
          <p:nvPr/>
        </p:nvSpPr>
        <p:spPr>
          <a:xfrm>
            <a:off x="3694176" y="3273552"/>
            <a:ext cx="224028" cy="51206"/>
          </a:xfrm>
          <a:prstGeom prst="rect">
            <a:avLst/>
          </a:prstGeom>
          <a:solidFill>
            <a:srgbClr val="E4EBF3"/>
          </a:solidFill>
          <a:ln w="12700">
            <a:solidFill>
              <a:srgbClr val="E4EBF3"/>
            </a:solidFill>
            <a:prstDash val="solid"/>
          </a:ln>
        </p:spPr>
      </p:sp>
      <p:sp>
        <p:nvSpPr>
          <p:cNvPr id="97" name="Shape 95"/>
          <p:cNvSpPr/>
          <p:nvPr/>
        </p:nvSpPr>
        <p:spPr>
          <a:xfrm>
            <a:off x="3941064" y="3273552"/>
            <a:ext cx="224028" cy="51206"/>
          </a:xfrm>
          <a:prstGeom prst="rect">
            <a:avLst/>
          </a:prstGeom>
          <a:solidFill>
            <a:srgbClr val="16305B"/>
          </a:solidFill>
          <a:ln w="12700">
            <a:solidFill>
              <a:srgbClr val="16305B"/>
            </a:solidFill>
            <a:prstDash val="solid"/>
          </a:ln>
        </p:spPr>
      </p:sp>
      <p:sp>
        <p:nvSpPr>
          <p:cNvPr id="98" name="Shape 96"/>
          <p:cNvSpPr/>
          <p:nvPr/>
        </p:nvSpPr>
        <p:spPr>
          <a:xfrm>
            <a:off x="4187952" y="3273552"/>
            <a:ext cx="224028" cy="51206"/>
          </a:xfrm>
          <a:prstGeom prst="rect">
            <a:avLst/>
          </a:prstGeom>
          <a:solidFill>
            <a:srgbClr val="16305B"/>
          </a:solidFill>
          <a:ln w="12700">
            <a:solidFill>
              <a:srgbClr val="16305B"/>
            </a:solidFill>
            <a:prstDash val="solid"/>
          </a:ln>
        </p:spPr>
      </p:sp>
      <p:sp>
        <p:nvSpPr>
          <p:cNvPr id="99" name="Shape 97"/>
          <p:cNvSpPr/>
          <p:nvPr/>
        </p:nvSpPr>
        <p:spPr>
          <a:xfrm>
            <a:off x="4434840" y="3273552"/>
            <a:ext cx="224028" cy="51206"/>
          </a:xfrm>
          <a:prstGeom prst="rect">
            <a:avLst/>
          </a:prstGeom>
          <a:solidFill>
            <a:srgbClr val="E4EBF3"/>
          </a:solidFill>
          <a:ln w="12700">
            <a:solidFill>
              <a:srgbClr val="E4EBF3"/>
            </a:solidFill>
            <a:prstDash val="solid"/>
          </a:ln>
        </p:spPr>
      </p:sp>
      <p:sp>
        <p:nvSpPr>
          <p:cNvPr id="100" name="Shape 98"/>
          <p:cNvSpPr/>
          <p:nvPr/>
        </p:nvSpPr>
        <p:spPr>
          <a:xfrm>
            <a:off x="4681728" y="3273552"/>
            <a:ext cx="224028" cy="51206"/>
          </a:xfrm>
          <a:prstGeom prst="rect">
            <a:avLst/>
          </a:prstGeom>
          <a:solidFill>
            <a:srgbClr val="E2F4F8"/>
          </a:solidFill>
          <a:ln w="12700">
            <a:solidFill>
              <a:srgbClr val="E2F4F8"/>
            </a:solidFill>
            <a:prstDash val="solid"/>
          </a:ln>
        </p:spPr>
      </p:sp>
      <p:sp>
        <p:nvSpPr>
          <p:cNvPr id="101" name="Shape 99"/>
          <p:cNvSpPr/>
          <p:nvPr/>
        </p:nvSpPr>
        <p:spPr>
          <a:xfrm>
            <a:off x="4928616" y="3273552"/>
            <a:ext cx="224028" cy="51206"/>
          </a:xfrm>
          <a:prstGeom prst="rect">
            <a:avLst/>
          </a:prstGeom>
          <a:solidFill>
            <a:srgbClr val="E2F4F8"/>
          </a:solidFill>
          <a:ln w="12700">
            <a:solidFill>
              <a:srgbClr val="E2F4F8"/>
            </a:solidFill>
            <a:prstDash val="solid"/>
          </a:ln>
        </p:spPr>
      </p:sp>
      <p:sp>
        <p:nvSpPr>
          <p:cNvPr id="102" name="Shape 100"/>
          <p:cNvSpPr/>
          <p:nvPr/>
        </p:nvSpPr>
        <p:spPr>
          <a:xfrm>
            <a:off x="5175504" y="3273552"/>
            <a:ext cx="224028" cy="51206"/>
          </a:xfrm>
          <a:prstGeom prst="rect">
            <a:avLst/>
          </a:prstGeom>
          <a:solidFill>
            <a:srgbClr val="E2F4F8"/>
          </a:solidFill>
          <a:ln w="12700">
            <a:solidFill>
              <a:srgbClr val="E2F4F8"/>
            </a:solidFill>
            <a:prstDash val="solid"/>
          </a:ln>
        </p:spPr>
      </p:sp>
      <p:sp>
        <p:nvSpPr>
          <p:cNvPr id="103" name="Shape 101"/>
          <p:cNvSpPr/>
          <p:nvPr/>
        </p:nvSpPr>
        <p:spPr>
          <a:xfrm>
            <a:off x="1965960" y="3339389"/>
            <a:ext cx="224028" cy="51206"/>
          </a:xfrm>
          <a:prstGeom prst="rect">
            <a:avLst/>
          </a:prstGeom>
          <a:solidFill>
            <a:srgbClr val="16305B"/>
          </a:solidFill>
          <a:ln w="12700">
            <a:solidFill>
              <a:srgbClr val="16305B"/>
            </a:solidFill>
            <a:prstDash val="solid"/>
          </a:ln>
        </p:spPr>
      </p:sp>
      <p:sp>
        <p:nvSpPr>
          <p:cNvPr id="104" name="Shape 102"/>
          <p:cNvSpPr/>
          <p:nvPr/>
        </p:nvSpPr>
        <p:spPr>
          <a:xfrm>
            <a:off x="2212848" y="3339389"/>
            <a:ext cx="224028" cy="51206"/>
          </a:xfrm>
          <a:prstGeom prst="rect">
            <a:avLst/>
          </a:prstGeom>
          <a:solidFill>
            <a:srgbClr val="E4EBF3"/>
          </a:solidFill>
          <a:ln w="12700">
            <a:solidFill>
              <a:srgbClr val="E4EBF3"/>
            </a:solidFill>
            <a:prstDash val="solid"/>
          </a:ln>
        </p:spPr>
      </p:sp>
      <p:sp>
        <p:nvSpPr>
          <p:cNvPr id="105" name="Shape 103"/>
          <p:cNvSpPr/>
          <p:nvPr/>
        </p:nvSpPr>
        <p:spPr>
          <a:xfrm>
            <a:off x="2459736" y="3339389"/>
            <a:ext cx="224028" cy="51206"/>
          </a:xfrm>
          <a:prstGeom prst="rect">
            <a:avLst/>
          </a:prstGeom>
          <a:solidFill>
            <a:srgbClr val="16305B"/>
          </a:solidFill>
          <a:ln w="12700">
            <a:solidFill>
              <a:srgbClr val="16305B"/>
            </a:solidFill>
            <a:prstDash val="solid"/>
          </a:ln>
        </p:spPr>
      </p:sp>
      <p:sp>
        <p:nvSpPr>
          <p:cNvPr id="106" name="Shape 104"/>
          <p:cNvSpPr/>
          <p:nvPr/>
        </p:nvSpPr>
        <p:spPr>
          <a:xfrm>
            <a:off x="2706624" y="3339389"/>
            <a:ext cx="224028" cy="51206"/>
          </a:xfrm>
          <a:prstGeom prst="rect">
            <a:avLst/>
          </a:prstGeom>
          <a:solidFill>
            <a:srgbClr val="16305B"/>
          </a:solidFill>
          <a:ln w="12700">
            <a:solidFill>
              <a:srgbClr val="16305B"/>
            </a:solidFill>
            <a:prstDash val="solid"/>
          </a:ln>
        </p:spPr>
      </p:sp>
      <p:sp>
        <p:nvSpPr>
          <p:cNvPr id="107" name="Shape 105"/>
          <p:cNvSpPr/>
          <p:nvPr/>
        </p:nvSpPr>
        <p:spPr>
          <a:xfrm>
            <a:off x="2953512" y="3339389"/>
            <a:ext cx="224028" cy="51206"/>
          </a:xfrm>
          <a:prstGeom prst="rect">
            <a:avLst/>
          </a:prstGeom>
          <a:solidFill>
            <a:srgbClr val="E4EBF3"/>
          </a:solidFill>
          <a:ln w="12700">
            <a:solidFill>
              <a:srgbClr val="E4EBF3"/>
            </a:solidFill>
            <a:prstDash val="solid"/>
          </a:ln>
        </p:spPr>
      </p:sp>
      <p:sp>
        <p:nvSpPr>
          <p:cNvPr id="108" name="Shape 106"/>
          <p:cNvSpPr/>
          <p:nvPr/>
        </p:nvSpPr>
        <p:spPr>
          <a:xfrm>
            <a:off x="3200400" y="3339389"/>
            <a:ext cx="224028" cy="51206"/>
          </a:xfrm>
          <a:prstGeom prst="rect">
            <a:avLst/>
          </a:prstGeom>
          <a:solidFill>
            <a:srgbClr val="16305B"/>
          </a:solidFill>
          <a:ln w="12700">
            <a:solidFill>
              <a:srgbClr val="16305B"/>
            </a:solidFill>
            <a:prstDash val="solid"/>
          </a:ln>
        </p:spPr>
      </p:sp>
      <p:sp>
        <p:nvSpPr>
          <p:cNvPr id="109" name="Shape 107"/>
          <p:cNvSpPr/>
          <p:nvPr/>
        </p:nvSpPr>
        <p:spPr>
          <a:xfrm>
            <a:off x="3447288" y="3339389"/>
            <a:ext cx="224028" cy="51206"/>
          </a:xfrm>
          <a:prstGeom prst="rect">
            <a:avLst/>
          </a:prstGeom>
          <a:solidFill>
            <a:srgbClr val="8FB0D4"/>
          </a:solidFill>
          <a:ln w="12700">
            <a:solidFill>
              <a:srgbClr val="8FB0D4"/>
            </a:solidFill>
            <a:prstDash val="solid"/>
          </a:ln>
        </p:spPr>
      </p:sp>
      <p:sp>
        <p:nvSpPr>
          <p:cNvPr id="110" name="Shape 108"/>
          <p:cNvSpPr/>
          <p:nvPr/>
        </p:nvSpPr>
        <p:spPr>
          <a:xfrm>
            <a:off x="3694176" y="3339389"/>
            <a:ext cx="224028" cy="51206"/>
          </a:xfrm>
          <a:prstGeom prst="rect">
            <a:avLst/>
          </a:prstGeom>
          <a:solidFill>
            <a:srgbClr val="16305B"/>
          </a:solidFill>
          <a:ln w="12700">
            <a:solidFill>
              <a:srgbClr val="16305B"/>
            </a:solidFill>
            <a:prstDash val="solid"/>
          </a:ln>
        </p:spPr>
      </p:sp>
      <p:sp>
        <p:nvSpPr>
          <p:cNvPr id="111" name="Shape 109"/>
          <p:cNvSpPr/>
          <p:nvPr/>
        </p:nvSpPr>
        <p:spPr>
          <a:xfrm>
            <a:off x="3941064" y="3339389"/>
            <a:ext cx="224028" cy="51206"/>
          </a:xfrm>
          <a:prstGeom prst="rect">
            <a:avLst/>
          </a:prstGeom>
          <a:solidFill>
            <a:srgbClr val="E4EBF3"/>
          </a:solidFill>
          <a:ln w="12700">
            <a:solidFill>
              <a:srgbClr val="E4EBF3"/>
            </a:solidFill>
            <a:prstDash val="solid"/>
          </a:ln>
        </p:spPr>
      </p:sp>
      <p:sp>
        <p:nvSpPr>
          <p:cNvPr id="112" name="Shape 110"/>
          <p:cNvSpPr/>
          <p:nvPr/>
        </p:nvSpPr>
        <p:spPr>
          <a:xfrm>
            <a:off x="4187952" y="3339389"/>
            <a:ext cx="224028" cy="51206"/>
          </a:xfrm>
          <a:prstGeom prst="rect">
            <a:avLst/>
          </a:prstGeom>
          <a:solidFill>
            <a:srgbClr val="16305B"/>
          </a:solidFill>
          <a:ln w="12700">
            <a:solidFill>
              <a:srgbClr val="16305B"/>
            </a:solidFill>
            <a:prstDash val="solid"/>
          </a:ln>
        </p:spPr>
      </p:sp>
      <p:sp>
        <p:nvSpPr>
          <p:cNvPr id="113" name="Shape 111"/>
          <p:cNvSpPr/>
          <p:nvPr/>
        </p:nvSpPr>
        <p:spPr>
          <a:xfrm>
            <a:off x="4434840" y="3339389"/>
            <a:ext cx="224028" cy="51206"/>
          </a:xfrm>
          <a:prstGeom prst="rect">
            <a:avLst/>
          </a:prstGeom>
          <a:solidFill>
            <a:srgbClr val="16305B"/>
          </a:solidFill>
          <a:ln w="12700">
            <a:solidFill>
              <a:srgbClr val="16305B"/>
            </a:solidFill>
            <a:prstDash val="solid"/>
          </a:ln>
        </p:spPr>
      </p:sp>
      <p:sp>
        <p:nvSpPr>
          <p:cNvPr id="114" name="Shape 112"/>
          <p:cNvSpPr/>
          <p:nvPr/>
        </p:nvSpPr>
        <p:spPr>
          <a:xfrm>
            <a:off x="4681728" y="3339389"/>
            <a:ext cx="224028" cy="51206"/>
          </a:xfrm>
          <a:prstGeom prst="rect">
            <a:avLst/>
          </a:prstGeom>
          <a:solidFill>
            <a:srgbClr val="E2F4F8"/>
          </a:solidFill>
          <a:ln w="12700">
            <a:solidFill>
              <a:srgbClr val="E2F4F8"/>
            </a:solidFill>
            <a:prstDash val="solid"/>
          </a:ln>
        </p:spPr>
      </p:sp>
      <p:sp>
        <p:nvSpPr>
          <p:cNvPr id="115" name="Shape 113"/>
          <p:cNvSpPr/>
          <p:nvPr/>
        </p:nvSpPr>
        <p:spPr>
          <a:xfrm>
            <a:off x="4928616" y="3339389"/>
            <a:ext cx="224028" cy="51206"/>
          </a:xfrm>
          <a:prstGeom prst="rect">
            <a:avLst/>
          </a:prstGeom>
          <a:solidFill>
            <a:srgbClr val="E2F4F8"/>
          </a:solidFill>
          <a:ln w="12700">
            <a:solidFill>
              <a:srgbClr val="E2F4F8"/>
            </a:solidFill>
            <a:prstDash val="solid"/>
          </a:ln>
        </p:spPr>
      </p:sp>
      <p:sp>
        <p:nvSpPr>
          <p:cNvPr id="116" name="Shape 114"/>
          <p:cNvSpPr/>
          <p:nvPr/>
        </p:nvSpPr>
        <p:spPr>
          <a:xfrm>
            <a:off x="5175504" y="3339389"/>
            <a:ext cx="224028" cy="51206"/>
          </a:xfrm>
          <a:prstGeom prst="rect">
            <a:avLst/>
          </a:prstGeom>
          <a:solidFill>
            <a:srgbClr val="E2F4F8"/>
          </a:solidFill>
          <a:ln w="12700">
            <a:solidFill>
              <a:srgbClr val="E2F4F8"/>
            </a:solidFill>
            <a:prstDash val="solid"/>
          </a:ln>
        </p:spPr>
      </p:sp>
      <p:sp>
        <p:nvSpPr>
          <p:cNvPr id="117" name="Shape 115"/>
          <p:cNvSpPr/>
          <p:nvPr/>
        </p:nvSpPr>
        <p:spPr>
          <a:xfrm>
            <a:off x="1965960" y="3405226"/>
            <a:ext cx="224028" cy="51206"/>
          </a:xfrm>
          <a:prstGeom prst="rect">
            <a:avLst/>
          </a:prstGeom>
          <a:solidFill>
            <a:srgbClr val="16305B"/>
          </a:solidFill>
          <a:ln w="12700">
            <a:solidFill>
              <a:srgbClr val="16305B"/>
            </a:solidFill>
            <a:prstDash val="solid"/>
          </a:ln>
        </p:spPr>
      </p:sp>
      <p:sp>
        <p:nvSpPr>
          <p:cNvPr id="118" name="Shape 116"/>
          <p:cNvSpPr/>
          <p:nvPr/>
        </p:nvSpPr>
        <p:spPr>
          <a:xfrm>
            <a:off x="2212848" y="3405226"/>
            <a:ext cx="224028" cy="51206"/>
          </a:xfrm>
          <a:prstGeom prst="rect">
            <a:avLst/>
          </a:prstGeom>
          <a:solidFill>
            <a:srgbClr val="E4EBF3"/>
          </a:solidFill>
          <a:ln w="12700">
            <a:solidFill>
              <a:srgbClr val="E4EBF3"/>
            </a:solidFill>
            <a:prstDash val="solid"/>
          </a:ln>
        </p:spPr>
      </p:sp>
      <p:sp>
        <p:nvSpPr>
          <p:cNvPr id="119" name="Shape 117"/>
          <p:cNvSpPr/>
          <p:nvPr/>
        </p:nvSpPr>
        <p:spPr>
          <a:xfrm>
            <a:off x="2459736" y="3405226"/>
            <a:ext cx="224028" cy="51206"/>
          </a:xfrm>
          <a:prstGeom prst="rect">
            <a:avLst/>
          </a:prstGeom>
          <a:solidFill>
            <a:srgbClr val="E4EBF3"/>
          </a:solidFill>
          <a:ln w="12700">
            <a:solidFill>
              <a:srgbClr val="E4EBF3"/>
            </a:solidFill>
            <a:prstDash val="solid"/>
          </a:ln>
        </p:spPr>
      </p:sp>
      <p:sp>
        <p:nvSpPr>
          <p:cNvPr id="120" name="Shape 118"/>
          <p:cNvSpPr/>
          <p:nvPr/>
        </p:nvSpPr>
        <p:spPr>
          <a:xfrm>
            <a:off x="2706624" y="3405226"/>
            <a:ext cx="224028" cy="51206"/>
          </a:xfrm>
          <a:prstGeom prst="rect">
            <a:avLst/>
          </a:prstGeom>
          <a:solidFill>
            <a:srgbClr val="16305B"/>
          </a:solidFill>
          <a:ln w="12700">
            <a:solidFill>
              <a:srgbClr val="16305B"/>
            </a:solidFill>
            <a:prstDash val="solid"/>
          </a:ln>
        </p:spPr>
      </p:sp>
      <p:sp>
        <p:nvSpPr>
          <p:cNvPr id="121" name="Shape 119"/>
          <p:cNvSpPr/>
          <p:nvPr/>
        </p:nvSpPr>
        <p:spPr>
          <a:xfrm>
            <a:off x="2953512" y="3405226"/>
            <a:ext cx="224028" cy="51206"/>
          </a:xfrm>
          <a:prstGeom prst="rect">
            <a:avLst/>
          </a:prstGeom>
          <a:solidFill>
            <a:srgbClr val="16305B"/>
          </a:solidFill>
          <a:ln w="12700">
            <a:solidFill>
              <a:srgbClr val="16305B"/>
            </a:solidFill>
            <a:prstDash val="solid"/>
          </a:ln>
        </p:spPr>
      </p:sp>
      <p:sp>
        <p:nvSpPr>
          <p:cNvPr id="122" name="Shape 120"/>
          <p:cNvSpPr/>
          <p:nvPr/>
        </p:nvSpPr>
        <p:spPr>
          <a:xfrm>
            <a:off x="3200400" y="3405226"/>
            <a:ext cx="224028" cy="51206"/>
          </a:xfrm>
          <a:prstGeom prst="rect">
            <a:avLst/>
          </a:prstGeom>
          <a:solidFill>
            <a:srgbClr val="E4EBF3"/>
          </a:solidFill>
          <a:ln w="12700">
            <a:solidFill>
              <a:srgbClr val="E4EBF3"/>
            </a:solidFill>
            <a:prstDash val="solid"/>
          </a:ln>
        </p:spPr>
      </p:sp>
      <p:sp>
        <p:nvSpPr>
          <p:cNvPr id="123" name="Shape 121"/>
          <p:cNvSpPr/>
          <p:nvPr/>
        </p:nvSpPr>
        <p:spPr>
          <a:xfrm>
            <a:off x="3447288" y="3405226"/>
            <a:ext cx="224028" cy="51206"/>
          </a:xfrm>
          <a:prstGeom prst="rect">
            <a:avLst/>
          </a:prstGeom>
          <a:solidFill>
            <a:srgbClr val="16305B"/>
          </a:solidFill>
          <a:ln w="12700">
            <a:solidFill>
              <a:srgbClr val="16305B"/>
            </a:solidFill>
            <a:prstDash val="solid"/>
          </a:ln>
        </p:spPr>
      </p:sp>
      <p:sp>
        <p:nvSpPr>
          <p:cNvPr id="124" name="Shape 122"/>
          <p:cNvSpPr/>
          <p:nvPr/>
        </p:nvSpPr>
        <p:spPr>
          <a:xfrm>
            <a:off x="3694176" y="3405226"/>
            <a:ext cx="224028" cy="51206"/>
          </a:xfrm>
          <a:prstGeom prst="rect">
            <a:avLst/>
          </a:prstGeom>
          <a:solidFill>
            <a:srgbClr val="8FB0D4"/>
          </a:solidFill>
          <a:ln w="12700">
            <a:solidFill>
              <a:srgbClr val="8FB0D4"/>
            </a:solidFill>
            <a:prstDash val="solid"/>
          </a:ln>
        </p:spPr>
      </p:sp>
      <p:sp>
        <p:nvSpPr>
          <p:cNvPr id="125" name="Shape 123"/>
          <p:cNvSpPr/>
          <p:nvPr/>
        </p:nvSpPr>
        <p:spPr>
          <a:xfrm>
            <a:off x="3941064" y="3405226"/>
            <a:ext cx="224028" cy="51206"/>
          </a:xfrm>
          <a:prstGeom prst="rect">
            <a:avLst/>
          </a:prstGeom>
          <a:solidFill>
            <a:srgbClr val="16305B"/>
          </a:solidFill>
          <a:ln w="12700">
            <a:solidFill>
              <a:srgbClr val="16305B"/>
            </a:solidFill>
            <a:prstDash val="solid"/>
          </a:ln>
        </p:spPr>
      </p:sp>
      <p:sp>
        <p:nvSpPr>
          <p:cNvPr id="126" name="Shape 124"/>
          <p:cNvSpPr/>
          <p:nvPr/>
        </p:nvSpPr>
        <p:spPr>
          <a:xfrm>
            <a:off x="4187952" y="3405226"/>
            <a:ext cx="224028" cy="51206"/>
          </a:xfrm>
          <a:prstGeom prst="rect">
            <a:avLst/>
          </a:prstGeom>
          <a:solidFill>
            <a:srgbClr val="E4EBF3"/>
          </a:solidFill>
          <a:ln w="12700">
            <a:solidFill>
              <a:srgbClr val="E4EBF3"/>
            </a:solidFill>
            <a:prstDash val="solid"/>
          </a:ln>
        </p:spPr>
      </p:sp>
      <p:sp>
        <p:nvSpPr>
          <p:cNvPr id="127" name="Shape 125"/>
          <p:cNvSpPr/>
          <p:nvPr/>
        </p:nvSpPr>
        <p:spPr>
          <a:xfrm>
            <a:off x="4434840" y="3405226"/>
            <a:ext cx="224028" cy="51206"/>
          </a:xfrm>
          <a:prstGeom prst="rect">
            <a:avLst/>
          </a:prstGeom>
          <a:solidFill>
            <a:srgbClr val="16305B"/>
          </a:solidFill>
          <a:ln w="12700">
            <a:solidFill>
              <a:srgbClr val="16305B"/>
            </a:solidFill>
            <a:prstDash val="solid"/>
          </a:ln>
        </p:spPr>
      </p:sp>
      <p:sp>
        <p:nvSpPr>
          <p:cNvPr id="128" name="Shape 126"/>
          <p:cNvSpPr/>
          <p:nvPr/>
        </p:nvSpPr>
        <p:spPr>
          <a:xfrm>
            <a:off x="4681728" y="3405226"/>
            <a:ext cx="224028" cy="51206"/>
          </a:xfrm>
          <a:prstGeom prst="rect">
            <a:avLst/>
          </a:prstGeom>
          <a:solidFill>
            <a:srgbClr val="0090B0"/>
          </a:solidFill>
          <a:ln w="12700">
            <a:solidFill>
              <a:srgbClr val="0090B0"/>
            </a:solidFill>
            <a:prstDash val="solid"/>
          </a:ln>
        </p:spPr>
      </p:sp>
      <p:sp>
        <p:nvSpPr>
          <p:cNvPr id="129" name="Shape 127"/>
          <p:cNvSpPr/>
          <p:nvPr/>
        </p:nvSpPr>
        <p:spPr>
          <a:xfrm>
            <a:off x="4928616" y="3405226"/>
            <a:ext cx="224028" cy="51206"/>
          </a:xfrm>
          <a:prstGeom prst="rect">
            <a:avLst/>
          </a:prstGeom>
          <a:solidFill>
            <a:srgbClr val="E2F4F8"/>
          </a:solidFill>
          <a:ln w="12700">
            <a:solidFill>
              <a:srgbClr val="E2F4F8"/>
            </a:solidFill>
            <a:prstDash val="solid"/>
          </a:ln>
        </p:spPr>
      </p:sp>
      <p:sp>
        <p:nvSpPr>
          <p:cNvPr id="130" name="Shape 128"/>
          <p:cNvSpPr/>
          <p:nvPr/>
        </p:nvSpPr>
        <p:spPr>
          <a:xfrm>
            <a:off x="5175504" y="3405226"/>
            <a:ext cx="224028" cy="51206"/>
          </a:xfrm>
          <a:prstGeom prst="rect">
            <a:avLst/>
          </a:prstGeom>
          <a:solidFill>
            <a:srgbClr val="E2F4F8"/>
          </a:solidFill>
          <a:ln w="12700">
            <a:solidFill>
              <a:srgbClr val="E2F4F8"/>
            </a:solidFill>
            <a:prstDash val="solid"/>
          </a:ln>
        </p:spPr>
      </p:sp>
      <p:sp>
        <p:nvSpPr>
          <p:cNvPr id="131" name="Shape 129"/>
          <p:cNvSpPr/>
          <p:nvPr/>
        </p:nvSpPr>
        <p:spPr>
          <a:xfrm>
            <a:off x="1965960" y="3471062"/>
            <a:ext cx="224028" cy="51206"/>
          </a:xfrm>
          <a:prstGeom prst="rect">
            <a:avLst/>
          </a:prstGeom>
          <a:solidFill>
            <a:srgbClr val="16305B"/>
          </a:solidFill>
          <a:ln w="12700">
            <a:solidFill>
              <a:srgbClr val="16305B"/>
            </a:solidFill>
            <a:prstDash val="solid"/>
          </a:ln>
        </p:spPr>
      </p:sp>
      <p:sp>
        <p:nvSpPr>
          <p:cNvPr id="132" name="Shape 130"/>
          <p:cNvSpPr/>
          <p:nvPr/>
        </p:nvSpPr>
        <p:spPr>
          <a:xfrm>
            <a:off x="2212848" y="3471062"/>
            <a:ext cx="224028" cy="51206"/>
          </a:xfrm>
          <a:prstGeom prst="rect">
            <a:avLst/>
          </a:prstGeom>
          <a:solidFill>
            <a:srgbClr val="E4EBF3"/>
          </a:solidFill>
          <a:ln w="12700">
            <a:solidFill>
              <a:srgbClr val="E4EBF3"/>
            </a:solidFill>
            <a:prstDash val="solid"/>
          </a:ln>
        </p:spPr>
      </p:sp>
      <p:sp>
        <p:nvSpPr>
          <p:cNvPr id="133" name="Shape 131"/>
          <p:cNvSpPr/>
          <p:nvPr/>
        </p:nvSpPr>
        <p:spPr>
          <a:xfrm>
            <a:off x="2459736" y="3471062"/>
            <a:ext cx="224028" cy="51206"/>
          </a:xfrm>
          <a:prstGeom prst="rect">
            <a:avLst/>
          </a:prstGeom>
          <a:solidFill>
            <a:srgbClr val="E4EBF3"/>
          </a:solidFill>
          <a:ln w="12700">
            <a:solidFill>
              <a:srgbClr val="E4EBF3"/>
            </a:solidFill>
            <a:prstDash val="solid"/>
          </a:ln>
        </p:spPr>
      </p:sp>
      <p:sp>
        <p:nvSpPr>
          <p:cNvPr id="134" name="Shape 132"/>
          <p:cNvSpPr/>
          <p:nvPr/>
        </p:nvSpPr>
        <p:spPr>
          <a:xfrm>
            <a:off x="2706624" y="3471062"/>
            <a:ext cx="224028" cy="51206"/>
          </a:xfrm>
          <a:prstGeom prst="rect">
            <a:avLst/>
          </a:prstGeom>
          <a:solidFill>
            <a:srgbClr val="E4EBF3"/>
          </a:solidFill>
          <a:ln w="12700">
            <a:solidFill>
              <a:srgbClr val="E4EBF3"/>
            </a:solidFill>
            <a:prstDash val="solid"/>
          </a:ln>
        </p:spPr>
      </p:sp>
      <p:sp>
        <p:nvSpPr>
          <p:cNvPr id="135" name="Shape 133"/>
          <p:cNvSpPr/>
          <p:nvPr/>
        </p:nvSpPr>
        <p:spPr>
          <a:xfrm>
            <a:off x="2953512" y="3471062"/>
            <a:ext cx="224028" cy="51206"/>
          </a:xfrm>
          <a:prstGeom prst="rect">
            <a:avLst/>
          </a:prstGeom>
          <a:solidFill>
            <a:srgbClr val="16305B"/>
          </a:solidFill>
          <a:ln w="12700">
            <a:solidFill>
              <a:srgbClr val="16305B"/>
            </a:solidFill>
            <a:prstDash val="solid"/>
          </a:ln>
        </p:spPr>
      </p:sp>
      <p:sp>
        <p:nvSpPr>
          <p:cNvPr id="136" name="Shape 134"/>
          <p:cNvSpPr/>
          <p:nvPr/>
        </p:nvSpPr>
        <p:spPr>
          <a:xfrm>
            <a:off x="3200400" y="3471062"/>
            <a:ext cx="224028" cy="51206"/>
          </a:xfrm>
          <a:prstGeom prst="rect">
            <a:avLst/>
          </a:prstGeom>
          <a:solidFill>
            <a:srgbClr val="16305B"/>
          </a:solidFill>
          <a:ln w="12700">
            <a:solidFill>
              <a:srgbClr val="16305B"/>
            </a:solidFill>
            <a:prstDash val="solid"/>
          </a:ln>
        </p:spPr>
      </p:sp>
      <p:sp>
        <p:nvSpPr>
          <p:cNvPr id="137" name="Shape 135"/>
          <p:cNvSpPr/>
          <p:nvPr/>
        </p:nvSpPr>
        <p:spPr>
          <a:xfrm>
            <a:off x="3447288" y="3471062"/>
            <a:ext cx="224028" cy="51206"/>
          </a:xfrm>
          <a:prstGeom prst="rect">
            <a:avLst/>
          </a:prstGeom>
          <a:solidFill>
            <a:srgbClr val="E4EBF3"/>
          </a:solidFill>
          <a:ln w="12700">
            <a:solidFill>
              <a:srgbClr val="E4EBF3"/>
            </a:solidFill>
            <a:prstDash val="solid"/>
          </a:ln>
        </p:spPr>
      </p:sp>
      <p:sp>
        <p:nvSpPr>
          <p:cNvPr id="138" name="Shape 136"/>
          <p:cNvSpPr/>
          <p:nvPr/>
        </p:nvSpPr>
        <p:spPr>
          <a:xfrm>
            <a:off x="3694176" y="3471062"/>
            <a:ext cx="224028" cy="51206"/>
          </a:xfrm>
          <a:prstGeom prst="rect">
            <a:avLst/>
          </a:prstGeom>
          <a:solidFill>
            <a:srgbClr val="16305B"/>
          </a:solidFill>
          <a:ln w="12700">
            <a:solidFill>
              <a:srgbClr val="16305B"/>
            </a:solidFill>
            <a:prstDash val="solid"/>
          </a:ln>
        </p:spPr>
      </p:sp>
      <p:sp>
        <p:nvSpPr>
          <p:cNvPr id="139" name="Shape 137"/>
          <p:cNvSpPr/>
          <p:nvPr/>
        </p:nvSpPr>
        <p:spPr>
          <a:xfrm>
            <a:off x="3941064" y="3471062"/>
            <a:ext cx="224028" cy="51206"/>
          </a:xfrm>
          <a:prstGeom prst="rect">
            <a:avLst/>
          </a:prstGeom>
          <a:solidFill>
            <a:srgbClr val="8FB0D4"/>
          </a:solidFill>
          <a:ln w="12700">
            <a:solidFill>
              <a:srgbClr val="8FB0D4"/>
            </a:solidFill>
            <a:prstDash val="solid"/>
          </a:ln>
        </p:spPr>
      </p:sp>
      <p:sp>
        <p:nvSpPr>
          <p:cNvPr id="140" name="Shape 138"/>
          <p:cNvSpPr/>
          <p:nvPr/>
        </p:nvSpPr>
        <p:spPr>
          <a:xfrm>
            <a:off x="4187952" y="3471062"/>
            <a:ext cx="224028" cy="51206"/>
          </a:xfrm>
          <a:prstGeom prst="rect">
            <a:avLst/>
          </a:prstGeom>
          <a:solidFill>
            <a:srgbClr val="16305B"/>
          </a:solidFill>
          <a:ln w="12700">
            <a:solidFill>
              <a:srgbClr val="16305B"/>
            </a:solidFill>
            <a:prstDash val="solid"/>
          </a:ln>
        </p:spPr>
      </p:sp>
      <p:sp>
        <p:nvSpPr>
          <p:cNvPr id="141" name="Shape 139"/>
          <p:cNvSpPr/>
          <p:nvPr/>
        </p:nvSpPr>
        <p:spPr>
          <a:xfrm>
            <a:off x="4434840" y="3471062"/>
            <a:ext cx="224028" cy="51206"/>
          </a:xfrm>
          <a:prstGeom prst="rect">
            <a:avLst/>
          </a:prstGeom>
          <a:solidFill>
            <a:srgbClr val="E4EBF3"/>
          </a:solidFill>
          <a:ln w="12700">
            <a:solidFill>
              <a:srgbClr val="E4EBF3"/>
            </a:solidFill>
            <a:prstDash val="solid"/>
          </a:ln>
        </p:spPr>
      </p:sp>
      <p:sp>
        <p:nvSpPr>
          <p:cNvPr id="142" name="Shape 140"/>
          <p:cNvSpPr/>
          <p:nvPr/>
        </p:nvSpPr>
        <p:spPr>
          <a:xfrm>
            <a:off x="4681728" y="3471062"/>
            <a:ext cx="224028" cy="51206"/>
          </a:xfrm>
          <a:prstGeom prst="rect">
            <a:avLst/>
          </a:prstGeom>
          <a:solidFill>
            <a:srgbClr val="0090B0"/>
          </a:solidFill>
          <a:ln w="12700">
            <a:solidFill>
              <a:srgbClr val="0090B0"/>
            </a:solidFill>
            <a:prstDash val="solid"/>
          </a:ln>
        </p:spPr>
      </p:sp>
      <p:sp>
        <p:nvSpPr>
          <p:cNvPr id="143" name="Shape 141"/>
          <p:cNvSpPr/>
          <p:nvPr/>
        </p:nvSpPr>
        <p:spPr>
          <a:xfrm>
            <a:off x="4928616" y="3471062"/>
            <a:ext cx="224028" cy="51206"/>
          </a:xfrm>
          <a:prstGeom prst="rect">
            <a:avLst/>
          </a:prstGeom>
          <a:solidFill>
            <a:srgbClr val="0090B0"/>
          </a:solidFill>
          <a:ln w="12700">
            <a:solidFill>
              <a:srgbClr val="0090B0"/>
            </a:solidFill>
            <a:prstDash val="solid"/>
          </a:ln>
        </p:spPr>
      </p:sp>
      <p:sp>
        <p:nvSpPr>
          <p:cNvPr id="144" name="Shape 142"/>
          <p:cNvSpPr/>
          <p:nvPr/>
        </p:nvSpPr>
        <p:spPr>
          <a:xfrm>
            <a:off x="5175504" y="3471062"/>
            <a:ext cx="224028" cy="51206"/>
          </a:xfrm>
          <a:prstGeom prst="rect">
            <a:avLst/>
          </a:prstGeom>
          <a:solidFill>
            <a:srgbClr val="E2F4F8"/>
          </a:solidFill>
          <a:ln w="12700">
            <a:solidFill>
              <a:srgbClr val="E2F4F8"/>
            </a:solidFill>
            <a:prstDash val="solid"/>
          </a:ln>
        </p:spPr>
      </p:sp>
      <p:sp>
        <p:nvSpPr>
          <p:cNvPr id="145" name="Shape 143"/>
          <p:cNvSpPr/>
          <p:nvPr/>
        </p:nvSpPr>
        <p:spPr>
          <a:xfrm>
            <a:off x="1965960" y="3536899"/>
            <a:ext cx="224028" cy="51206"/>
          </a:xfrm>
          <a:prstGeom prst="rect">
            <a:avLst/>
          </a:prstGeom>
          <a:solidFill>
            <a:srgbClr val="16305B"/>
          </a:solidFill>
          <a:ln w="12700">
            <a:solidFill>
              <a:srgbClr val="16305B"/>
            </a:solidFill>
            <a:prstDash val="solid"/>
          </a:ln>
        </p:spPr>
      </p:sp>
      <p:sp>
        <p:nvSpPr>
          <p:cNvPr id="146" name="Shape 144"/>
          <p:cNvSpPr/>
          <p:nvPr/>
        </p:nvSpPr>
        <p:spPr>
          <a:xfrm>
            <a:off x="2212848" y="3536899"/>
            <a:ext cx="224028" cy="51206"/>
          </a:xfrm>
          <a:prstGeom prst="rect">
            <a:avLst/>
          </a:prstGeom>
          <a:solidFill>
            <a:srgbClr val="E4EBF3"/>
          </a:solidFill>
          <a:ln w="12700">
            <a:solidFill>
              <a:srgbClr val="E4EBF3"/>
            </a:solidFill>
            <a:prstDash val="solid"/>
          </a:ln>
        </p:spPr>
      </p:sp>
      <p:sp>
        <p:nvSpPr>
          <p:cNvPr id="147" name="Shape 145"/>
          <p:cNvSpPr/>
          <p:nvPr/>
        </p:nvSpPr>
        <p:spPr>
          <a:xfrm>
            <a:off x="2459736" y="3536899"/>
            <a:ext cx="224028" cy="51206"/>
          </a:xfrm>
          <a:prstGeom prst="rect">
            <a:avLst/>
          </a:prstGeom>
          <a:solidFill>
            <a:srgbClr val="E4EBF3"/>
          </a:solidFill>
          <a:ln w="12700">
            <a:solidFill>
              <a:srgbClr val="E4EBF3"/>
            </a:solidFill>
            <a:prstDash val="solid"/>
          </a:ln>
        </p:spPr>
      </p:sp>
      <p:sp>
        <p:nvSpPr>
          <p:cNvPr id="148" name="Shape 146"/>
          <p:cNvSpPr/>
          <p:nvPr/>
        </p:nvSpPr>
        <p:spPr>
          <a:xfrm>
            <a:off x="2706624" y="3536899"/>
            <a:ext cx="224028" cy="51206"/>
          </a:xfrm>
          <a:prstGeom prst="rect">
            <a:avLst/>
          </a:prstGeom>
          <a:solidFill>
            <a:srgbClr val="E4EBF3"/>
          </a:solidFill>
          <a:ln w="12700">
            <a:solidFill>
              <a:srgbClr val="E4EBF3"/>
            </a:solidFill>
            <a:prstDash val="solid"/>
          </a:ln>
        </p:spPr>
      </p:sp>
      <p:sp>
        <p:nvSpPr>
          <p:cNvPr id="149" name="Shape 147"/>
          <p:cNvSpPr/>
          <p:nvPr/>
        </p:nvSpPr>
        <p:spPr>
          <a:xfrm>
            <a:off x="2953512" y="3536899"/>
            <a:ext cx="224028" cy="51206"/>
          </a:xfrm>
          <a:prstGeom prst="rect">
            <a:avLst/>
          </a:prstGeom>
          <a:solidFill>
            <a:srgbClr val="E4EBF3"/>
          </a:solidFill>
          <a:ln w="12700">
            <a:solidFill>
              <a:srgbClr val="E4EBF3"/>
            </a:solidFill>
            <a:prstDash val="solid"/>
          </a:ln>
        </p:spPr>
      </p:sp>
      <p:sp>
        <p:nvSpPr>
          <p:cNvPr id="150" name="Shape 148"/>
          <p:cNvSpPr/>
          <p:nvPr/>
        </p:nvSpPr>
        <p:spPr>
          <a:xfrm>
            <a:off x="3200400" y="3536899"/>
            <a:ext cx="224028" cy="51206"/>
          </a:xfrm>
          <a:prstGeom prst="rect">
            <a:avLst/>
          </a:prstGeom>
          <a:solidFill>
            <a:srgbClr val="16305B"/>
          </a:solidFill>
          <a:ln w="12700">
            <a:solidFill>
              <a:srgbClr val="16305B"/>
            </a:solidFill>
            <a:prstDash val="solid"/>
          </a:ln>
        </p:spPr>
      </p:sp>
      <p:sp>
        <p:nvSpPr>
          <p:cNvPr id="151" name="Shape 149"/>
          <p:cNvSpPr/>
          <p:nvPr/>
        </p:nvSpPr>
        <p:spPr>
          <a:xfrm>
            <a:off x="3447288" y="3536899"/>
            <a:ext cx="224028" cy="51206"/>
          </a:xfrm>
          <a:prstGeom prst="rect">
            <a:avLst/>
          </a:prstGeom>
          <a:solidFill>
            <a:srgbClr val="16305B"/>
          </a:solidFill>
          <a:ln w="12700">
            <a:solidFill>
              <a:srgbClr val="16305B"/>
            </a:solidFill>
            <a:prstDash val="solid"/>
          </a:ln>
        </p:spPr>
      </p:sp>
      <p:sp>
        <p:nvSpPr>
          <p:cNvPr id="152" name="Shape 150"/>
          <p:cNvSpPr/>
          <p:nvPr/>
        </p:nvSpPr>
        <p:spPr>
          <a:xfrm>
            <a:off x="3694176" y="3536899"/>
            <a:ext cx="224028" cy="51206"/>
          </a:xfrm>
          <a:prstGeom prst="rect">
            <a:avLst/>
          </a:prstGeom>
          <a:solidFill>
            <a:srgbClr val="E4EBF3"/>
          </a:solidFill>
          <a:ln w="12700">
            <a:solidFill>
              <a:srgbClr val="E4EBF3"/>
            </a:solidFill>
            <a:prstDash val="solid"/>
          </a:ln>
        </p:spPr>
      </p:sp>
      <p:sp>
        <p:nvSpPr>
          <p:cNvPr id="153" name="Shape 151"/>
          <p:cNvSpPr/>
          <p:nvPr/>
        </p:nvSpPr>
        <p:spPr>
          <a:xfrm>
            <a:off x="3941064" y="3536899"/>
            <a:ext cx="224028" cy="51206"/>
          </a:xfrm>
          <a:prstGeom prst="rect">
            <a:avLst/>
          </a:prstGeom>
          <a:solidFill>
            <a:srgbClr val="16305B"/>
          </a:solidFill>
          <a:ln w="12700">
            <a:solidFill>
              <a:srgbClr val="16305B"/>
            </a:solidFill>
            <a:prstDash val="solid"/>
          </a:ln>
        </p:spPr>
      </p:sp>
      <p:sp>
        <p:nvSpPr>
          <p:cNvPr id="154" name="Shape 152"/>
          <p:cNvSpPr/>
          <p:nvPr/>
        </p:nvSpPr>
        <p:spPr>
          <a:xfrm>
            <a:off x="4187952" y="3536899"/>
            <a:ext cx="224028" cy="51206"/>
          </a:xfrm>
          <a:prstGeom prst="rect">
            <a:avLst/>
          </a:prstGeom>
          <a:solidFill>
            <a:srgbClr val="8FB0D4"/>
          </a:solidFill>
          <a:ln w="12700">
            <a:solidFill>
              <a:srgbClr val="8FB0D4"/>
            </a:solidFill>
            <a:prstDash val="solid"/>
          </a:ln>
        </p:spPr>
      </p:sp>
      <p:sp>
        <p:nvSpPr>
          <p:cNvPr id="155" name="Shape 153"/>
          <p:cNvSpPr/>
          <p:nvPr/>
        </p:nvSpPr>
        <p:spPr>
          <a:xfrm>
            <a:off x="4434840" y="3536899"/>
            <a:ext cx="224028" cy="51206"/>
          </a:xfrm>
          <a:prstGeom prst="rect">
            <a:avLst/>
          </a:prstGeom>
          <a:solidFill>
            <a:srgbClr val="16305B"/>
          </a:solidFill>
          <a:ln w="12700">
            <a:solidFill>
              <a:srgbClr val="16305B"/>
            </a:solidFill>
            <a:prstDash val="solid"/>
          </a:ln>
        </p:spPr>
      </p:sp>
      <p:sp>
        <p:nvSpPr>
          <p:cNvPr id="156" name="Shape 154"/>
          <p:cNvSpPr/>
          <p:nvPr/>
        </p:nvSpPr>
        <p:spPr>
          <a:xfrm>
            <a:off x="4681728" y="3536899"/>
            <a:ext cx="224028" cy="51206"/>
          </a:xfrm>
          <a:prstGeom prst="rect">
            <a:avLst/>
          </a:prstGeom>
          <a:solidFill>
            <a:srgbClr val="E2F4F8"/>
          </a:solidFill>
          <a:ln w="12700">
            <a:solidFill>
              <a:srgbClr val="E2F4F8"/>
            </a:solidFill>
            <a:prstDash val="solid"/>
          </a:ln>
        </p:spPr>
      </p:sp>
      <p:sp>
        <p:nvSpPr>
          <p:cNvPr id="157" name="Shape 155"/>
          <p:cNvSpPr/>
          <p:nvPr/>
        </p:nvSpPr>
        <p:spPr>
          <a:xfrm>
            <a:off x="4928616" y="3536899"/>
            <a:ext cx="224028" cy="51206"/>
          </a:xfrm>
          <a:prstGeom prst="rect">
            <a:avLst/>
          </a:prstGeom>
          <a:solidFill>
            <a:srgbClr val="0090B0"/>
          </a:solidFill>
          <a:ln w="12700">
            <a:solidFill>
              <a:srgbClr val="0090B0"/>
            </a:solidFill>
            <a:prstDash val="solid"/>
          </a:ln>
        </p:spPr>
      </p:sp>
      <p:sp>
        <p:nvSpPr>
          <p:cNvPr id="158" name="Shape 156"/>
          <p:cNvSpPr/>
          <p:nvPr/>
        </p:nvSpPr>
        <p:spPr>
          <a:xfrm>
            <a:off x="5175504" y="3536899"/>
            <a:ext cx="224028" cy="51206"/>
          </a:xfrm>
          <a:prstGeom prst="rect">
            <a:avLst/>
          </a:prstGeom>
          <a:solidFill>
            <a:srgbClr val="0090B0"/>
          </a:solidFill>
          <a:ln w="12700">
            <a:solidFill>
              <a:srgbClr val="0090B0"/>
            </a:solidFill>
            <a:prstDash val="solid"/>
          </a:ln>
        </p:spPr>
      </p:sp>
      <p:sp>
        <p:nvSpPr>
          <p:cNvPr id="159" name="Shape 157"/>
          <p:cNvSpPr/>
          <p:nvPr/>
        </p:nvSpPr>
        <p:spPr>
          <a:xfrm>
            <a:off x="1965960" y="3602736"/>
            <a:ext cx="224028" cy="51206"/>
          </a:xfrm>
          <a:prstGeom prst="rect">
            <a:avLst/>
          </a:prstGeom>
          <a:solidFill>
            <a:srgbClr val="16305B"/>
          </a:solidFill>
          <a:ln w="12700">
            <a:solidFill>
              <a:srgbClr val="16305B"/>
            </a:solidFill>
            <a:prstDash val="solid"/>
          </a:ln>
        </p:spPr>
      </p:sp>
      <p:sp>
        <p:nvSpPr>
          <p:cNvPr id="160" name="Shape 158"/>
          <p:cNvSpPr/>
          <p:nvPr/>
        </p:nvSpPr>
        <p:spPr>
          <a:xfrm>
            <a:off x="2212848" y="3602736"/>
            <a:ext cx="224028" cy="51206"/>
          </a:xfrm>
          <a:prstGeom prst="rect">
            <a:avLst/>
          </a:prstGeom>
          <a:solidFill>
            <a:srgbClr val="16305B"/>
          </a:solidFill>
          <a:ln w="12700">
            <a:solidFill>
              <a:srgbClr val="16305B"/>
            </a:solidFill>
            <a:prstDash val="solid"/>
          </a:ln>
        </p:spPr>
      </p:sp>
      <p:sp>
        <p:nvSpPr>
          <p:cNvPr id="161" name="Shape 159"/>
          <p:cNvSpPr/>
          <p:nvPr/>
        </p:nvSpPr>
        <p:spPr>
          <a:xfrm>
            <a:off x="2459736" y="3602736"/>
            <a:ext cx="224028" cy="51206"/>
          </a:xfrm>
          <a:prstGeom prst="rect">
            <a:avLst/>
          </a:prstGeom>
          <a:solidFill>
            <a:srgbClr val="E4EBF3"/>
          </a:solidFill>
          <a:ln w="12700">
            <a:solidFill>
              <a:srgbClr val="E4EBF3"/>
            </a:solidFill>
            <a:prstDash val="solid"/>
          </a:ln>
        </p:spPr>
      </p:sp>
      <p:sp>
        <p:nvSpPr>
          <p:cNvPr id="162" name="Shape 160"/>
          <p:cNvSpPr/>
          <p:nvPr/>
        </p:nvSpPr>
        <p:spPr>
          <a:xfrm>
            <a:off x="2706624" y="3602736"/>
            <a:ext cx="224028" cy="51206"/>
          </a:xfrm>
          <a:prstGeom prst="rect">
            <a:avLst/>
          </a:prstGeom>
          <a:solidFill>
            <a:srgbClr val="E4EBF3"/>
          </a:solidFill>
          <a:ln w="12700">
            <a:solidFill>
              <a:srgbClr val="E4EBF3"/>
            </a:solidFill>
            <a:prstDash val="solid"/>
          </a:ln>
        </p:spPr>
      </p:sp>
      <p:sp>
        <p:nvSpPr>
          <p:cNvPr id="163" name="Shape 161"/>
          <p:cNvSpPr/>
          <p:nvPr/>
        </p:nvSpPr>
        <p:spPr>
          <a:xfrm>
            <a:off x="2953512" y="3602736"/>
            <a:ext cx="224028" cy="51206"/>
          </a:xfrm>
          <a:prstGeom prst="rect">
            <a:avLst/>
          </a:prstGeom>
          <a:solidFill>
            <a:srgbClr val="E4EBF3"/>
          </a:solidFill>
          <a:ln w="12700">
            <a:solidFill>
              <a:srgbClr val="E4EBF3"/>
            </a:solidFill>
            <a:prstDash val="solid"/>
          </a:ln>
        </p:spPr>
      </p:sp>
      <p:sp>
        <p:nvSpPr>
          <p:cNvPr id="164" name="Shape 162"/>
          <p:cNvSpPr/>
          <p:nvPr/>
        </p:nvSpPr>
        <p:spPr>
          <a:xfrm>
            <a:off x="3200400" y="3602736"/>
            <a:ext cx="224028" cy="51206"/>
          </a:xfrm>
          <a:prstGeom prst="rect">
            <a:avLst/>
          </a:prstGeom>
          <a:solidFill>
            <a:srgbClr val="E4EBF3"/>
          </a:solidFill>
          <a:ln w="12700">
            <a:solidFill>
              <a:srgbClr val="E4EBF3"/>
            </a:solidFill>
            <a:prstDash val="solid"/>
          </a:ln>
        </p:spPr>
      </p:sp>
      <p:sp>
        <p:nvSpPr>
          <p:cNvPr id="165" name="Shape 163"/>
          <p:cNvSpPr/>
          <p:nvPr/>
        </p:nvSpPr>
        <p:spPr>
          <a:xfrm>
            <a:off x="3447288" y="3602736"/>
            <a:ext cx="224028" cy="51206"/>
          </a:xfrm>
          <a:prstGeom prst="rect">
            <a:avLst/>
          </a:prstGeom>
          <a:solidFill>
            <a:srgbClr val="16305B"/>
          </a:solidFill>
          <a:ln w="12700">
            <a:solidFill>
              <a:srgbClr val="16305B"/>
            </a:solidFill>
            <a:prstDash val="solid"/>
          </a:ln>
        </p:spPr>
      </p:sp>
      <p:sp>
        <p:nvSpPr>
          <p:cNvPr id="166" name="Shape 164"/>
          <p:cNvSpPr/>
          <p:nvPr/>
        </p:nvSpPr>
        <p:spPr>
          <a:xfrm>
            <a:off x="3694176" y="3602736"/>
            <a:ext cx="224028" cy="51206"/>
          </a:xfrm>
          <a:prstGeom prst="rect">
            <a:avLst/>
          </a:prstGeom>
          <a:solidFill>
            <a:srgbClr val="16305B"/>
          </a:solidFill>
          <a:ln w="12700">
            <a:solidFill>
              <a:srgbClr val="16305B"/>
            </a:solidFill>
            <a:prstDash val="solid"/>
          </a:ln>
        </p:spPr>
      </p:sp>
      <p:sp>
        <p:nvSpPr>
          <p:cNvPr id="167" name="Shape 165"/>
          <p:cNvSpPr/>
          <p:nvPr/>
        </p:nvSpPr>
        <p:spPr>
          <a:xfrm>
            <a:off x="3941064" y="3602736"/>
            <a:ext cx="224028" cy="51206"/>
          </a:xfrm>
          <a:prstGeom prst="rect">
            <a:avLst/>
          </a:prstGeom>
          <a:solidFill>
            <a:srgbClr val="E4EBF3"/>
          </a:solidFill>
          <a:ln w="12700">
            <a:solidFill>
              <a:srgbClr val="E4EBF3"/>
            </a:solidFill>
            <a:prstDash val="solid"/>
          </a:ln>
        </p:spPr>
      </p:sp>
      <p:sp>
        <p:nvSpPr>
          <p:cNvPr id="168" name="Shape 166"/>
          <p:cNvSpPr/>
          <p:nvPr/>
        </p:nvSpPr>
        <p:spPr>
          <a:xfrm>
            <a:off x="4187952" y="3602736"/>
            <a:ext cx="224028" cy="51206"/>
          </a:xfrm>
          <a:prstGeom prst="rect">
            <a:avLst/>
          </a:prstGeom>
          <a:solidFill>
            <a:srgbClr val="16305B"/>
          </a:solidFill>
          <a:ln w="12700">
            <a:solidFill>
              <a:srgbClr val="16305B"/>
            </a:solidFill>
            <a:prstDash val="solid"/>
          </a:ln>
        </p:spPr>
      </p:sp>
      <p:sp>
        <p:nvSpPr>
          <p:cNvPr id="169" name="Shape 167"/>
          <p:cNvSpPr/>
          <p:nvPr/>
        </p:nvSpPr>
        <p:spPr>
          <a:xfrm>
            <a:off x="4434840" y="3602736"/>
            <a:ext cx="224028" cy="51206"/>
          </a:xfrm>
          <a:prstGeom prst="rect">
            <a:avLst/>
          </a:prstGeom>
          <a:solidFill>
            <a:srgbClr val="8FB0D4"/>
          </a:solidFill>
          <a:ln w="12700">
            <a:solidFill>
              <a:srgbClr val="8FB0D4"/>
            </a:solidFill>
            <a:prstDash val="solid"/>
          </a:ln>
        </p:spPr>
      </p:sp>
      <p:sp>
        <p:nvSpPr>
          <p:cNvPr id="170" name="Shape 168"/>
          <p:cNvSpPr/>
          <p:nvPr/>
        </p:nvSpPr>
        <p:spPr>
          <a:xfrm>
            <a:off x="4681728" y="3602736"/>
            <a:ext cx="224028" cy="51206"/>
          </a:xfrm>
          <a:prstGeom prst="rect">
            <a:avLst/>
          </a:prstGeom>
          <a:solidFill>
            <a:srgbClr val="0090B0"/>
          </a:solidFill>
          <a:ln w="12700">
            <a:solidFill>
              <a:srgbClr val="0090B0"/>
            </a:solidFill>
            <a:prstDash val="solid"/>
          </a:ln>
        </p:spPr>
      </p:sp>
      <p:sp>
        <p:nvSpPr>
          <p:cNvPr id="171" name="Shape 169"/>
          <p:cNvSpPr/>
          <p:nvPr/>
        </p:nvSpPr>
        <p:spPr>
          <a:xfrm>
            <a:off x="4928616" y="3602736"/>
            <a:ext cx="224028" cy="51206"/>
          </a:xfrm>
          <a:prstGeom prst="rect">
            <a:avLst/>
          </a:prstGeom>
          <a:solidFill>
            <a:srgbClr val="E2F4F8"/>
          </a:solidFill>
          <a:ln w="12700">
            <a:solidFill>
              <a:srgbClr val="E2F4F8"/>
            </a:solidFill>
            <a:prstDash val="solid"/>
          </a:ln>
        </p:spPr>
      </p:sp>
      <p:sp>
        <p:nvSpPr>
          <p:cNvPr id="172" name="Shape 170"/>
          <p:cNvSpPr/>
          <p:nvPr/>
        </p:nvSpPr>
        <p:spPr>
          <a:xfrm>
            <a:off x="5175504" y="3602736"/>
            <a:ext cx="224028" cy="51206"/>
          </a:xfrm>
          <a:prstGeom prst="rect">
            <a:avLst/>
          </a:prstGeom>
          <a:solidFill>
            <a:srgbClr val="0090B0"/>
          </a:solidFill>
          <a:ln w="12700">
            <a:solidFill>
              <a:srgbClr val="0090B0"/>
            </a:solidFill>
            <a:prstDash val="solid"/>
          </a:ln>
        </p:spPr>
      </p:sp>
      <p:sp>
        <p:nvSpPr>
          <p:cNvPr id="173" name="Shape 171"/>
          <p:cNvSpPr/>
          <p:nvPr/>
        </p:nvSpPr>
        <p:spPr>
          <a:xfrm>
            <a:off x="1965960" y="3668573"/>
            <a:ext cx="224028" cy="51206"/>
          </a:xfrm>
          <a:prstGeom prst="rect">
            <a:avLst/>
          </a:prstGeom>
          <a:solidFill>
            <a:srgbClr val="16305B"/>
          </a:solidFill>
          <a:ln w="12700">
            <a:solidFill>
              <a:srgbClr val="16305B"/>
            </a:solidFill>
            <a:prstDash val="solid"/>
          </a:ln>
        </p:spPr>
      </p:sp>
      <p:sp>
        <p:nvSpPr>
          <p:cNvPr id="174" name="Shape 172"/>
          <p:cNvSpPr/>
          <p:nvPr/>
        </p:nvSpPr>
        <p:spPr>
          <a:xfrm>
            <a:off x="2212848" y="3668573"/>
            <a:ext cx="224028" cy="51206"/>
          </a:xfrm>
          <a:prstGeom prst="rect">
            <a:avLst/>
          </a:prstGeom>
          <a:solidFill>
            <a:srgbClr val="16305B"/>
          </a:solidFill>
          <a:ln w="12700">
            <a:solidFill>
              <a:srgbClr val="16305B"/>
            </a:solidFill>
            <a:prstDash val="solid"/>
          </a:ln>
        </p:spPr>
      </p:sp>
      <p:sp>
        <p:nvSpPr>
          <p:cNvPr id="175" name="Shape 173"/>
          <p:cNvSpPr/>
          <p:nvPr/>
        </p:nvSpPr>
        <p:spPr>
          <a:xfrm>
            <a:off x="2459736" y="3668573"/>
            <a:ext cx="224028" cy="51206"/>
          </a:xfrm>
          <a:prstGeom prst="rect">
            <a:avLst/>
          </a:prstGeom>
          <a:solidFill>
            <a:srgbClr val="16305B"/>
          </a:solidFill>
          <a:ln w="12700">
            <a:solidFill>
              <a:srgbClr val="16305B"/>
            </a:solidFill>
            <a:prstDash val="solid"/>
          </a:ln>
        </p:spPr>
      </p:sp>
      <p:sp>
        <p:nvSpPr>
          <p:cNvPr id="176" name="Shape 174"/>
          <p:cNvSpPr/>
          <p:nvPr/>
        </p:nvSpPr>
        <p:spPr>
          <a:xfrm>
            <a:off x="2706624" y="3668573"/>
            <a:ext cx="224028" cy="51206"/>
          </a:xfrm>
          <a:prstGeom prst="rect">
            <a:avLst/>
          </a:prstGeom>
          <a:solidFill>
            <a:srgbClr val="E4EBF3"/>
          </a:solidFill>
          <a:ln w="12700">
            <a:solidFill>
              <a:srgbClr val="E4EBF3"/>
            </a:solidFill>
            <a:prstDash val="solid"/>
          </a:ln>
        </p:spPr>
      </p:sp>
      <p:sp>
        <p:nvSpPr>
          <p:cNvPr id="177" name="Shape 175"/>
          <p:cNvSpPr/>
          <p:nvPr/>
        </p:nvSpPr>
        <p:spPr>
          <a:xfrm>
            <a:off x="2953512" y="3668573"/>
            <a:ext cx="224028" cy="51206"/>
          </a:xfrm>
          <a:prstGeom prst="rect">
            <a:avLst/>
          </a:prstGeom>
          <a:solidFill>
            <a:srgbClr val="E4EBF3"/>
          </a:solidFill>
          <a:ln w="12700">
            <a:solidFill>
              <a:srgbClr val="E4EBF3"/>
            </a:solidFill>
            <a:prstDash val="solid"/>
          </a:ln>
        </p:spPr>
      </p:sp>
      <p:sp>
        <p:nvSpPr>
          <p:cNvPr id="178" name="Shape 176"/>
          <p:cNvSpPr/>
          <p:nvPr/>
        </p:nvSpPr>
        <p:spPr>
          <a:xfrm>
            <a:off x="3200400" y="3668573"/>
            <a:ext cx="224028" cy="51206"/>
          </a:xfrm>
          <a:prstGeom prst="rect">
            <a:avLst/>
          </a:prstGeom>
          <a:solidFill>
            <a:srgbClr val="E4EBF3"/>
          </a:solidFill>
          <a:ln w="12700">
            <a:solidFill>
              <a:srgbClr val="E4EBF3"/>
            </a:solidFill>
            <a:prstDash val="solid"/>
          </a:ln>
        </p:spPr>
      </p:sp>
      <p:sp>
        <p:nvSpPr>
          <p:cNvPr id="179" name="Shape 177"/>
          <p:cNvSpPr/>
          <p:nvPr/>
        </p:nvSpPr>
        <p:spPr>
          <a:xfrm>
            <a:off x="3447288" y="3668573"/>
            <a:ext cx="224028" cy="51206"/>
          </a:xfrm>
          <a:prstGeom prst="rect">
            <a:avLst/>
          </a:prstGeom>
          <a:solidFill>
            <a:srgbClr val="E4EBF3"/>
          </a:solidFill>
          <a:ln w="12700">
            <a:solidFill>
              <a:srgbClr val="E4EBF3"/>
            </a:solidFill>
            <a:prstDash val="solid"/>
          </a:ln>
        </p:spPr>
      </p:sp>
      <p:sp>
        <p:nvSpPr>
          <p:cNvPr id="180" name="Shape 178"/>
          <p:cNvSpPr/>
          <p:nvPr/>
        </p:nvSpPr>
        <p:spPr>
          <a:xfrm>
            <a:off x="3694176" y="3668573"/>
            <a:ext cx="224028" cy="51206"/>
          </a:xfrm>
          <a:prstGeom prst="rect">
            <a:avLst/>
          </a:prstGeom>
          <a:solidFill>
            <a:srgbClr val="16305B"/>
          </a:solidFill>
          <a:ln w="12700">
            <a:solidFill>
              <a:srgbClr val="16305B"/>
            </a:solidFill>
            <a:prstDash val="solid"/>
          </a:ln>
        </p:spPr>
      </p:sp>
      <p:sp>
        <p:nvSpPr>
          <p:cNvPr id="181" name="Shape 179"/>
          <p:cNvSpPr/>
          <p:nvPr/>
        </p:nvSpPr>
        <p:spPr>
          <a:xfrm>
            <a:off x="3941064" y="3668573"/>
            <a:ext cx="224028" cy="51206"/>
          </a:xfrm>
          <a:prstGeom prst="rect">
            <a:avLst/>
          </a:prstGeom>
          <a:solidFill>
            <a:srgbClr val="16305B"/>
          </a:solidFill>
          <a:ln w="12700">
            <a:solidFill>
              <a:srgbClr val="16305B"/>
            </a:solidFill>
            <a:prstDash val="solid"/>
          </a:ln>
        </p:spPr>
      </p:sp>
      <p:sp>
        <p:nvSpPr>
          <p:cNvPr id="182" name="Shape 180"/>
          <p:cNvSpPr/>
          <p:nvPr/>
        </p:nvSpPr>
        <p:spPr>
          <a:xfrm>
            <a:off x="4187952" y="3668573"/>
            <a:ext cx="224028" cy="51206"/>
          </a:xfrm>
          <a:prstGeom prst="rect">
            <a:avLst/>
          </a:prstGeom>
          <a:solidFill>
            <a:srgbClr val="E4EBF3"/>
          </a:solidFill>
          <a:ln w="12700">
            <a:solidFill>
              <a:srgbClr val="E4EBF3"/>
            </a:solidFill>
            <a:prstDash val="solid"/>
          </a:ln>
        </p:spPr>
      </p:sp>
      <p:sp>
        <p:nvSpPr>
          <p:cNvPr id="183" name="Shape 181"/>
          <p:cNvSpPr/>
          <p:nvPr/>
        </p:nvSpPr>
        <p:spPr>
          <a:xfrm>
            <a:off x="4434840" y="3668573"/>
            <a:ext cx="224028" cy="51206"/>
          </a:xfrm>
          <a:prstGeom prst="rect">
            <a:avLst/>
          </a:prstGeom>
          <a:solidFill>
            <a:srgbClr val="16305B"/>
          </a:solidFill>
          <a:ln w="12700">
            <a:solidFill>
              <a:srgbClr val="16305B"/>
            </a:solidFill>
            <a:prstDash val="solid"/>
          </a:ln>
        </p:spPr>
      </p:sp>
      <p:sp>
        <p:nvSpPr>
          <p:cNvPr id="184" name="Shape 182"/>
          <p:cNvSpPr/>
          <p:nvPr/>
        </p:nvSpPr>
        <p:spPr>
          <a:xfrm>
            <a:off x="4681728" y="3668573"/>
            <a:ext cx="224028" cy="51206"/>
          </a:xfrm>
          <a:prstGeom prst="rect">
            <a:avLst/>
          </a:prstGeom>
          <a:solidFill>
            <a:srgbClr val="8DD2E2"/>
          </a:solidFill>
          <a:ln w="12700">
            <a:solidFill>
              <a:srgbClr val="8DD2E2"/>
            </a:solidFill>
            <a:prstDash val="solid"/>
          </a:ln>
        </p:spPr>
      </p:sp>
      <p:sp>
        <p:nvSpPr>
          <p:cNvPr id="185" name="Shape 183"/>
          <p:cNvSpPr/>
          <p:nvPr/>
        </p:nvSpPr>
        <p:spPr>
          <a:xfrm>
            <a:off x="4928616" y="3668573"/>
            <a:ext cx="224028" cy="51206"/>
          </a:xfrm>
          <a:prstGeom prst="rect">
            <a:avLst/>
          </a:prstGeom>
          <a:solidFill>
            <a:srgbClr val="0090B0"/>
          </a:solidFill>
          <a:ln w="12700">
            <a:solidFill>
              <a:srgbClr val="0090B0"/>
            </a:solidFill>
            <a:prstDash val="solid"/>
          </a:ln>
        </p:spPr>
      </p:sp>
      <p:sp>
        <p:nvSpPr>
          <p:cNvPr id="186" name="Shape 184"/>
          <p:cNvSpPr/>
          <p:nvPr/>
        </p:nvSpPr>
        <p:spPr>
          <a:xfrm>
            <a:off x="5175504" y="3668573"/>
            <a:ext cx="224028" cy="51206"/>
          </a:xfrm>
          <a:prstGeom prst="rect">
            <a:avLst/>
          </a:prstGeom>
          <a:solidFill>
            <a:srgbClr val="E2F4F8"/>
          </a:solidFill>
          <a:ln w="12700">
            <a:solidFill>
              <a:srgbClr val="E2F4F8"/>
            </a:solidFill>
            <a:prstDash val="solid"/>
          </a:ln>
        </p:spPr>
      </p:sp>
      <p:sp>
        <p:nvSpPr>
          <p:cNvPr id="187" name="Shape 185"/>
          <p:cNvSpPr/>
          <p:nvPr/>
        </p:nvSpPr>
        <p:spPr>
          <a:xfrm>
            <a:off x="1965960" y="3734410"/>
            <a:ext cx="224028" cy="51206"/>
          </a:xfrm>
          <a:prstGeom prst="rect">
            <a:avLst/>
          </a:prstGeom>
          <a:solidFill>
            <a:srgbClr val="16305B"/>
          </a:solidFill>
          <a:ln w="12700">
            <a:solidFill>
              <a:srgbClr val="16305B"/>
            </a:solidFill>
            <a:prstDash val="solid"/>
          </a:ln>
        </p:spPr>
      </p:sp>
      <p:sp>
        <p:nvSpPr>
          <p:cNvPr id="188" name="Shape 186"/>
          <p:cNvSpPr/>
          <p:nvPr/>
        </p:nvSpPr>
        <p:spPr>
          <a:xfrm>
            <a:off x="2212848" y="3734410"/>
            <a:ext cx="224028" cy="51206"/>
          </a:xfrm>
          <a:prstGeom prst="rect">
            <a:avLst/>
          </a:prstGeom>
          <a:solidFill>
            <a:srgbClr val="E4EBF3"/>
          </a:solidFill>
          <a:ln w="12700">
            <a:solidFill>
              <a:srgbClr val="E4EBF3"/>
            </a:solidFill>
            <a:prstDash val="solid"/>
          </a:ln>
        </p:spPr>
      </p:sp>
      <p:sp>
        <p:nvSpPr>
          <p:cNvPr id="189" name="Shape 187"/>
          <p:cNvSpPr/>
          <p:nvPr/>
        </p:nvSpPr>
        <p:spPr>
          <a:xfrm>
            <a:off x="2459736" y="3734410"/>
            <a:ext cx="224028" cy="51206"/>
          </a:xfrm>
          <a:prstGeom prst="rect">
            <a:avLst/>
          </a:prstGeom>
          <a:solidFill>
            <a:srgbClr val="16305B"/>
          </a:solidFill>
          <a:ln w="12700">
            <a:solidFill>
              <a:srgbClr val="16305B"/>
            </a:solidFill>
            <a:prstDash val="solid"/>
          </a:ln>
        </p:spPr>
      </p:sp>
      <p:sp>
        <p:nvSpPr>
          <p:cNvPr id="190" name="Shape 188"/>
          <p:cNvSpPr/>
          <p:nvPr/>
        </p:nvSpPr>
        <p:spPr>
          <a:xfrm>
            <a:off x="2706624" y="3734410"/>
            <a:ext cx="224028" cy="51206"/>
          </a:xfrm>
          <a:prstGeom prst="rect">
            <a:avLst/>
          </a:prstGeom>
          <a:solidFill>
            <a:srgbClr val="16305B"/>
          </a:solidFill>
          <a:ln w="12700">
            <a:solidFill>
              <a:srgbClr val="16305B"/>
            </a:solidFill>
            <a:prstDash val="solid"/>
          </a:ln>
        </p:spPr>
      </p:sp>
      <p:sp>
        <p:nvSpPr>
          <p:cNvPr id="191" name="Shape 189"/>
          <p:cNvSpPr/>
          <p:nvPr/>
        </p:nvSpPr>
        <p:spPr>
          <a:xfrm>
            <a:off x="2953512" y="3734410"/>
            <a:ext cx="224028" cy="51206"/>
          </a:xfrm>
          <a:prstGeom prst="rect">
            <a:avLst/>
          </a:prstGeom>
          <a:solidFill>
            <a:srgbClr val="E4EBF3"/>
          </a:solidFill>
          <a:ln w="12700">
            <a:solidFill>
              <a:srgbClr val="E4EBF3"/>
            </a:solidFill>
            <a:prstDash val="solid"/>
          </a:ln>
        </p:spPr>
      </p:sp>
      <p:sp>
        <p:nvSpPr>
          <p:cNvPr id="192" name="Shape 190"/>
          <p:cNvSpPr/>
          <p:nvPr/>
        </p:nvSpPr>
        <p:spPr>
          <a:xfrm>
            <a:off x="3200400" y="3734410"/>
            <a:ext cx="224028" cy="51206"/>
          </a:xfrm>
          <a:prstGeom prst="rect">
            <a:avLst/>
          </a:prstGeom>
          <a:solidFill>
            <a:srgbClr val="E4EBF3"/>
          </a:solidFill>
          <a:ln w="12700">
            <a:solidFill>
              <a:srgbClr val="E4EBF3"/>
            </a:solidFill>
            <a:prstDash val="solid"/>
          </a:ln>
        </p:spPr>
      </p:sp>
      <p:sp>
        <p:nvSpPr>
          <p:cNvPr id="193" name="Shape 191"/>
          <p:cNvSpPr/>
          <p:nvPr/>
        </p:nvSpPr>
        <p:spPr>
          <a:xfrm>
            <a:off x="3447288" y="3734410"/>
            <a:ext cx="224028" cy="51206"/>
          </a:xfrm>
          <a:prstGeom prst="rect">
            <a:avLst/>
          </a:prstGeom>
          <a:solidFill>
            <a:srgbClr val="E4EBF3"/>
          </a:solidFill>
          <a:ln w="12700">
            <a:solidFill>
              <a:srgbClr val="E4EBF3"/>
            </a:solidFill>
            <a:prstDash val="solid"/>
          </a:ln>
        </p:spPr>
      </p:sp>
      <p:sp>
        <p:nvSpPr>
          <p:cNvPr id="194" name="Shape 192"/>
          <p:cNvSpPr/>
          <p:nvPr/>
        </p:nvSpPr>
        <p:spPr>
          <a:xfrm>
            <a:off x="3694176" y="3734410"/>
            <a:ext cx="224028" cy="51206"/>
          </a:xfrm>
          <a:prstGeom prst="rect">
            <a:avLst/>
          </a:prstGeom>
          <a:solidFill>
            <a:srgbClr val="E4EBF3"/>
          </a:solidFill>
          <a:ln w="12700">
            <a:solidFill>
              <a:srgbClr val="E4EBF3"/>
            </a:solidFill>
            <a:prstDash val="solid"/>
          </a:ln>
        </p:spPr>
      </p:sp>
      <p:sp>
        <p:nvSpPr>
          <p:cNvPr id="195" name="Shape 193"/>
          <p:cNvSpPr/>
          <p:nvPr/>
        </p:nvSpPr>
        <p:spPr>
          <a:xfrm>
            <a:off x="3941064" y="3734410"/>
            <a:ext cx="224028" cy="51206"/>
          </a:xfrm>
          <a:prstGeom prst="rect">
            <a:avLst/>
          </a:prstGeom>
          <a:solidFill>
            <a:srgbClr val="16305B"/>
          </a:solidFill>
          <a:ln w="12700">
            <a:solidFill>
              <a:srgbClr val="16305B"/>
            </a:solidFill>
            <a:prstDash val="solid"/>
          </a:ln>
        </p:spPr>
      </p:sp>
      <p:sp>
        <p:nvSpPr>
          <p:cNvPr id="196" name="Shape 194"/>
          <p:cNvSpPr/>
          <p:nvPr/>
        </p:nvSpPr>
        <p:spPr>
          <a:xfrm>
            <a:off x="4187952" y="3734410"/>
            <a:ext cx="224028" cy="51206"/>
          </a:xfrm>
          <a:prstGeom prst="rect">
            <a:avLst/>
          </a:prstGeom>
          <a:solidFill>
            <a:srgbClr val="16305B"/>
          </a:solidFill>
          <a:ln w="12700">
            <a:solidFill>
              <a:srgbClr val="16305B"/>
            </a:solidFill>
            <a:prstDash val="solid"/>
          </a:ln>
        </p:spPr>
      </p:sp>
      <p:sp>
        <p:nvSpPr>
          <p:cNvPr id="197" name="Shape 195"/>
          <p:cNvSpPr/>
          <p:nvPr/>
        </p:nvSpPr>
        <p:spPr>
          <a:xfrm>
            <a:off x="4434840" y="3734410"/>
            <a:ext cx="224028" cy="51206"/>
          </a:xfrm>
          <a:prstGeom prst="rect">
            <a:avLst/>
          </a:prstGeom>
          <a:solidFill>
            <a:srgbClr val="E4EBF3"/>
          </a:solidFill>
          <a:ln w="12700">
            <a:solidFill>
              <a:srgbClr val="E4EBF3"/>
            </a:solidFill>
            <a:prstDash val="solid"/>
          </a:ln>
        </p:spPr>
      </p:sp>
      <p:sp>
        <p:nvSpPr>
          <p:cNvPr id="198" name="Shape 196"/>
          <p:cNvSpPr/>
          <p:nvPr/>
        </p:nvSpPr>
        <p:spPr>
          <a:xfrm>
            <a:off x="4681728" y="3734410"/>
            <a:ext cx="224028" cy="51206"/>
          </a:xfrm>
          <a:prstGeom prst="rect">
            <a:avLst/>
          </a:prstGeom>
          <a:solidFill>
            <a:srgbClr val="0090B0"/>
          </a:solidFill>
          <a:ln w="12700">
            <a:solidFill>
              <a:srgbClr val="0090B0"/>
            </a:solidFill>
            <a:prstDash val="solid"/>
          </a:ln>
        </p:spPr>
      </p:sp>
      <p:sp>
        <p:nvSpPr>
          <p:cNvPr id="199" name="Shape 197"/>
          <p:cNvSpPr/>
          <p:nvPr/>
        </p:nvSpPr>
        <p:spPr>
          <a:xfrm>
            <a:off x="4928616" y="3734410"/>
            <a:ext cx="224028" cy="51206"/>
          </a:xfrm>
          <a:prstGeom prst="rect">
            <a:avLst/>
          </a:prstGeom>
          <a:solidFill>
            <a:srgbClr val="8DD2E2"/>
          </a:solidFill>
          <a:ln w="12700">
            <a:solidFill>
              <a:srgbClr val="8DD2E2"/>
            </a:solidFill>
            <a:prstDash val="solid"/>
          </a:ln>
        </p:spPr>
      </p:sp>
      <p:sp>
        <p:nvSpPr>
          <p:cNvPr id="200" name="Shape 198"/>
          <p:cNvSpPr/>
          <p:nvPr/>
        </p:nvSpPr>
        <p:spPr>
          <a:xfrm>
            <a:off x="5175504" y="3734410"/>
            <a:ext cx="224028" cy="51206"/>
          </a:xfrm>
          <a:prstGeom prst="rect">
            <a:avLst/>
          </a:prstGeom>
          <a:solidFill>
            <a:srgbClr val="0090B0"/>
          </a:solidFill>
          <a:ln w="12700">
            <a:solidFill>
              <a:srgbClr val="0090B0"/>
            </a:solidFill>
            <a:prstDash val="solid"/>
          </a:ln>
        </p:spPr>
      </p:sp>
      <p:sp>
        <p:nvSpPr>
          <p:cNvPr id="201" name="Shape 199"/>
          <p:cNvSpPr/>
          <p:nvPr/>
        </p:nvSpPr>
        <p:spPr>
          <a:xfrm>
            <a:off x="1965960" y="3800246"/>
            <a:ext cx="224028" cy="51206"/>
          </a:xfrm>
          <a:prstGeom prst="rect">
            <a:avLst/>
          </a:prstGeom>
          <a:solidFill>
            <a:srgbClr val="16305B"/>
          </a:solidFill>
          <a:ln w="12700">
            <a:solidFill>
              <a:srgbClr val="16305B"/>
            </a:solidFill>
            <a:prstDash val="solid"/>
          </a:ln>
        </p:spPr>
      </p:sp>
      <p:sp>
        <p:nvSpPr>
          <p:cNvPr id="202" name="Shape 200"/>
          <p:cNvSpPr/>
          <p:nvPr/>
        </p:nvSpPr>
        <p:spPr>
          <a:xfrm>
            <a:off x="2212848" y="3800246"/>
            <a:ext cx="224028" cy="51206"/>
          </a:xfrm>
          <a:prstGeom prst="rect">
            <a:avLst/>
          </a:prstGeom>
          <a:solidFill>
            <a:srgbClr val="16305B"/>
          </a:solidFill>
          <a:ln w="12700">
            <a:solidFill>
              <a:srgbClr val="16305B"/>
            </a:solidFill>
            <a:prstDash val="solid"/>
          </a:ln>
        </p:spPr>
      </p:sp>
      <p:sp>
        <p:nvSpPr>
          <p:cNvPr id="203" name="Shape 201"/>
          <p:cNvSpPr/>
          <p:nvPr/>
        </p:nvSpPr>
        <p:spPr>
          <a:xfrm>
            <a:off x="2459736" y="3800246"/>
            <a:ext cx="224028" cy="51206"/>
          </a:xfrm>
          <a:prstGeom prst="rect">
            <a:avLst/>
          </a:prstGeom>
          <a:solidFill>
            <a:srgbClr val="E4EBF3"/>
          </a:solidFill>
          <a:ln w="12700">
            <a:solidFill>
              <a:srgbClr val="E4EBF3"/>
            </a:solidFill>
            <a:prstDash val="solid"/>
          </a:ln>
        </p:spPr>
      </p:sp>
      <p:sp>
        <p:nvSpPr>
          <p:cNvPr id="204" name="Shape 202"/>
          <p:cNvSpPr/>
          <p:nvPr/>
        </p:nvSpPr>
        <p:spPr>
          <a:xfrm>
            <a:off x="2706624" y="3800246"/>
            <a:ext cx="224028" cy="51206"/>
          </a:xfrm>
          <a:prstGeom prst="rect">
            <a:avLst/>
          </a:prstGeom>
          <a:solidFill>
            <a:srgbClr val="16305B"/>
          </a:solidFill>
          <a:ln w="12700">
            <a:solidFill>
              <a:srgbClr val="16305B"/>
            </a:solidFill>
            <a:prstDash val="solid"/>
          </a:ln>
        </p:spPr>
      </p:sp>
      <p:sp>
        <p:nvSpPr>
          <p:cNvPr id="205" name="Shape 203"/>
          <p:cNvSpPr/>
          <p:nvPr/>
        </p:nvSpPr>
        <p:spPr>
          <a:xfrm>
            <a:off x="2953512" y="3800246"/>
            <a:ext cx="224028" cy="51206"/>
          </a:xfrm>
          <a:prstGeom prst="rect">
            <a:avLst/>
          </a:prstGeom>
          <a:solidFill>
            <a:srgbClr val="16305B"/>
          </a:solidFill>
          <a:ln w="12700">
            <a:solidFill>
              <a:srgbClr val="16305B"/>
            </a:solidFill>
            <a:prstDash val="solid"/>
          </a:ln>
        </p:spPr>
      </p:sp>
      <p:sp>
        <p:nvSpPr>
          <p:cNvPr id="206" name="Shape 204"/>
          <p:cNvSpPr/>
          <p:nvPr/>
        </p:nvSpPr>
        <p:spPr>
          <a:xfrm>
            <a:off x="3200400" y="3800246"/>
            <a:ext cx="224028" cy="51206"/>
          </a:xfrm>
          <a:prstGeom prst="rect">
            <a:avLst/>
          </a:prstGeom>
          <a:solidFill>
            <a:srgbClr val="E4EBF3"/>
          </a:solidFill>
          <a:ln w="12700">
            <a:solidFill>
              <a:srgbClr val="E4EBF3"/>
            </a:solidFill>
            <a:prstDash val="solid"/>
          </a:ln>
        </p:spPr>
      </p:sp>
      <p:sp>
        <p:nvSpPr>
          <p:cNvPr id="207" name="Shape 205"/>
          <p:cNvSpPr/>
          <p:nvPr/>
        </p:nvSpPr>
        <p:spPr>
          <a:xfrm>
            <a:off x="3447288" y="3800246"/>
            <a:ext cx="224028" cy="51206"/>
          </a:xfrm>
          <a:prstGeom prst="rect">
            <a:avLst/>
          </a:prstGeom>
          <a:solidFill>
            <a:srgbClr val="E4EBF3"/>
          </a:solidFill>
          <a:ln w="12700">
            <a:solidFill>
              <a:srgbClr val="E4EBF3"/>
            </a:solidFill>
            <a:prstDash val="solid"/>
          </a:ln>
        </p:spPr>
      </p:sp>
      <p:sp>
        <p:nvSpPr>
          <p:cNvPr id="208" name="Shape 206"/>
          <p:cNvSpPr/>
          <p:nvPr/>
        </p:nvSpPr>
        <p:spPr>
          <a:xfrm>
            <a:off x="3694176" y="3800246"/>
            <a:ext cx="224028" cy="51206"/>
          </a:xfrm>
          <a:prstGeom prst="rect">
            <a:avLst/>
          </a:prstGeom>
          <a:solidFill>
            <a:srgbClr val="E4EBF3"/>
          </a:solidFill>
          <a:ln w="12700">
            <a:solidFill>
              <a:srgbClr val="E4EBF3"/>
            </a:solidFill>
            <a:prstDash val="solid"/>
          </a:ln>
        </p:spPr>
      </p:sp>
      <p:sp>
        <p:nvSpPr>
          <p:cNvPr id="209" name="Shape 207"/>
          <p:cNvSpPr/>
          <p:nvPr/>
        </p:nvSpPr>
        <p:spPr>
          <a:xfrm>
            <a:off x="3941064" y="3800246"/>
            <a:ext cx="224028" cy="51206"/>
          </a:xfrm>
          <a:prstGeom prst="rect">
            <a:avLst/>
          </a:prstGeom>
          <a:solidFill>
            <a:srgbClr val="E4EBF3"/>
          </a:solidFill>
          <a:ln w="12700">
            <a:solidFill>
              <a:srgbClr val="E4EBF3"/>
            </a:solidFill>
            <a:prstDash val="solid"/>
          </a:ln>
        </p:spPr>
      </p:sp>
      <p:sp>
        <p:nvSpPr>
          <p:cNvPr id="210" name="Shape 208"/>
          <p:cNvSpPr/>
          <p:nvPr/>
        </p:nvSpPr>
        <p:spPr>
          <a:xfrm>
            <a:off x="4187952" y="3800246"/>
            <a:ext cx="224028" cy="51206"/>
          </a:xfrm>
          <a:prstGeom prst="rect">
            <a:avLst/>
          </a:prstGeom>
          <a:solidFill>
            <a:srgbClr val="16305B"/>
          </a:solidFill>
          <a:ln w="12700">
            <a:solidFill>
              <a:srgbClr val="16305B"/>
            </a:solidFill>
            <a:prstDash val="solid"/>
          </a:ln>
        </p:spPr>
      </p:sp>
      <p:sp>
        <p:nvSpPr>
          <p:cNvPr id="211" name="Shape 209"/>
          <p:cNvSpPr/>
          <p:nvPr/>
        </p:nvSpPr>
        <p:spPr>
          <a:xfrm>
            <a:off x="4434840" y="3800246"/>
            <a:ext cx="224028" cy="51206"/>
          </a:xfrm>
          <a:prstGeom prst="rect">
            <a:avLst/>
          </a:prstGeom>
          <a:solidFill>
            <a:srgbClr val="16305B"/>
          </a:solidFill>
          <a:ln w="12700">
            <a:solidFill>
              <a:srgbClr val="16305B"/>
            </a:solidFill>
            <a:prstDash val="solid"/>
          </a:ln>
        </p:spPr>
      </p:sp>
      <p:sp>
        <p:nvSpPr>
          <p:cNvPr id="212" name="Shape 210"/>
          <p:cNvSpPr/>
          <p:nvPr/>
        </p:nvSpPr>
        <p:spPr>
          <a:xfrm>
            <a:off x="4681728" y="3800246"/>
            <a:ext cx="224028" cy="51206"/>
          </a:xfrm>
          <a:prstGeom prst="rect">
            <a:avLst/>
          </a:prstGeom>
          <a:solidFill>
            <a:srgbClr val="E2F4F8"/>
          </a:solidFill>
          <a:ln w="12700">
            <a:solidFill>
              <a:srgbClr val="E2F4F8"/>
            </a:solidFill>
            <a:prstDash val="solid"/>
          </a:ln>
        </p:spPr>
      </p:sp>
      <p:sp>
        <p:nvSpPr>
          <p:cNvPr id="213" name="Shape 211"/>
          <p:cNvSpPr/>
          <p:nvPr/>
        </p:nvSpPr>
        <p:spPr>
          <a:xfrm>
            <a:off x="4928616" y="3800246"/>
            <a:ext cx="224028" cy="51206"/>
          </a:xfrm>
          <a:prstGeom prst="rect">
            <a:avLst/>
          </a:prstGeom>
          <a:solidFill>
            <a:srgbClr val="0090B0"/>
          </a:solidFill>
          <a:ln w="12700">
            <a:solidFill>
              <a:srgbClr val="0090B0"/>
            </a:solidFill>
            <a:prstDash val="solid"/>
          </a:ln>
        </p:spPr>
      </p:sp>
      <p:sp>
        <p:nvSpPr>
          <p:cNvPr id="214" name="Shape 212"/>
          <p:cNvSpPr/>
          <p:nvPr/>
        </p:nvSpPr>
        <p:spPr>
          <a:xfrm>
            <a:off x="5175504" y="3800246"/>
            <a:ext cx="224028" cy="51206"/>
          </a:xfrm>
          <a:prstGeom prst="rect">
            <a:avLst/>
          </a:prstGeom>
          <a:solidFill>
            <a:srgbClr val="8DD2E2"/>
          </a:solidFill>
          <a:ln w="12700">
            <a:solidFill>
              <a:srgbClr val="8DD2E2"/>
            </a:solidFill>
            <a:prstDash val="solid"/>
          </a:ln>
        </p:spPr>
      </p:sp>
      <p:sp>
        <p:nvSpPr>
          <p:cNvPr id="215" name="Shape 213"/>
          <p:cNvSpPr/>
          <p:nvPr/>
        </p:nvSpPr>
        <p:spPr>
          <a:xfrm>
            <a:off x="1965960" y="3911803"/>
            <a:ext cx="224028" cy="51206"/>
          </a:xfrm>
          <a:prstGeom prst="rect">
            <a:avLst/>
          </a:prstGeom>
          <a:solidFill>
            <a:srgbClr val="8FB0D4"/>
          </a:solidFill>
          <a:ln w="12700">
            <a:solidFill>
              <a:srgbClr val="8FB0D4"/>
            </a:solidFill>
            <a:prstDash val="solid"/>
          </a:ln>
        </p:spPr>
      </p:sp>
      <p:sp>
        <p:nvSpPr>
          <p:cNvPr id="216" name="Shape 214"/>
          <p:cNvSpPr/>
          <p:nvPr/>
        </p:nvSpPr>
        <p:spPr>
          <a:xfrm>
            <a:off x="2212848" y="3911803"/>
            <a:ext cx="224028" cy="51206"/>
          </a:xfrm>
          <a:prstGeom prst="rect">
            <a:avLst/>
          </a:prstGeom>
          <a:solidFill>
            <a:srgbClr val="E4EBF3"/>
          </a:solidFill>
          <a:ln w="12700">
            <a:solidFill>
              <a:srgbClr val="E4EBF3"/>
            </a:solidFill>
            <a:prstDash val="solid"/>
          </a:ln>
        </p:spPr>
      </p:sp>
      <p:sp>
        <p:nvSpPr>
          <p:cNvPr id="217" name="Shape 215"/>
          <p:cNvSpPr/>
          <p:nvPr/>
        </p:nvSpPr>
        <p:spPr>
          <a:xfrm>
            <a:off x="2459736" y="3911803"/>
            <a:ext cx="224028" cy="51206"/>
          </a:xfrm>
          <a:prstGeom prst="rect">
            <a:avLst/>
          </a:prstGeom>
          <a:solidFill>
            <a:srgbClr val="E4EBF3"/>
          </a:solidFill>
          <a:ln w="12700">
            <a:solidFill>
              <a:srgbClr val="E4EBF3"/>
            </a:solidFill>
            <a:prstDash val="solid"/>
          </a:ln>
        </p:spPr>
      </p:sp>
      <p:sp>
        <p:nvSpPr>
          <p:cNvPr id="218" name="Shape 216"/>
          <p:cNvSpPr/>
          <p:nvPr/>
        </p:nvSpPr>
        <p:spPr>
          <a:xfrm>
            <a:off x="2706624" y="3911803"/>
            <a:ext cx="224028" cy="51206"/>
          </a:xfrm>
          <a:prstGeom prst="rect">
            <a:avLst/>
          </a:prstGeom>
          <a:solidFill>
            <a:srgbClr val="E4EBF3"/>
          </a:solidFill>
          <a:ln w="12700">
            <a:solidFill>
              <a:srgbClr val="E4EBF3"/>
            </a:solidFill>
            <a:prstDash val="solid"/>
          </a:ln>
        </p:spPr>
      </p:sp>
      <p:sp>
        <p:nvSpPr>
          <p:cNvPr id="219" name="Shape 217"/>
          <p:cNvSpPr/>
          <p:nvPr/>
        </p:nvSpPr>
        <p:spPr>
          <a:xfrm>
            <a:off x="2953512" y="3911803"/>
            <a:ext cx="224028" cy="51206"/>
          </a:xfrm>
          <a:prstGeom prst="rect">
            <a:avLst/>
          </a:prstGeom>
          <a:solidFill>
            <a:srgbClr val="E4EBF3"/>
          </a:solidFill>
          <a:ln w="12700">
            <a:solidFill>
              <a:srgbClr val="E4EBF3"/>
            </a:solidFill>
            <a:prstDash val="solid"/>
          </a:ln>
        </p:spPr>
      </p:sp>
      <p:sp>
        <p:nvSpPr>
          <p:cNvPr id="220" name="Shape 218"/>
          <p:cNvSpPr/>
          <p:nvPr/>
        </p:nvSpPr>
        <p:spPr>
          <a:xfrm>
            <a:off x="3200400" y="3911803"/>
            <a:ext cx="224028" cy="51206"/>
          </a:xfrm>
          <a:prstGeom prst="rect">
            <a:avLst/>
          </a:prstGeom>
          <a:solidFill>
            <a:srgbClr val="E4EBF3"/>
          </a:solidFill>
          <a:ln w="12700">
            <a:solidFill>
              <a:srgbClr val="E4EBF3"/>
            </a:solidFill>
            <a:prstDash val="solid"/>
          </a:ln>
        </p:spPr>
      </p:sp>
      <p:sp>
        <p:nvSpPr>
          <p:cNvPr id="221" name="Shape 219"/>
          <p:cNvSpPr/>
          <p:nvPr/>
        </p:nvSpPr>
        <p:spPr>
          <a:xfrm>
            <a:off x="3447288" y="3911803"/>
            <a:ext cx="224028" cy="51206"/>
          </a:xfrm>
          <a:prstGeom prst="rect">
            <a:avLst/>
          </a:prstGeom>
          <a:solidFill>
            <a:srgbClr val="E4EBF3"/>
          </a:solidFill>
          <a:ln w="12700">
            <a:solidFill>
              <a:srgbClr val="E4EBF3"/>
            </a:solidFill>
            <a:prstDash val="solid"/>
          </a:ln>
        </p:spPr>
      </p:sp>
      <p:sp>
        <p:nvSpPr>
          <p:cNvPr id="222" name="Shape 220"/>
          <p:cNvSpPr/>
          <p:nvPr/>
        </p:nvSpPr>
        <p:spPr>
          <a:xfrm>
            <a:off x="3694176" y="3911803"/>
            <a:ext cx="224028" cy="51206"/>
          </a:xfrm>
          <a:prstGeom prst="rect">
            <a:avLst/>
          </a:prstGeom>
          <a:solidFill>
            <a:srgbClr val="E4EBF3"/>
          </a:solidFill>
          <a:ln w="12700">
            <a:solidFill>
              <a:srgbClr val="E4EBF3"/>
            </a:solidFill>
            <a:prstDash val="solid"/>
          </a:ln>
        </p:spPr>
      </p:sp>
      <p:sp>
        <p:nvSpPr>
          <p:cNvPr id="223" name="Shape 221"/>
          <p:cNvSpPr/>
          <p:nvPr/>
        </p:nvSpPr>
        <p:spPr>
          <a:xfrm>
            <a:off x="3941064" y="3911803"/>
            <a:ext cx="224028" cy="51206"/>
          </a:xfrm>
          <a:prstGeom prst="rect">
            <a:avLst/>
          </a:prstGeom>
          <a:solidFill>
            <a:srgbClr val="E4EBF3"/>
          </a:solidFill>
          <a:ln w="12700">
            <a:solidFill>
              <a:srgbClr val="E4EBF3"/>
            </a:solidFill>
            <a:prstDash val="solid"/>
          </a:ln>
        </p:spPr>
      </p:sp>
      <p:sp>
        <p:nvSpPr>
          <p:cNvPr id="224" name="Shape 222"/>
          <p:cNvSpPr/>
          <p:nvPr/>
        </p:nvSpPr>
        <p:spPr>
          <a:xfrm>
            <a:off x="4187952" y="3911803"/>
            <a:ext cx="224028" cy="51206"/>
          </a:xfrm>
          <a:prstGeom prst="rect">
            <a:avLst/>
          </a:prstGeom>
          <a:solidFill>
            <a:srgbClr val="E4EBF3"/>
          </a:solidFill>
          <a:ln w="12700">
            <a:solidFill>
              <a:srgbClr val="E4EBF3"/>
            </a:solidFill>
            <a:prstDash val="solid"/>
          </a:ln>
        </p:spPr>
      </p:sp>
      <p:sp>
        <p:nvSpPr>
          <p:cNvPr id="225" name="Shape 223"/>
          <p:cNvSpPr/>
          <p:nvPr/>
        </p:nvSpPr>
        <p:spPr>
          <a:xfrm>
            <a:off x="4434840" y="3911803"/>
            <a:ext cx="224028" cy="51206"/>
          </a:xfrm>
          <a:prstGeom prst="rect">
            <a:avLst/>
          </a:prstGeom>
          <a:solidFill>
            <a:srgbClr val="E4EBF3"/>
          </a:solidFill>
          <a:ln w="12700">
            <a:solidFill>
              <a:srgbClr val="E4EBF3"/>
            </a:solidFill>
            <a:prstDash val="solid"/>
          </a:ln>
        </p:spPr>
      </p:sp>
      <p:sp>
        <p:nvSpPr>
          <p:cNvPr id="226" name="Shape 224"/>
          <p:cNvSpPr/>
          <p:nvPr/>
        </p:nvSpPr>
        <p:spPr>
          <a:xfrm>
            <a:off x="4681728" y="3911803"/>
            <a:ext cx="224028" cy="51206"/>
          </a:xfrm>
          <a:prstGeom prst="rect">
            <a:avLst/>
          </a:prstGeom>
          <a:solidFill>
            <a:srgbClr val="E2F4F8"/>
          </a:solidFill>
          <a:ln w="12700">
            <a:solidFill>
              <a:srgbClr val="E2F4F8"/>
            </a:solidFill>
            <a:prstDash val="solid"/>
          </a:ln>
        </p:spPr>
      </p:sp>
      <p:sp>
        <p:nvSpPr>
          <p:cNvPr id="227" name="Shape 225"/>
          <p:cNvSpPr/>
          <p:nvPr/>
        </p:nvSpPr>
        <p:spPr>
          <a:xfrm>
            <a:off x="4928616" y="3911803"/>
            <a:ext cx="224028" cy="51206"/>
          </a:xfrm>
          <a:prstGeom prst="rect">
            <a:avLst/>
          </a:prstGeom>
          <a:solidFill>
            <a:srgbClr val="E2F4F8"/>
          </a:solidFill>
          <a:ln w="12700">
            <a:solidFill>
              <a:srgbClr val="E2F4F8"/>
            </a:solidFill>
            <a:prstDash val="solid"/>
          </a:ln>
        </p:spPr>
      </p:sp>
      <p:sp>
        <p:nvSpPr>
          <p:cNvPr id="228" name="Shape 226"/>
          <p:cNvSpPr/>
          <p:nvPr/>
        </p:nvSpPr>
        <p:spPr>
          <a:xfrm>
            <a:off x="5175504" y="3911803"/>
            <a:ext cx="224028" cy="51206"/>
          </a:xfrm>
          <a:prstGeom prst="rect">
            <a:avLst/>
          </a:prstGeom>
          <a:solidFill>
            <a:srgbClr val="E2F4F8"/>
          </a:solidFill>
          <a:ln w="12700">
            <a:solidFill>
              <a:srgbClr val="E2F4F8"/>
            </a:solidFill>
            <a:prstDash val="solid"/>
          </a:ln>
        </p:spPr>
      </p:sp>
      <p:sp>
        <p:nvSpPr>
          <p:cNvPr id="229" name="Shape 227"/>
          <p:cNvSpPr/>
          <p:nvPr/>
        </p:nvSpPr>
        <p:spPr>
          <a:xfrm>
            <a:off x="1965960" y="3977640"/>
            <a:ext cx="224028" cy="51206"/>
          </a:xfrm>
          <a:prstGeom prst="rect">
            <a:avLst/>
          </a:prstGeom>
          <a:solidFill>
            <a:srgbClr val="E4EBF3"/>
          </a:solidFill>
          <a:ln w="12700">
            <a:solidFill>
              <a:srgbClr val="E4EBF3"/>
            </a:solidFill>
            <a:prstDash val="solid"/>
          </a:ln>
        </p:spPr>
      </p:sp>
      <p:sp>
        <p:nvSpPr>
          <p:cNvPr id="230" name="Shape 228"/>
          <p:cNvSpPr/>
          <p:nvPr/>
        </p:nvSpPr>
        <p:spPr>
          <a:xfrm>
            <a:off x="2212848" y="3977640"/>
            <a:ext cx="224028" cy="51206"/>
          </a:xfrm>
          <a:prstGeom prst="rect">
            <a:avLst/>
          </a:prstGeom>
          <a:solidFill>
            <a:srgbClr val="8FB0D4"/>
          </a:solidFill>
          <a:ln w="12700">
            <a:solidFill>
              <a:srgbClr val="8FB0D4"/>
            </a:solidFill>
            <a:prstDash val="solid"/>
          </a:ln>
        </p:spPr>
      </p:sp>
      <p:sp>
        <p:nvSpPr>
          <p:cNvPr id="231" name="Shape 229"/>
          <p:cNvSpPr/>
          <p:nvPr/>
        </p:nvSpPr>
        <p:spPr>
          <a:xfrm>
            <a:off x="2459736" y="3977640"/>
            <a:ext cx="224028" cy="51206"/>
          </a:xfrm>
          <a:prstGeom prst="rect">
            <a:avLst/>
          </a:prstGeom>
          <a:solidFill>
            <a:srgbClr val="E4EBF3"/>
          </a:solidFill>
          <a:ln w="12700">
            <a:solidFill>
              <a:srgbClr val="E4EBF3"/>
            </a:solidFill>
            <a:prstDash val="solid"/>
          </a:ln>
        </p:spPr>
      </p:sp>
      <p:sp>
        <p:nvSpPr>
          <p:cNvPr id="232" name="Shape 230"/>
          <p:cNvSpPr/>
          <p:nvPr/>
        </p:nvSpPr>
        <p:spPr>
          <a:xfrm>
            <a:off x="2706624" y="3977640"/>
            <a:ext cx="224028" cy="51206"/>
          </a:xfrm>
          <a:prstGeom prst="rect">
            <a:avLst/>
          </a:prstGeom>
          <a:solidFill>
            <a:srgbClr val="16305B"/>
          </a:solidFill>
          <a:ln w="12700">
            <a:solidFill>
              <a:srgbClr val="16305B"/>
            </a:solidFill>
            <a:prstDash val="solid"/>
          </a:ln>
        </p:spPr>
      </p:sp>
      <p:sp>
        <p:nvSpPr>
          <p:cNvPr id="233" name="Shape 231"/>
          <p:cNvSpPr/>
          <p:nvPr/>
        </p:nvSpPr>
        <p:spPr>
          <a:xfrm>
            <a:off x="2953512" y="3977640"/>
            <a:ext cx="224028" cy="51206"/>
          </a:xfrm>
          <a:prstGeom prst="rect">
            <a:avLst/>
          </a:prstGeom>
          <a:solidFill>
            <a:srgbClr val="E4EBF3"/>
          </a:solidFill>
          <a:ln w="12700">
            <a:solidFill>
              <a:srgbClr val="E4EBF3"/>
            </a:solidFill>
            <a:prstDash val="solid"/>
          </a:ln>
        </p:spPr>
      </p:sp>
      <p:sp>
        <p:nvSpPr>
          <p:cNvPr id="234" name="Shape 232"/>
          <p:cNvSpPr/>
          <p:nvPr/>
        </p:nvSpPr>
        <p:spPr>
          <a:xfrm>
            <a:off x="3200400" y="3977640"/>
            <a:ext cx="224028" cy="51206"/>
          </a:xfrm>
          <a:prstGeom prst="rect">
            <a:avLst/>
          </a:prstGeom>
          <a:solidFill>
            <a:srgbClr val="E4EBF3"/>
          </a:solidFill>
          <a:ln w="12700">
            <a:solidFill>
              <a:srgbClr val="E4EBF3"/>
            </a:solidFill>
            <a:prstDash val="solid"/>
          </a:ln>
        </p:spPr>
      </p:sp>
      <p:sp>
        <p:nvSpPr>
          <p:cNvPr id="235" name="Shape 233"/>
          <p:cNvSpPr/>
          <p:nvPr/>
        </p:nvSpPr>
        <p:spPr>
          <a:xfrm>
            <a:off x="3447288" y="3977640"/>
            <a:ext cx="224028" cy="51206"/>
          </a:xfrm>
          <a:prstGeom prst="rect">
            <a:avLst/>
          </a:prstGeom>
          <a:solidFill>
            <a:srgbClr val="16305B"/>
          </a:solidFill>
          <a:ln w="12700">
            <a:solidFill>
              <a:srgbClr val="16305B"/>
            </a:solidFill>
            <a:prstDash val="solid"/>
          </a:ln>
        </p:spPr>
      </p:sp>
      <p:sp>
        <p:nvSpPr>
          <p:cNvPr id="236" name="Shape 234"/>
          <p:cNvSpPr/>
          <p:nvPr/>
        </p:nvSpPr>
        <p:spPr>
          <a:xfrm>
            <a:off x="3694176" y="3977640"/>
            <a:ext cx="224028" cy="51206"/>
          </a:xfrm>
          <a:prstGeom prst="rect">
            <a:avLst/>
          </a:prstGeom>
          <a:solidFill>
            <a:srgbClr val="16305B"/>
          </a:solidFill>
          <a:ln w="12700">
            <a:solidFill>
              <a:srgbClr val="16305B"/>
            </a:solidFill>
            <a:prstDash val="solid"/>
          </a:ln>
        </p:spPr>
      </p:sp>
      <p:sp>
        <p:nvSpPr>
          <p:cNvPr id="237" name="Shape 235"/>
          <p:cNvSpPr/>
          <p:nvPr/>
        </p:nvSpPr>
        <p:spPr>
          <a:xfrm>
            <a:off x="3941064" y="3977640"/>
            <a:ext cx="224028" cy="51206"/>
          </a:xfrm>
          <a:prstGeom prst="rect">
            <a:avLst/>
          </a:prstGeom>
          <a:solidFill>
            <a:srgbClr val="16305B"/>
          </a:solidFill>
          <a:ln w="12700">
            <a:solidFill>
              <a:srgbClr val="16305B"/>
            </a:solidFill>
            <a:prstDash val="solid"/>
          </a:ln>
        </p:spPr>
      </p:sp>
      <p:sp>
        <p:nvSpPr>
          <p:cNvPr id="238" name="Shape 236"/>
          <p:cNvSpPr/>
          <p:nvPr/>
        </p:nvSpPr>
        <p:spPr>
          <a:xfrm>
            <a:off x="4187952" y="3977640"/>
            <a:ext cx="224028" cy="51206"/>
          </a:xfrm>
          <a:prstGeom prst="rect">
            <a:avLst/>
          </a:prstGeom>
          <a:solidFill>
            <a:srgbClr val="16305B"/>
          </a:solidFill>
          <a:ln w="12700">
            <a:solidFill>
              <a:srgbClr val="16305B"/>
            </a:solidFill>
            <a:prstDash val="solid"/>
          </a:ln>
        </p:spPr>
      </p:sp>
      <p:sp>
        <p:nvSpPr>
          <p:cNvPr id="239" name="Shape 237"/>
          <p:cNvSpPr/>
          <p:nvPr/>
        </p:nvSpPr>
        <p:spPr>
          <a:xfrm>
            <a:off x="4434840" y="3977640"/>
            <a:ext cx="224028" cy="51206"/>
          </a:xfrm>
          <a:prstGeom prst="rect">
            <a:avLst/>
          </a:prstGeom>
          <a:solidFill>
            <a:srgbClr val="E4EBF3"/>
          </a:solidFill>
          <a:ln w="12700">
            <a:solidFill>
              <a:srgbClr val="E4EBF3"/>
            </a:solidFill>
            <a:prstDash val="solid"/>
          </a:ln>
        </p:spPr>
      </p:sp>
      <p:sp>
        <p:nvSpPr>
          <p:cNvPr id="240" name="Shape 238"/>
          <p:cNvSpPr/>
          <p:nvPr/>
        </p:nvSpPr>
        <p:spPr>
          <a:xfrm>
            <a:off x="4681728" y="3977640"/>
            <a:ext cx="224028" cy="51206"/>
          </a:xfrm>
          <a:prstGeom prst="rect">
            <a:avLst/>
          </a:prstGeom>
          <a:solidFill>
            <a:srgbClr val="E2F4F8"/>
          </a:solidFill>
          <a:ln w="12700">
            <a:solidFill>
              <a:srgbClr val="E2F4F8"/>
            </a:solidFill>
            <a:prstDash val="solid"/>
          </a:ln>
        </p:spPr>
      </p:sp>
      <p:sp>
        <p:nvSpPr>
          <p:cNvPr id="241" name="Shape 239"/>
          <p:cNvSpPr/>
          <p:nvPr/>
        </p:nvSpPr>
        <p:spPr>
          <a:xfrm>
            <a:off x="4928616" y="3977640"/>
            <a:ext cx="224028" cy="51206"/>
          </a:xfrm>
          <a:prstGeom prst="rect">
            <a:avLst/>
          </a:prstGeom>
          <a:solidFill>
            <a:srgbClr val="0090B0"/>
          </a:solidFill>
          <a:ln w="12700">
            <a:solidFill>
              <a:srgbClr val="0090B0"/>
            </a:solidFill>
            <a:prstDash val="solid"/>
          </a:ln>
        </p:spPr>
      </p:sp>
      <p:sp>
        <p:nvSpPr>
          <p:cNvPr id="242" name="Shape 240"/>
          <p:cNvSpPr/>
          <p:nvPr/>
        </p:nvSpPr>
        <p:spPr>
          <a:xfrm>
            <a:off x="5175504" y="3977640"/>
            <a:ext cx="224028" cy="51206"/>
          </a:xfrm>
          <a:prstGeom prst="rect">
            <a:avLst/>
          </a:prstGeom>
          <a:solidFill>
            <a:srgbClr val="E2F4F8"/>
          </a:solidFill>
          <a:ln w="12700">
            <a:solidFill>
              <a:srgbClr val="E2F4F8"/>
            </a:solidFill>
            <a:prstDash val="solid"/>
          </a:ln>
        </p:spPr>
      </p:sp>
      <p:sp>
        <p:nvSpPr>
          <p:cNvPr id="243" name="Shape 241"/>
          <p:cNvSpPr/>
          <p:nvPr/>
        </p:nvSpPr>
        <p:spPr>
          <a:xfrm>
            <a:off x="1965960" y="4043477"/>
            <a:ext cx="224028" cy="51206"/>
          </a:xfrm>
          <a:prstGeom prst="rect">
            <a:avLst/>
          </a:prstGeom>
          <a:solidFill>
            <a:srgbClr val="E4EBF3"/>
          </a:solidFill>
          <a:ln w="12700">
            <a:solidFill>
              <a:srgbClr val="E4EBF3"/>
            </a:solidFill>
            <a:prstDash val="solid"/>
          </a:ln>
        </p:spPr>
      </p:sp>
      <p:sp>
        <p:nvSpPr>
          <p:cNvPr id="244" name="Shape 242"/>
          <p:cNvSpPr/>
          <p:nvPr/>
        </p:nvSpPr>
        <p:spPr>
          <a:xfrm>
            <a:off x="2212848" y="4043477"/>
            <a:ext cx="224028" cy="51206"/>
          </a:xfrm>
          <a:prstGeom prst="rect">
            <a:avLst/>
          </a:prstGeom>
          <a:solidFill>
            <a:srgbClr val="E4EBF3"/>
          </a:solidFill>
          <a:ln w="12700">
            <a:solidFill>
              <a:srgbClr val="E4EBF3"/>
            </a:solidFill>
            <a:prstDash val="solid"/>
          </a:ln>
        </p:spPr>
      </p:sp>
      <p:sp>
        <p:nvSpPr>
          <p:cNvPr id="245" name="Shape 243"/>
          <p:cNvSpPr/>
          <p:nvPr/>
        </p:nvSpPr>
        <p:spPr>
          <a:xfrm>
            <a:off x="2459736" y="4043477"/>
            <a:ext cx="224028" cy="51206"/>
          </a:xfrm>
          <a:prstGeom prst="rect">
            <a:avLst/>
          </a:prstGeom>
          <a:solidFill>
            <a:srgbClr val="8FB0D4"/>
          </a:solidFill>
          <a:ln w="12700">
            <a:solidFill>
              <a:srgbClr val="8FB0D4"/>
            </a:solidFill>
            <a:prstDash val="solid"/>
          </a:ln>
        </p:spPr>
      </p:sp>
      <p:sp>
        <p:nvSpPr>
          <p:cNvPr id="246" name="Shape 244"/>
          <p:cNvSpPr/>
          <p:nvPr/>
        </p:nvSpPr>
        <p:spPr>
          <a:xfrm>
            <a:off x="2706624" y="4043477"/>
            <a:ext cx="224028" cy="51206"/>
          </a:xfrm>
          <a:prstGeom prst="rect">
            <a:avLst/>
          </a:prstGeom>
          <a:solidFill>
            <a:srgbClr val="E4EBF3"/>
          </a:solidFill>
          <a:ln w="12700">
            <a:solidFill>
              <a:srgbClr val="E4EBF3"/>
            </a:solidFill>
            <a:prstDash val="solid"/>
          </a:ln>
        </p:spPr>
      </p:sp>
      <p:sp>
        <p:nvSpPr>
          <p:cNvPr id="247" name="Shape 245"/>
          <p:cNvSpPr/>
          <p:nvPr/>
        </p:nvSpPr>
        <p:spPr>
          <a:xfrm>
            <a:off x="2953512" y="4043477"/>
            <a:ext cx="224028" cy="51206"/>
          </a:xfrm>
          <a:prstGeom prst="rect">
            <a:avLst/>
          </a:prstGeom>
          <a:solidFill>
            <a:srgbClr val="16305B"/>
          </a:solidFill>
          <a:ln w="12700">
            <a:solidFill>
              <a:srgbClr val="16305B"/>
            </a:solidFill>
            <a:prstDash val="solid"/>
          </a:ln>
        </p:spPr>
      </p:sp>
      <p:sp>
        <p:nvSpPr>
          <p:cNvPr id="248" name="Shape 246"/>
          <p:cNvSpPr/>
          <p:nvPr/>
        </p:nvSpPr>
        <p:spPr>
          <a:xfrm>
            <a:off x="3200400" y="4043477"/>
            <a:ext cx="224028" cy="51206"/>
          </a:xfrm>
          <a:prstGeom prst="rect">
            <a:avLst/>
          </a:prstGeom>
          <a:solidFill>
            <a:srgbClr val="E4EBF3"/>
          </a:solidFill>
          <a:ln w="12700">
            <a:solidFill>
              <a:srgbClr val="E4EBF3"/>
            </a:solidFill>
            <a:prstDash val="solid"/>
          </a:ln>
        </p:spPr>
      </p:sp>
      <p:sp>
        <p:nvSpPr>
          <p:cNvPr id="249" name="Shape 247"/>
          <p:cNvSpPr/>
          <p:nvPr/>
        </p:nvSpPr>
        <p:spPr>
          <a:xfrm>
            <a:off x="3447288" y="4043477"/>
            <a:ext cx="224028" cy="51206"/>
          </a:xfrm>
          <a:prstGeom prst="rect">
            <a:avLst/>
          </a:prstGeom>
          <a:solidFill>
            <a:srgbClr val="E4EBF3"/>
          </a:solidFill>
          <a:ln w="12700">
            <a:solidFill>
              <a:srgbClr val="E4EBF3"/>
            </a:solidFill>
            <a:prstDash val="solid"/>
          </a:ln>
        </p:spPr>
      </p:sp>
      <p:sp>
        <p:nvSpPr>
          <p:cNvPr id="250" name="Shape 248"/>
          <p:cNvSpPr/>
          <p:nvPr/>
        </p:nvSpPr>
        <p:spPr>
          <a:xfrm>
            <a:off x="3694176" y="4043477"/>
            <a:ext cx="224028" cy="51206"/>
          </a:xfrm>
          <a:prstGeom prst="rect">
            <a:avLst/>
          </a:prstGeom>
          <a:solidFill>
            <a:srgbClr val="16305B"/>
          </a:solidFill>
          <a:ln w="12700">
            <a:solidFill>
              <a:srgbClr val="16305B"/>
            </a:solidFill>
            <a:prstDash val="solid"/>
          </a:ln>
        </p:spPr>
      </p:sp>
      <p:sp>
        <p:nvSpPr>
          <p:cNvPr id="251" name="Shape 249"/>
          <p:cNvSpPr/>
          <p:nvPr/>
        </p:nvSpPr>
        <p:spPr>
          <a:xfrm>
            <a:off x="3941064" y="4043477"/>
            <a:ext cx="224028" cy="51206"/>
          </a:xfrm>
          <a:prstGeom prst="rect">
            <a:avLst/>
          </a:prstGeom>
          <a:solidFill>
            <a:srgbClr val="16305B"/>
          </a:solidFill>
          <a:ln w="12700">
            <a:solidFill>
              <a:srgbClr val="16305B"/>
            </a:solidFill>
            <a:prstDash val="solid"/>
          </a:ln>
        </p:spPr>
      </p:sp>
      <p:sp>
        <p:nvSpPr>
          <p:cNvPr id="252" name="Shape 250"/>
          <p:cNvSpPr/>
          <p:nvPr/>
        </p:nvSpPr>
        <p:spPr>
          <a:xfrm>
            <a:off x="4187952" y="4043477"/>
            <a:ext cx="224028" cy="51206"/>
          </a:xfrm>
          <a:prstGeom prst="rect">
            <a:avLst/>
          </a:prstGeom>
          <a:solidFill>
            <a:srgbClr val="16305B"/>
          </a:solidFill>
          <a:ln w="12700">
            <a:solidFill>
              <a:srgbClr val="16305B"/>
            </a:solidFill>
            <a:prstDash val="solid"/>
          </a:ln>
        </p:spPr>
      </p:sp>
      <p:sp>
        <p:nvSpPr>
          <p:cNvPr id="253" name="Shape 251"/>
          <p:cNvSpPr/>
          <p:nvPr/>
        </p:nvSpPr>
        <p:spPr>
          <a:xfrm>
            <a:off x="4434840" y="4043477"/>
            <a:ext cx="224028" cy="51206"/>
          </a:xfrm>
          <a:prstGeom prst="rect">
            <a:avLst/>
          </a:prstGeom>
          <a:solidFill>
            <a:srgbClr val="16305B"/>
          </a:solidFill>
          <a:ln w="12700">
            <a:solidFill>
              <a:srgbClr val="16305B"/>
            </a:solidFill>
            <a:prstDash val="solid"/>
          </a:ln>
        </p:spPr>
      </p:sp>
      <p:sp>
        <p:nvSpPr>
          <p:cNvPr id="254" name="Shape 252"/>
          <p:cNvSpPr/>
          <p:nvPr/>
        </p:nvSpPr>
        <p:spPr>
          <a:xfrm>
            <a:off x="4681728" y="4043477"/>
            <a:ext cx="224028" cy="51206"/>
          </a:xfrm>
          <a:prstGeom prst="rect">
            <a:avLst/>
          </a:prstGeom>
          <a:solidFill>
            <a:srgbClr val="E2F4F8"/>
          </a:solidFill>
          <a:ln w="12700">
            <a:solidFill>
              <a:srgbClr val="E2F4F8"/>
            </a:solidFill>
            <a:prstDash val="solid"/>
          </a:ln>
        </p:spPr>
      </p:sp>
      <p:sp>
        <p:nvSpPr>
          <p:cNvPr id="255" name="Shape 253"/>
          <p:cNvSpPr/>
          <p:nvPr/>
        </p:nvSpPr>
        <p:spPr>
          <a:xfrm>
            <a:off x="4928616" y="4043477"/>
            <a:ext cx="224028" cy="51206"/>
          </a:xfrm>
          <a:prstGeom prst="rect">
            <a:avLst/>
          </a:prstGeom>
          <a:solidFill>
            <a:srgbClr val="E2F4F8"/>
          </a:solidFill>
          <a:ln w="12700">
            <a:solidFill>
              <a:srgbClr val="E2F4F8"/>
            </a:solidFill>
            <a:prstDash val="solid"/>
          </a:ln>
        </p:spPr>
      </p:sp>
      <p:sp>
        <p:nvSpPr>
          <p:cNvPr id="256" name="Shape 254"/>
          <p:cNvSpPr/>
          <p:nvPr/>
        </p:nvSpPr>
        <p:spPr>
          <a:xfrm>
            <a:off x="5175504" y="4043477"/>
            <a:ext cx="224028" cy="51206"/>
          </a:xfrm>
          <a:prstGeom prst="rect">
            <a:avLst/>
          </a:prstGeom>
          <a:solidFill>
            <a:srgbClr val="0090B0"/>
          </a:solidFill>
          <a:ln w="12700">
            <a:solidFill>
              <a:srgbClr val="0090B0"/>
            </a:solidFill>
            <a:prstDash val="solid"/>
          </a:ln>
        </p:spPr>
      </p:sp>
      <p:sp>
        <p:nvSpPr>
          <p:cNvPr id="257" name="Shape 255"/>
          <p:cNvSpPr/>
          <p:nvPr/>
        </p:nvSpPr>
        <p:spPr>
          <a:xfrm>
            <a:off x="1965960" y="4109314"/>
            <a:ext cx="224028" cy="51206"/>
          </a:xfrm>
          <a:prstGeom prst="rect">
            <a:avLst/>
          </a:prstGeom>
          <a:solidFill>
            <a:srgbClr val="E4EBF3"/>
          </a:solidFill>
          <a:ln w="12700">
            <a:solidFill>
              <a:srgbClr val="E4EBF3"/>
            </a:solidFill>
            <a:prstDash val="solid"/>
          </a:ln>
        </p:spPr>
      </p:sp>
      <p:sp>
        <p:nvSpPr>
          <p:cNvPr id="258" name="Shape 256"/>
          <p:cNvSpPr/>
          <p:nvPr/>
        </p:nvSpPr>
        <p:spPr>
          <a:xfrm>
            <a:off x="2212848" y="4109314"/>
            <a:ext cx="224028" cy="51206"/>
          </a:xfrm>
          <a:prstGeom prst="rect">
            <a:avLst/>
          </a:prstGeom>
          <a:solidFill>
            <a:srgbClr val="16305B"/>
          </a:solidFill>
          <a:ln w="12700">
            <a:solidFill>
              <a:srgbClr val="16305B"/>
            </a:solidFill>
            <a:prstDash val="solid"/>
          </a:ln>
        </p:spPr>
      </p:sp>
      <p:sp>
        <p:nvSpPr>
          <p:cNvPr id="259" name="Shape 257"/>
          <p:cNvSpPr/>
          <p:nvPr/>
        </p:nvSpPr>
        <p:spPr>
          <a:xfrm>
            <a:off x="2459736" y="4109314"/>
            <a:ext cx="224028" cy="51206"/>
          </a:xfrm>
          <a:prstGeom prst="rect">
            <a:avLst/>
          </a:prstGeom>
          <a:solidFill>
            <a:srgbClr val="E4EBF3"/>
          </a:solidFill>
          <a:ln w="12700">
            <a:solidFill>
              <a:srgbClr val="E4EBF3"/>
            </a:solidFill>
            <a:prstDash val="solid"/>
          </a:ln>
        </p:spPr>
      </p:sp>
      <p:sp>
        <p:nvSpPr>
          <p:cNvPr id="260" name="Shape 258"/>
          <p:cNvSpPr/>
          <p:nvPr/>
        </p:nvSpPr>
        <p:spPr>
          <a:xfrm>
            <a:off x="2706624" y="4109314"/>
            <a:ext cx="224028" cy="51206"/>
          </a:xfrm>
          <a:prstGeom prst="rect">
            <a:avLst/>
          </a:prstGeom>
          <a:solidFill>
            <a:srgbClr val="8FB0D4"/>
          </a:solidFill>
          <a:ln w="12700">
            <a:solidFill>
              <a:srgbClr val="8FB0D4"/>
            </a:solidFill>
            <a:prstDash val="solid"/>
          </a:ln>
        </p:spPr>
      </p:sp>
      <p:sp>
        <p:nvSpPr>
          <p:cNvPr id="261" name="Shape 259"/>
          <p:cNvSpPr/>
          <p:nvPr/>
        </p:nvSpPr>
        <p:spPr>
          <a:xfrm>
            <a:off x="2953512" y="4109314"/>
            <a:ext cx="224028" cy="51206"/>
          </a:xfrm>
          <a:prstGeom prst="rect">
            <a:avLst/>
          </a:prstGeom>
          <a:solidFill>
            <a:srgbClr val="E4EBF3"/>
          </a:solidFill>
          <a:ln w="12700">
            <a:solidFill>
              <a:srgbClr val="E4EBF3"/>
            </a:solidFill>
            <a:prstDash val="solid"/>
          </a:ln>
        </p:spPr>
      </p:sp>
      <p:sp>
        <p:nvSpPr>
          <p:cNvPr id="262" name="Shape 260"/>
          <p:cNvSpPr/>
          <p:nvPr/>
        </p:nvSpPr>
        <p:spPr>
          <a:xfrm>
            <a:off x="3200400" y="4109314"/>
            <a:ext cx="224028" cy="51206"/>
          </a:xfrm>
          <a:prstGeom prst="rect">
            <a:avLst/>
          </a:prstGeom>
          <a:solidFill>
            <a:srgbClr val="16305B"/>
          </a:solidFill>
          <a:ln w="12700">
            <a:solidFill>
              <a:srgbClr val="16305B"/>
            </a:solidFill>
            <a:prstDash val="solid"/>
          </a:ln>
        </p:spPr>
      </p:sp>
      <p:sp>
        <p:nvSpPr>
          <p:cNvPr id="263" name="Shape 261"/>
          <p:cNvSpPr/>
          <p:nvPr/>
        </p:nvSpPr>
        <p:spPr>
          <a:xfrm>
            <a:off x="3447288" y="4109314"/>
            <a:ext cx="224028" cy="51206"/>
          </a:xfrm>
          <a:prstGeom prst="rect">
            <a:avLst/>
          </a:prstGeom>
          <a:solidFill>
            <a:srgbClr val="E4EBF3"/>
          </a:solidFill>
          <a:ln w="12700">
            <a:solidFill>
              <a:srgbClr val="E4EBF3"/>
            </a:solidFill>
            <a:prstDash val="solid"/>
          </a:ln>
        </p:spPr>
      </p:sp>
      <p:sp>
        <p:nvSpPr>
          <p:cNvPr id="264" name="Shape 262"/>
          <p:cNvSpPr/>
          <p:nvPr/>
        </p:nvSpPr>
        <p:spPr>
          <a:xfrm>
            <a:off x="3694176" y="4109314"/>
            <a:ext cx="224028" cy="51206"/>
          </a:xfrm>
          <a:prstGeom prst="rect">
            <a:avLst/>
          </a:prstGeom>
          <a:solidFill>
            <a:srgbClr val="E4EBF3"/>
          </a:solidFill>
          <a:ln w="12700">
            <a:solidFill>
              <a:srgbClr val="E4EBF3"/>
            </a:solidFill>
            <a:prstDash val="solid"/>
          </a:ln>
        </p:spPr>
      </p:sp>
      <p:sp>
        <p:nvSpPr>
          <p:cNvPr id="265" name="Shape 263"/>
          <p:cNvSpPr/>
          <p:nvPr/>
        </p:nvSpPr>
        <p:spPr>
          <a:xfrm>
            <a:off x="3941064" y="4109314"/>
            <a:ext cx="224028" cy="51206"/>
          </a:xfrm>
          <a:prstGeom prst="rect">
            <a:avLst/>
          </a:prstGeom>
          <a:solidFill>
            <a:srgbClr val="16305B"/>
          </a:solidFill>
          <a:ln w="12700">
            <a:solidFill>
              <a:srgbClr val="16305B"/>
            </a:solidFill>
            <a:prstDash val="solid"/>
          </a:ln>
        </p:spPr>
      </p:sp>
      <p:sp>
        <p:nvSpPr>
          <p:cNvPr id="266" name="Shape 264"/>
          <p:cNvSpPr/>
          <p:nvPr/>
        </p:nvSpPr>
        <p:spPr>
          <a:xfrm>
            <a:off x="4187952" y="4109314"/>
            <a:ext cx="224028" cy="51206"/>
          </a:xfrm>
          <a:prstGeom prst="rect">
            <a:avLst/>
          </a:prstGeom>
          <a:solidFill>
            <a:srgbClr val="16305B"/>
          </a:solidFill>
          <a:ln w="12700">
            <a:solidFill>
              <a:srgbClr val="16305B"/>
            </a:solidFill>
            <a:prstDash val="solid"/>
          </a:ln>
        </p:spPr>
      </p:sp>
      <p:sp>
        <p:nvSpPr>
          <p:cNvPr id="267" name="Shape 265"/>
          <p:cNvSpPr/>
          <p:nvPr/>
        </p:nvSpPr>
        <p:spPr>
          <a:xfrm>
            <a:off x="4434840" y="4109314"/>
            <a:ext cx="224028" cy="51206"/>
          </a:xfrm>
          <a:prstGeom prst="rect">
            <a:avLst/>
          </a:prstGeom>
          <a:solidFill>
            <a:srgbClr val="16305B"/>
          </a:solidFill>
          <a:ln w="12700">
            <a:solidFill>
              <a:srgbClr val="16305B"/>
            </a:solidFill>
            <a:prstDash val="solid"/>
          </a:ln>
        </p:spPr>
      </p:sp>
      <p:sp>
        <p:nvSpPr>
          <p:cNvPr id="268" name="Shape 266"/>
          <p:cNvSpPr/>
          <p:nvPr/>
        </p:nvSpPr>
        <p:spPr>
          <a:xfrm>
            <a:off x="4681728" y="4109314"/>
            <a:ext cx="224028" cy="51206"/>
          </a:xfrm>
          <a:prstGeom prst="rect">
            <a:avLst/>
          </a:prstGeom>
          <a:solidFill>
            <a:srgbClr val="0090B0"/>
          </a:solidFill>
          <a:ln w="12700">
            <a:solidFill>
              <a:srgbClr val="0090B0"/>
            </a:solidFill>
            <a:prstDash val="solid"/>
          </a:ln>
        </p:spPr>
      </p:sp>
      <p:sp>
        <p:nvSpPr>
          <p:cNvPr id="269" name="Shape 267"/>
          <p:cNvSpPr/>
          <p:nvPr/>
        </p:nvSpPr>
        <p:spPr>
          <a:xfrm>
            <a:off x="4928616" y="4109314"/>
            <a:ext cx="224028" cy="51206"/>
          </a:xfrm>
          <a:prstGeom prst="rect">
            <a:avLst/>
          </a:prstGeom>
          <a:solidFill>
            <a:srgbClr val="E2F4F8"/>
          </a:solidFill>
          <a:ln w="12700">
            <a:solidFill>
              <a:srgbClr val="E2F4F8"/>
            </a:solidFill>
            <a:prstDash val="solid"/>
          </a:ln>
        </p:spPr>
      </p:sp>
      <p:sp>
        <p:nvSpPr>
          <p:cNvPr id="270" name="Shape 268"/>
          <p:cNvSpPr/>
          <p:nvPr/>
        </p:nvSpPr>
        <p:spPr>
          <a:xfrm>
            <a:off x="5175504" y="4109314"/>
            <a:ext cx="224028" cy="51206"/>
          </a:xfrm>
          <a:prstGeom prst="rect">
            <a:avLst/>
          </a:prstGeom>
          <a:solidFill>
            <a:srgbClr val="E2F4F8"/>
          </a:solidFill>
          <a:ln w="12700">
            <a:solidFill>
              <a:srgbClr val="E2F4F8"/>
            </a:solidFill>
            <a:prstDash val="solid"/>
          </a:ln>
        </p:spPr>
      </p:sp>
      <p:sp>
        <p:nvSpPr>
          <p:cNvPr id="271" name="Shape 269"/>
          <p:cNvSpPr/>
          <p:nvPr/>
        </p:nvSpPr>
        <p:spPr>
          <a:xfrm>
            <a:off x="1965960" y="4175150"/>
            <a:ext cx="224028" cy="51206"/>
          </a:xfrm>
          <a:prstGeom prst="rect">
            <a:avLst/>
          </a:prstGeom>
          <a:solidFill>
            <a:srgbClr val="E4EBF3"/>
          </a:solidFill>
          <a:ln w="12700">
            <a:solidFill>
              <a:srgbClr val="E4EBF3"/>
            </a:solidFill>
            <a:prstDash val="solid"/>
          </a:ln>
        </p:spPr>
      </p:sp>
      <p:sp>
        <p:nvSpPr>
          <p:cNvPr id="272" name="Shape 270"/>
          <p:cNvSpPr/>
          <p:nvPr/>
        </p:nvSpPr>
        <p:spPr>
          <a:xfrm>
            <a:off x="2212848" y="4175150"/>
            <a:ext cx="224028" cy="51206"/>
          </a:xfrm>
          <a:prstGeom prst="rect">
            <a:avLst/>
          </a:prstGeom>
          <a:solidFill>
            <a:srgbClr val="E4EBF3"/>
          </a:solidFill>
          <a:ln w="12700">
            <a:solidFill>
              <a:srgbClr val="E4EBF3"/>
            </a:solidFill>
            <a:prstDash val="solid"/>
          </a:ln>
        </p:spPr>
      </p:sp>
      <p:sp>
        <p:nvSpPr>
          <p:cNvPr id="273" name="Shape 271"/>
          <p:cNvSpPr/>
          <p:nvPr/>
        </p:nvSpPr>
        <p:spPr>
          <a:xfrm>
            <a:off x="2459736" y="4175150"/>
            <a:ext cx="224028" cy="51206"/>
          </a:xfrm>
          <a:prstGeom prst="rect">
            <a:avLst/>
          </a:prstGeom>
          <a:solidFill>
            <a:srgbClr val="16305B"/>
          </a:solidFill>
          <a:ln w="12700">
            <a:solidFill>
              <a:srgbClr val="16305B"/>
            </a:solidFill>
            <a:prstDash val="solid"/>
          </a:ln>
        </p:spPr>
      </p:sp>
      <p:sp>
        <p:nvSpPr>
          <p:cNvPr id="274" name="Shape 272"/>
          <p:cNvSpPr/>
          <p:nvPr/>
        </p:nvSpPr>
        <p:spPr>
          <a:xfrm>
            <a:off x="2706624" y="4175150"/>
            <a:ext cx="224028" cy="51206"/>
          </a:xfrm>
          <a:prstGeom prst="rect">
            <a:avLst/>
          </a:prstGeom>
          <a:solidFill>
            <a:srgbClr val="E4EBF3"/>
          </a:solidFill>
          <a:ln w="12700">
            <a:solidFill>
              <a:srgbClr val="E4EBF3"/>
            </a:solidFill>
            <a:prstDash val="solid"/>
          </a:ln>
        </p:spPr>
      </p:sp>
      <p:sp>
        <p:nvSpPr>
          <p:cNvPr id="275" name="Shape 273"/>
          <p:cNvSpPr/>
          <p:nvPr/>
        </p:nvSpPr>
        <p:spPr>
          <a:xfrm>
            <a:off x="2953512" y="4175150"/>
            <a:ext cx="224028" cy="51206"/>
          </a:xfrm>
          <a:prstGeom prst="rect">
            <a:avLst/>
          </a:prstGeom>
          <a:solidFill>
            <a:srgbClr val="8FB0D4"/>
          </a:solidFill>
          <a:ln w="12700">
            <a:solidFill>
              <a:srgbClr val="8FB0D4"/>
            </a:solidFill>
            <a:prstDash val="solid"/>
          </a:ln>
        </p:spPr>
      </p:sp>
      <p:sp>
        <p:nvSpPr>
          <p:cNvPr id="276" name="Shape 274"/>
          <p:cNvSpPr/>
          <p:nvPr/>
        </p:nvSpPr>
        <p:spPr>
          <a:xfrm>
            <a:off x="3200400" y="4175150"/>
            <a:ext cx="224028" cy="51206"/>
          </a:xfrm>
          <a:prstGeom prst="rect">
            <a:avLst/>
          </a:prstGeom>
          <a:solidFill>
            <a:srgbClr val="E4EBF3"/>
          </a:solidFill>
          <a:ln w="12700">
            <a:solidFill>
              <a:srgbClr val="E4EBF3"/>
            </a:solidFill>
            <a:prstDash val="solid"/>
          </a:ln>
        </p:spPr>
      </p:sp>
      <p:sp>
        <p:nvSpPr>
          <p:cNvPr id="277" name="Shape 275"/>
          <p:cNvSpPr/>
          <p:nvPr/>
        </p:nvSpPr>
        <p:spPr>
          <a:xfrm>
            <a:off x="3447288" y="4175150"/>
            <a:ext cx="224028" cy="51206"/>
          </a:xfrm>
          <a:prstGeom prst="rect">
            <a:avLst/>
          </a:prstGeom>
          <a:solidFill>
            <a:srgbClr val="16305B"/>
          </a:solidFill>
          <a:ln w="12700">
            <a:solidFill>
              <a:srgbClr val="16305B"/>
            </a:solidFill>
            <a:prstDash val="solid"/>
          </a:ln>
        </p:spPr>
      </p:sp>
      <p:sp>
        <p:nvSpPr>
          <p:cNvPr id="278" name="Shape 276"/>
          <p:cNvSpPr/>
          <p:nvPr/>
        </p:nvSpPr>
        <p:spPr>
          <a:xfrm>
            <a:off x="3694176" y="4175150"/>
            <a:ext cx="224028" cy="51206"/>
          </a:xfrm>
          <a:prstGeom prst="rect">
            <a:avLst/>
          </a:prstGeom>
          <a:solidFill>
            <a:srgbClr val="E4EBF3"/>
          </a:solidFill>
          <a:ln w="12700">
            <a:solidFill>
              <a:srgbClr val="E4EBF3"/>
            </a:solidFill>
            <a:prstDash val="solid"/>
          </a:ln>
        </p:spPr>
      </p:sp>
      <p:sp>
        <p:nvSpPr>
          <p:cNvPr id="279" name="Shape 277"/>
          <p:cNvSpPr/>
          <p:nvPr/>
        </p:nvSpPr>
        <p:spPr>
          <a:xfrm>
            <a:off x="3941064" y="4175150"/>
            <a:ext cx="224028" cy="51206"/>
          </a:xfrm>
          <a:prstGeom prst="rect">
            <a:avLst/>
          </a:prstGeom>
          <a:solidFill>
            <a:srgbClr val="E4EBF3"/>
          </a:solidFill>
          <a:ln w="12700">
            <a:solidFill>
              <a:srgbClr val="E4EBF3"/>
            </a:solidFill>
            <a:prstDash val="solid"/>
          </a:ln>
        </p:spPr>
      </p:sp>
      <p:sp>
        <p:nvSpPr>
          <p:cNvPr id="280" name="Shape 278"/>
          <p:cNvSpPr/>
          <p:nvPr/>
        </p:nvSpPr>
        <p:spPr>
          <a:xfrm>
            <a:off x="4187952" y="4175150"/>
            <a:ext cx="224028" cy="51206"/>
          </a:xfrm>
          <a:prstGeom prst="rect">
            <a:avLst/>
          </a:prstGeom>
          <a:solidFill>
            <a:srgbClr val="16305B"/>
          </a:solidFill>
          <a:ln w="12700">
            <a:solidFill>
              <a:srgbClr val="16305B"/>
            </a:solidFill>
            <a:prstDash val="solid"/>
          </a:ln>
        </p:spPr>
      </p:sp>
      <p:sp>
        <p:nvSpPr>
          <p:cNvPr id="281" name="Shape 279"/>
          <p:cNvSpPr/>
          <p:nvPr/>
        </p:nvSpPr>
        <p:spPr>
          <a:xfrm>
            <a:off x="4434840" y="4175150"/>
            <a:ext cx="224028" cy="51206"/>
          </a:xfrm>
          <a:prstGeom prst="rect">
            <a:avLst/>
          </a:prstGeom>
          <a:solidFill>
            <a:srgbClr val="16305B"/>
          </a:solidFill>
          <a:ln w="12700">
            <a:solidFill>
              <a:srgbClr val="16305B"/>
            </a:solidFill>
            <a:prstDash val="solid"/>
          </a:ln>
        </p:spPr>
      </p:sp>
      <p:sp>
        <p:nvSpPr>
          <p:cNvPr id="282" name="Shape 280"/>
          <p:cNvSpPr/>
          <p:nvPr/>
        </p:nvSpPr>
        <p:spPr>
          <a:xfrm>
            <a:off x="4681728" y="4175150"/>
            <a:ext cx="224028" cy="51206"/>
          </a:xfrm>
          <a:prstGeom prst="rect">
            <a:avLst/>
          </a:prstGeom>
          <a:solidFill>
            <a:srgbClr val="0090B0"/>
          </a:solidFill>
          <a:ln w="12700">
            <a:solidFill>
              <a:srgbClr val="0090B0"/>
            </a:solidFill>
            <a:prstDash val="solid"/>
          </a:ln>
        </p:spPr>
      </p:sp>
      <p:sp>
        <p:nvSpPr>
          <p:cNvPr id="283" name="Shape 281"/>
          <p:cNvSpPr/>
          <p:nvPr/>
        </p:nvSpPr>
        <p:spPr>
          <a:xfrm>
            <a:off x="4928616" y="4175150"/>
            <a:ext cx="224028" cy="51206"/>
          </a:xfrm>
          <a:prstGeom prst="rect">
            <a:avLst/>
          </a:prstGeom>
          <a:solidFill>
            <a:srgbClr val="0090B0"/>
          </a:solidFill>
          <a:ln w="12700">
            <a:solidFill>
              <a:srgbClr val="0090B0"/>
            </a:solidFill>
            <a:prstDash val="solid"/>
          </a:ln>
        </p:spPr>
      </p:sp>
      <p:sp>
        <p:nvSpPr>
          <p:cNvPr id="284" name="Shape 282"/>
          <p:cNvSpPr/>
          <p:nvPr/>
        </p:nvSpPr>
        <p:spPr>
          <a:xfrm>
            <a:off x="5175504" y="4175150"/>
            <a:ext cx="224028" cy="51206"/>
          </a:xfrm>
          <a:prstGeom prst="rect">
            <a:avLst/>
          </a:prstGeom>
          <a:solidFill>
            <a:srgbClr val="E2F4F8"/>
          </a:solidFill>
          <a:ln w="12700">
            <a:solidFill>
              <a:srgbClr val="E2F4F8"/>
            </a:solidFill>
            <a:prstDash val="solid"/>
          </a:ln>
        </p:spPr>
      </p:sp>
      <p:sp>
        <p:nvSpPr>
          <p:cNvPr id="285" name="Shape 283"/>
          <p:cNvSpPr/>
          <p:nvPr/>
        </p:nvSpPr>
        <p:spPr>
          <a:xfrm>
            <a:off x="1965960" y="4240987"/>
            <a:ext cx="224028" cy="51206"/>
          </a:xfrm>
          <a:prstGeom prst="rect">
            <a:avLst/>
          </a:prstGeom>
          <a:solidFill>
            <a:srgbClr val="E4EBF3"/>
          </a:solidFill>
          <a:ln w="12700">
            <a:solidFill>
              <a:srgbClr val="E4EBF3"/>
            </a:solidFill>
            <a:prstDash val="solid"/>
          </a:ln>
        </p:spPr>
      </p:sp>
      <p:sp>
        <p:nvSpPr>
          <p:cNvPr id="286" name="Shape 284"/>
          <p:cNvSpPr/>
          <p:nvPr/>
        </p:nvSpPr>
        <p:spPr>
          <a:xfrm>
            <a:off x="2212848" y="4240987"/>
            <a:ext cx="224028" cy="51206"/>
          </a:xfrm>
          <a:prstGeom prst="rect">
            <a:avLst/>
          </a:prstGeom>
          <a:solidFill>
            <a:srgbClr val="E4EBF3"/>
          </a:solidFill>
          <a:ln w="12700">
            <a:solidFill>
              <a:srgbClr val="E4EBF3"/>
            </a:solidFill>
            <a:prstDash val="solid"/>
          </a:ln>
        </p:spPr>
      </p:sp>
      <p:sp>
        <p:nvSpPr>
          <p:cNvPr id="287" name="Shape 285"/>
          <p:cNvSpPr/>
          <p:nvPr/>
        </p:nvSpPr>
        <p:spPr>
          <a:xfrm>
            <a:off x="2459736" y="4240987"/>
            <a:ext cx="224028" cy="51206"/>
          </a:xfrm>
          <a:prstGeom prst="rect">
            <a:avLst/>
          </a:prstGeom>
          <a:solidFill>
            <a:srgbClr val="E4EBF3"/>
          </a:solidFill>
          <a:ln w="12700">
            <a:solidFill>
              <a:srgbClr val="E4EBF3"/>
            </a:solidFill>
            <a:prstDash val="solid"/>
          </a:ln>
        </p:spPr>
      </p:sp>
      <p:sp>
        <p:nvSpPr>
          <p:cNvPr id="288" name="Shape 286"/>
          <p:cNvSpPr/>
          <p:nvPr/>
        </p:nvSpPr>
        <p:spPr>
          <a:xfrm>
            <a:off x="2706624" y="4240987"/>
            <a:ext cx="224028" cy="51206"/>
          </a:xfrm>
          <a:prstGeom prst="rect">
            <a:avLst/>
          </a:prstGeom>
          <a:solidFill>
            <a:srgbClr val="16305B"/>
          </a:solidFill>
          <a:ln w="12700">
            <a:solidFill>
              <a:srgbClr val="16305B"/>
            </a:solidFill>
            <a:prstDash val="solid"/>
          </a:ln>
        </p:spPr>
      </p:sp>
      <p:sp>
        <p:nvSpPr>
          <p:cNvPr id="289" name="Shape 287"/>
          <p:cNvSpPr/>
          <p:nvPr/>
        </p:nvSpPr>
        <p:spPr>
          <a:xfrm>
            <a:off x="2953512" y="4240987"/>
            <a:ext cx="224028" cy="51206"/>
          </a:xfrm>
          <a:prstGeom prst="rect">
            <a:avLst/>
          </a:prstGeom>
          <a:solidFill>
            <a:srgbClr val="E4EBF3"/>
          </a:solidFill>
          <a:ln w="12700">
            <a:solidFill>
              <a:srgbClr val="E4EBF3"/>
            </a:solidFill>
            <a:prstDash val="solid"/>
          </a:ln>
        </p:spPr>
      </p:sp>
      <p:sp>
        <p:nvSpPr>
          <p:cNvPr id="290" name="Shape 288"/>
          <p:cNvSpPr/>
          <p:nvPr/>
        </p:nvSpPr>
        <p:spPr>
          <a:xfrm>
            <a:off x="3200400" y="4240987"/>
            <a:ext cx="224028" cy="51206"/>
          </a:xfrm>
          <a:prstGeom prst="rect">
            <a:avLst/>
          </a:prstGeom>
          <a:solidFill>
            <a:srgbClr val="8FB0D4"/>
          </a:solidFill>
          <a:ln w="12700">
            <a:solidFill>
              <a:srgbClr val="8FB0D4"/>
            </a:solidFill>
            <a:prstDash val="solid"/>
          </a:ln>
        </p:spPr>
      </p:sp>
      <p:sp>
        <p:nvSpPr>
          <p:cNvPr id="291" name="Shape 289"/>
          <p:cNvSpPr/>
          <p:nvPr/>
        </p:nvSpPr>
        <p:spPr>
          <a:xfrm>
            <a:off x="3447288" y="4240987"/>
            <a:ext cx="224028" cy="51206"/>
          </a:xfrm>
          <a:prstGeom prst="rect">
            <a:avLst/>
          </a:prstGeom>
          <a:solidFill>
            <a:srgbClr val="E4EBF3"/>
          </a:solidFill>
          <a:ln w="12700">
            <a:solidFill>
              <a:srgbClr val="E4EBF3"/>
            </a:solidFill>
            <a:prstDash val="solid"/>
          </a:ln>
        </p:spPr>
      </p:sp>
      <p:sp>
        <p:nvSpPr>
          <p:cNvPr id="292" name="Shape 290"/>
          <p:cNvSpPr/>
          <p:nvPr/>
        </p:nvSpPr>
        <p:spPr>
          <a:xfrm>
            <a:off x="3694176" y="4240987"/>
            <a:ext cx="224028" cy="51206"/>
          </a:xfrm>
          <a:prstGeom prst="rect">
            <a:avLst/>
          </a:prstGeom>
          <a:solidFill>
            <a:srgbClr val="16305B"/>
          </a:solidFill>
          <a:ln w="12700">
            <a:solidFill>
              <a:srgbClr val="16305B"/>
            </a:solidFill>
            <a:prstDash val="solid"/>
          </a:ln>
        </p:spPr>
      </p:sp>
      <p:sp>
        <p:nvSpPr>
          <p:cNvPr id="293" name="Shape 291"/>
          <p:cNvSpPr/>
          <p:nvPr/>
        </p:nvSpPr>
        <p:spPr>
          <a:xfrm>
            <a:off x="3941064" y="4240987"/>
            <a:ext cx="224028" cy="51206"/>
          </a:xfrm>
          <a:prstGeom prst="rect">
            <a:avLst/>
          </a:prstGeom>
          <a:solidFill>
            <a:srgbClr val="E4EBF3"/>
          </a:solidFill>
          <a:ln w="12700">
            <a:solidFill>
              <a:srgbClr val="E4EBF3"/>
            </a:solidFill>
            <a:prstDash val="solid"/>
          </a:ln>
        </p:spPr>
      </p:sp>
      <p:sp>
        <p:nvSpPr>
          <p:cNvPr id="294" name="Shape 292"/>
          <p:cNvSpPr/>
          <p:nvPr/>
        </p:nvSpPr>
        <p:spPr>
          <a:xfrm>
            <a:off x="4187952" y="4240987"/>
            <a:ext cx="224028" cy="51206"/>
          </a:xfrm>
          <a:prstGeom prst="rect">
            <a:avLst/>
          </a:prstGeom>
          <a:solidFill>
            <a:srgbClr val="E4EBF3"/>
          </a:solidFill>
          <a:ln w="12700">
            <a:solidFill>
              <a:srgbClr val="E4EBF3"/>
            </a:solidFill>
            <a:prstDash val="solid"/>
          </a:ln>
        </p:spPr>
      </p:sp>
      <p:sp>
        <p:nvSpPr>
          <p:cNvPr id="295" name="Shape 293"/>
          <p:cNvSpPr/>
          <p:nvPr/>
        </p:nvSpPr>
        <p:spPr>
          <a:xfrm>
            <a:off x="4434840" y="4240987"/>
            <a:ext cx="224028" cy="51206"/>
          </a:xfrm>
          <a:prstGeom prst="rect">
            <a:avLst/>
          </a:prstGeom>
          <a:solidFill>
            <a:srgbClr val="16305B"/>
          </a:solidFill>
          <a:ln w="12700">
            <a:solidFill>
              <a:srgbClr val="16305B"/>
            </a:solidFill>
            <a:prstDash val="solid"/>
          </a:ln>
        </p:spPr>
      </p:sp>
      <p:sp>
        <p:nvSpPr>
          <p:cNvPr id="296" name="Shape 294"/>
          <p:cNvSpPr/>
          <p:nvPr/>
        </p:nvSpPr>
        <p:spPr>
          <a:xfrm>
            <a:off x="4681728" y="4240987"/>
            <a:ext cx="224028" cy="51206"/>
          </a:xfrm>
          <a:prstGeom prst="rect">
            <a:avLst/>
          </a:prstGeom>
          <a:solidFill>
            <a:srgbClr val="0090B0"/>
          </a:solidFill>
          <a:ln w="12700">
            <a:solidFill>
              <a:srgbClr val="0090B0"/>
            </a:solidFill>
            <a:prstDash val="solid"/>
          </a:ln>
        </p:spPr>
      </p:sp>
      <p:sp>
        <p:nvSpPr>
          <p:cNvPr id="297" name="Shape 295"/>
          <p:cNvSpPr/>
          <p:nvPr/>
        </p:nvSpPr>
        <p:spPr>
          <a:xfrm>
            <a:off x="4928616" y="4240987"/>
            <a:ext cx="224028" cy="51206"/>
          </a:xfrm>
          <a:prstGeom prst="rect">
            <a:avLst/>
          </a:prstGeom>
          <a:solidFill>
            <a:srgbClr val="0090B0"/>
          </a:solidFill>
          <a:ln w="12700">
            <a:solidFill>
              <a:srgbClr val="0090B0"/>
            </a:solidFill>
            <a:prstDash val="solid"/>
          </a:ln>
        </p:spPr>
      </p:sp>
      <p:sp>
        <p:nvSpPr>
          <p:cNvPr id="298" name="Shape 296"/>
          <p:cNvSpPr/>
          <p:nvPr/>
        </p:nvSpPr>
        <p:spPr>
          <a:xfrm>
            <a:off x="5175504" y="4240987"/>
            <a:ext cx="224028" cy="51206"/>
          </a:xfrm>
          <a:prstGeom prst="rect">
            <a:avLst/>
          </a:prstGeom>
          <a:solidFill>
            <a:srgbClr val="0090B0"/>
          </a:solidFill>
          <a:ln w="12700">
            <a:solidFill>
              <a:srgbClr val="0090B0"/>
            </a:solidFill>
            <a:prstDash val="solid"/>
          </a:ln>
        </p:spPr>
      </p:sp>
      <p:sp>
        <p:nvSpPr>
          <p:cNvPr id="299" name="Shape 297"/>
          <p:cNvSpPr/>
          <p:nvPr/>
        </p:nvSpPr>
        <p:spPr>
          <a:xfrm>
            <a:off x="1965960" y="4306824"/>
            <a:ext cx="224028" cy="51206"/>
          </a:xfrm>
          <a:prstGeom prst="rect">
            <a:avLst/>
          </a:prstGeom>
          <a:solidFill>
            <a:srgbClr val="E4EBF3"/>
          </a:solidFill>
          <a:ln w="12700">
            <a:solidFill>
              <a:srgbClr val="E4EBF3"/>
            </a:solidFill>
            <a:prstDash val="solid"/>
          </a:ln>
        </p:spPr>
      </p:sp>
      <p:sp>
        <p:nvSpPr>
          <p:cNvPr id="300" name="Shape 298"/>
          <p:cNvSpPr/>
          <p:nvPr/>
        </p:nvSpPr>
        <p:spPr>
          <a:xfrm>
            <a:off x="2212848" y="4306824"/>
            <a:ext cx="224028" cy="51206"/>
          </a:xfrm>
          <a:prstGeom prst="rect">
            <a:avLst/>
          </a:prstGeom>
          <a:solidFill>
            <a:srgbClr val="16305B"/>
          </a:solidFill>
          <a:ln w="12700">
            <a:solidFill>
              <a:srgbClr val="16305B"/>
            </a:solidFill>
            <a:prstDash val="solid"/>
          </a:ln>
        </p:spPr>
      </p:sp>
      <p:sp>
        <p:nvSpPr>
          <p:cNvPr id="301" name="Shape 299"/>
          <p:cNvSpPr/>
          <p:nvPr/>
        </p:nvSpPr>
        <p:spPr>
          <a:xfrm>
            <a:off x="2459736" y="4306824"/>
            <a:ext cx="224028" cy="51206"/>
          </a:xfrm>
          <a:prstGeom prst="rect">
            <a:avLst/>
          </a:prstGeom>
          <a:solidFill>
            <a:srgbClr val="E4EBF3"/>
          </a:solidFill>
          <a:ln w="12700">
            <a:solidFill>
              <a:srgbClr val="E4EBF3"/>
            </a:solidFill>
            <a:prstDash val="solid"/>
          </a:ln>
        </p:spPr>
      </p:sp>
      <p:sp>
        <p:nvSpPr>
          <p:cNvPr id="302" name="Shape 300"/>
          <p:cNvSpPr/>
          <p:nvPr/>
        </p:nvSpPr>
        <p:spPr>
          <a:xfrm>
            <a:off x="2706624" y="4306824"/>
            <a:ext cx="224028" cy="51206"/>
          </a:xfrm>
          <a:prstGeom prst="rect">
            <a:avLst/>
          </a:prstGeom>
          <a:solidFill>
            <a:srgbClr val="E4EBF3"/>
          </a:solidFill>
          <a:ln w="12700">
            <a:solidFill>
              <a:srgbClr val="E4EBF3"/>
            </a:solidFill>
            <a:prstDash val="solid"/>
          </a:ln>
        </p:spPr>
      </p:sp>
      <p:sp>
        <p:nvSpPr>
          <p:cNvPr id="303" name="Shape 301"/>
          <p:cNvSpPr/>
          <p:nvPr/>
        </p:nvSpPr>
        <p:spPr>
          <a:xfrm>
            <a:off x="2953512" y="4306824"/>
            <a:ext cx="224028" cy="51206"/>
          </a:xfrm>
          <a:prstGeom prst="rect">
            <a:avLst/>
          </a:prstGeom>
          <a:solidFill>
            <a:srgbClr val="16305B"/>
          </a:solidFill>
          <a:ln w="12700">
            <a:solidFill>
              <a:srgbClr val="16305B"/>
            </a:solidFill>
            <a:prstDash val="solid"/>
          </a:ln>
        </p:spPr>
      </p:sp>
      <p:sp>
        <p:nvSpPr>
          <p:cNvPr id="304" name="Shape 302"/>
          <p:cNvSpPr/>
          <p:nvPr/>
        </p:nvSpPr>
        <p:spPr>
          <a:xfrm>
            <a:off x="3200400" y="4306824"/>
            <a:ext cx="224028" cy="51206"/>
          </a:xfrm>
          <a:prstGeom prst="rect">
            <a:avLst/>
          </a:prstGeom>
          <a:solidFill>
            <a:srgbClr val="E4EBF3"/>
          </a:solidFill>
          <a:ln w="12700">
            <a:solidFill>
              <a:srgbClr val="E4EBF3"/>
            </a:solidFill>
            <a:prstDash val="solid"/>
          </a:ln>
        </p:spPr>
      </p:sp>
      <p:sp>
        <p:nvSpPr>
          <p:cNvPr id="305" name="Shape 303"/>
          <p:cNvSpPr/>
          <p:nvPr/>
        </p:nvSpPr>
        <p:spPr>
          <a:xfrm>
            <a:off x="3447288" y="4306824"/>
            <a:ext cx="224028" cy="51206"/>
          </a:xfrm>
          <a:prstGeom prst="rect">
            <a:avLst/>
          </a:prstGeom>
          <a:solidFill>
            <a:srgbClr val="8FB0D4"/>
          </a:solidFill>
          <a:ln w="12700">
            <a:solidFill>
              <a:srgbClr val="8FB0D4"/>
            </a:solidFill>
            <a:prstDash val="solid"/>
          </a:ln>
        </p:spPr>
      </p:sp>
      <p:sp>
        <p:nvSpPr>
          <p:cNvPr id="306" name="Shape 304"/>
          <p:cNvSpPr/>
          <p:nvPr/>
        </p:nvSpPr>
        <p:spPr>
          <a:xfrm>
            <a:off x="3694176" y="4306824"/>
            <a:ext cx="224028" cy="51206"/>
          </a:xfrm>
          <a:prstGeom prst="rect">
            <a:avLst/>
          </a:prstGeom>
          <a:solidFill>
            <a:srgbClr val="E4EBF3"/>
          </a:solidFill>
          <a:ln w="12700">
            <a:solidFill>
              <a:srgbClr val="E4EBF3"/>
            </a:solidFill>
            <a:prstDash val="solid"/>
          </a:ln>
        </p:spPr>
      </p:sp>
      <p:sp>
        <p:nvSpPr>
          <p:cNvPr id="307" name="Shape 305"/>
          <p:cNvSpPr/>
          <p:nvPr/>
        </p:nvSpPr>
        <p:spPr>
          <a:xfrm>
            <a:off x="3941064" y="4306824"/>
            <a:ext cx="224028" cy="51206"/>
          </a:xfrm>
          <a:prstGeom prst="rect">
            <a:avLst/>
          </a:prstGeom>
          <a:solidFill>
            <a:srgbClr val="16305B"/>
          </a:solidFill>
          <a:ln w="12700">
            <a:solidFill>
              <a:srgbClr val="16305B"/>
            </a:solidFill>
            <a:prstDash val="solid"/>
          </a:ln>
        </p:spPr>
      </p:sp>
      <p:sp>
        <p:nvSpPr>
          <p:cNvPr id="308" name="Shape 306"/>
          <p:cNvSpPr/>
          <p:nvPr/>
        </p:nvSpPr>
        <p:spPr>
          <a:xfrm>
            <a:off x="4187952" y="4306824"/>
            <a:ext cx="224028" cy="51206"/>
          </a:xfrm>
          <a:prstGeom prst="rect">
            <a:avLst/>
          </a:prstGeom>
          <a:solidFill>
            <a:srgbClr val="E4EBF3"/>
          </a:solidFill>
          <a:ln w="12700">
            <a:solidFill>
              <a:srgbClr val="E4EBF3"/>
            </a:solidFill>
            <a:prstDash val="solid"/>
          </a:ln>
        </p:spPr>
      </p:sp>
      <p:sp>
        <p:nvSpPr>
          <p:cNvPr id="309" name="Shape 307"/>
          <p:cNvSpPr/>
          <p:nvPr/>
        </p:nvSpPr>
        <p:spPr>
          <a:xfrm>
            <a:off x="4434840" y="4306824"/>
            <a:ext cx="224028" cy="51206"/>
          </a:xfrm>
          <a:prstGeom prst="rect">
            <a:avLst/>
          </a:prstGeom>
          <a:solidFill>
            <a:srgbClr val="E4EBF3"/>
          </a:solidFill>
          <a:ln w="12700">
            <a:solidFill>
              <a:srgbClr val="E4EBF3"/>
            </a:solidFill>
            <a:prstDash val="solid"/>
          </a:ln>
        </p:spPr>
      </p:sp>
      <p:sp>
        <p:nvSpPr>
          <p:cNvPr id="310" name="Shape 308"/>
          <p:cNvSpPr/>
          <p:nvPr/>
        </p:nvSpPr>
        <p:spPr>
          <a:xfrm>
            <a:off x="4681728" y="4306824"/>
            <a:ext cx="224028" cy="51206"/>
          </a:xfrm>
          <a:prstGeom prst="rect">
            <a:avLst/>
          </a:prstGeom>
          <a:solidFill>
            <a:srgbClr val="0090B0"/>
          </a:solidFill>
          <a:ln w="12700">
            <a:solidFill>
              <a:srgbClr val="0090B0"/>
            </a:solidFill>
            <a:prstDash val="solid"/>
          </a:ln>
        </p:spPr>
      </p:sp>
      <p:sp>
        <p:nvSpPr>
          <p:cNvPr id="311" name="Shape 309"/>
          <p:cNvSpPr/>
          <p:nvPr/>
        </p:nvSpPr>
        <p:spPr>
          <a:xfrm>
            <a:off x="4928616" y="4306824"/>
            <a:ext cx="224028" cy="51206"/>
          </a:xfrm>
          <a:prstGeom prst="rect">
            <a:avLst/>
          </a:prstGeom>
          <a:solidFill>
            <a:srgbClr val="0090B0"/>
          </a:solidFill>
          <a:ln w="12700">
            <a:solidFill>
              <a:srgbClr val="0090B0"/>
            </a:solidFill>
            <a:prstDash val="solid"/>
          </a:ln>
        </p:spPr>
      </p:sp>
      <p:sp>
        <p:nvSpPr>
          <p:cNvPr id="312" name="Shape 310"/>
          <p:cNvSpPr/>
          <p:nvPr/>
        </p:nvSpPr>
        <p:spPr>
          <a:xfrm>
            <a:off x="5175504" y="4306824"/>
            <a:ext cx="224028" cy="51206"/>
          </a:xfrm>
          <a:prstGeom prst="rect">
            <a:avLst/>
          </a:prstGeom>
          <a:solidFill>
            <a:srgbClr val="0090B0"/>
          </a:solidFill>
          <a:ln w="12700">
            <a:solidFill>
              <a:srgbClr val="0090B0"/>
            </a:solidFill>
            <a:prstDash val="solid"/>
          </a:ln>
        </p:spPr>
      </p:sp>
      <p:sp>
        <p:nvSpPr>
          <p:cNvPr id="313" name="Shape 311"/>
          <p:cNvSpPr/>
          <p:nvPr/>
        </p:nvSpPr>
        <p:spPr>
          <a:xfrm>
            <a:off x="1965960" y="4372661"/>
            <a:ext cx="224028" cy="51206"/>
          </a:xfrm>
          <a:prstGeom prst="rect">
            <a:avLst/>
          </a:prstGeom>
          <a:solidFill>
            <a:srgbClr val="E4EBF3"/>
          </a:solidFill>
          <a:ln w="12700">
            <a:solidFill>
              <a:srgbClr val="E4EBF3"/>
            </a:solidFill>
            <a:prstDash val="solid"/>
          </a:ln>
        </p:spPr>
      </p:sp>
      <p:sp>
        <p:nvSpPr>
          <p:cNvPr id="314" name="Shape 312"/>
          <p:cNvSpPr/>
          <p:nvPr/>
        </p:nvSpPr>
        <p:spPr>
          <a:xfrm>
            <a:off x="2212848" y="4372661"/>
            <a:ext cx="224028" cy="51206"/>
          </a:xfrm>
          <a:prstGeom prst="rect">
            <a:avLst/>
          </a:prstGeom>
          <a:solidFill>
            <a:srgbClr val="16305B"/>
          </a:solidFill>
          <a:ln w="12700">
            <a:solidFill>
              <a:srgbClr val="16305B"/>
            </a:solidFill>
            <a:prstDash val="solid"/>
          </a:ln>
        </p:spPr>
      </p:sp>
      <p:sp>
        <p:nvSpPr>
          <p:cNvPr id="315" name="Shape 313"/>
          <p:cNvSpPr/>
          <p:nvPr/>
        </p:nvSpPr>
        <p:spPr>
          <a:xfrm>
            <a:off x="2459736" y="4372661"/>
            <a:ext cx="224028" cy="51206"/>
          </a:xfrm>
          <a:prstGeom prst="rect">
            <a:avLst/>
          </a:prstGeom>
          <a:solidFill>
            <a:srgbClr val="16305B"/>
          </a:solidFill>
          <a:ln w="12700">
            <a:solidFill>
              <a:srgbClr val="16305B"/>
            </a:solidFill>
            <a:prstDash val="solid"/>
          </a:ln>
        </p:spPr>
      </p:sp>
      <p:sp>
        <p:nvSpPr>
          <p:cNvPr id="316" name="Shape 314"/>
          <p:cNvSpPr/>
          <p:nvPr/>
        </p:nvSpPr>
        <p:spPr>
          <a:xfrm>
            <a:off x="2706624" y="4372661"/>
            <a:ext cx="224028" cy="51206"/>
          </a:xfrm>
          <a:prstGeom prst="rect">
            <a:avLst/>
          </a:prstGeom>
          <a:solidFill>
            <a:srgbClr val="E4EBF3"/>
          </a:solidFill>
          <a:ln w="12700">
            <a:solidFill>
              <a:srgbClr val="E4EBF3"/>
            </a:solidFill>
            <a:prstDash val="solid"/>
          </a:ln>
        </p:spPr>
      </p:sp>
      <p:sp>
        <p:nvSpPr>
          <p:cNvPr id="317" name="Shape 315"/>
          <p:cNvSpPr/>
          <p:nvPr/>
        </p:nvSpPr>
        <p:spPr>
          <a:xfrm>
            <a:off x="2953512" y="4372661"/>
            <a:ext cx="224028" cy="51206"/>
          </a:xfrm>
          <a:prstGeom prst="rect">
            <a:avLst/>
          </a:prstGeom>
          <a:solidFill>
            <a:srgbClr val="E4EBF3"/>
          </a:solidFill>
          <a:ln w="12700">
            <a:solidFill>
              <a:srgbClr val="E4EBF3"/>
            </a:solidFill>
            <a:prstDash val="solid"/>
          </a:ln>
        </p:spPr>
      </p:sp>
      <p:sp>
        <p:nvSpPr>
          <p:cNvPr id="318" name="Shape 316"/>
          <p:cNvSpPr/>
          <p:nvPr/>
        </p:nvSpPr>
        <p:spPr>
          <a:xfrm>
            <a:off x="3200400" y="4372661"/>
            <a:ext cx="224028" cy="51206"/>
          </a:xfrm>
          <a:prstGeom prst="rect">
            <a:avLst/>
          </a:prstGeom>
          <a:solidFill>
            <a:srgbClr val="16305B"/>
          </a:solidFill>
          <a:ln w="12700">
            <a:solidFill>
              <a:srgbClr val="16305B"/>
            </a:solidFill>
            <a:prstDash val="solid"/>
          </a:ln>
        </p:spPr>
      </p:sp>
      <p:sp>
        <p:nvSpPr>
          <p:cNvPr id="319" name="Shape 317"/>
          <p:cNvSpPr/>
          <p:nvPr/>
        </p:nvSpPr>
        <p:spPr>
          <a:xfrm>
            <a:off x="3447288" y="4372661"/>
            <a:ext cx="224028" cy="51206"/>
          </a:xfrm>
          <a:prstGeom prst="rect">
            <a:avLst/>
          </a:prstGeom>
          <a:solidFill>
            <a:srgbClr val="E4EBF3"/>
          </a:solidFill>
          <a:ln w="12700">
            <a:solidFill>
              <a:srgbClr val="E4EBF3"/>
            </a:solidFill>
            <a:prstDash val="solid"/>
          </a:ln>
        </p:spPr>
      </p:sp>
      <p:sp>
        <p:nvSpPr>
          <p:cNvPr id="320" name="Shape 318"/>
          <p:cNvSpPr/>
          <p:nvPr/>
        </p:nvSpPr>
        <p:spPr>
          <a:xfrm>
            <a:off x="3694176" y="4372661"/>
            <a:ext cx="224028" cy="51206"/>
          </a:xfrm>
          <a:prstGeom prst="rect">
            <a:avLst/>
          </a:prstGeom>
          <a:solidFill>
            <a:srgbClr val="8FB0D4"/>
          </a:solidFill>
          <a:ln w="12700">
            <a:solidFill>
              <a:srgbClr val="8FB0D4"/>
            </a:solidFill>
            <a:prstDash val="solid"/>
          </a:ln>
        </p:spPr>
      </p:sp>
      <p:sp>
        <p:nvSpPr>
          <p:cNvPr id="321" name="Shape 319"/>
          <p:cNvSpPr/>
          <p:nvPr/>
        </p:nvSpPr>
        <p:spPr>
          <a:xfrm>
            <a:off x="3941064" y="4372661"/>
            <a:ext cx="224028" cy="51206"/>
          </a:xfrm>
          <a:prstGeom prst="rect">
            <a:avLst/>
          </a:prstGeom>
          <a:solidFill>
            <a:srgbClr val="E4EBF3"/>
          </a:solidFill>
          <a:ln w="12700">
            <a:solidFill>
              <a:srgbClr val="E4EBF3"/>
            </a:solidFill>
            <a:prstDash val="solid"/>
          </a:ln>
        </p:spPr>
      </p:sp>
      <p:sp>
        <p:nvSpPr>
          <p:cNvPr id="322" name="Shape 320"/>
          <p:cNvSpPr/>
          <p:nvPr/>
        </p:nvSpPr>
        <p:spPr>
          <a:xfrm>
            <a:off x="4187952" y="4372661"/>
            <a:ext cx="224028" cy="51206"/>
          </a:xfrm>
          <a:prstGeom prst="rect">
            <a:avLst/>
          </a:prstGeom>
          <a:solidFill>
            <a:srgbClr val="16305B"/>
          </a:solidFill>
          <a:ln w="12700">
            <a:solidFill>
              <a:srgbClr val="16305B"/>
            </a:solidFill>
            <a:prstDash val="solid"/>
          </a:ln>
        </p:spPr>
      </p:sp>
      <p:sp>
        <p:nvSpPr>
          <p:cNvPr id="323" name="Shape 321"/>
          <p:cNvSpPr/>
          <p:nvPr/>
        </p:nvSpPr>
        <p:spPr>
          <a:xfrm>
            <a:off x="4434840" y="4372661"/>
            <a:ext cx="224028" cy="51206"/>
          </a:xfrm>
          <a:prstGeom prst="rect">
            <a:avLst/>
          </a:prstGeom>
          <a:solidFill>
            <a:srgbClr val="E4EBF3"/>
          </a:solidFill>
          <a:ln w="12700">
            <a:solidFill>
              <a:srgbClr val="E4EBF3"/>
            </a:solidFill>
            <a:prstDash val="solid"/>
          </a:ln>
        </p:spPr>
      </p:sp>
      <p:sp>
        <p:nvSpPr>
          <p:cNvPr id="324" name="Shape 322"/>
          <p:cNvSpPr/>
          <p:nvPr/>
        </p:nvSpPr>
        <p:spPr>
          <a:xfrm>
            <a:off x="4681728" y="4372661"/>
            <a:ext cx="224028" cy="51206"/>
          </a:xfrm>
          <a:prstGeom prst="rect">
            <a:avLst/>
          </a:prstGeom>
          <a:solidFill>
            <a:srgbClr val="E2F4F8"/>
          </a:solidFill>
          <a:ln w="12700">
            <a:solidFill>
              <a:srgbClr val="E2F4F8"/>
            </a:solidFill>
            <a:prstDash val="solid"/>
          </a:ln>
        </p:spPr>
      </p:sp>
      <p:sp>
        <p:nvSpPr>
          <p:cNvPr id="325" name="Shape 323"/>
          <p:cNvSpPr/>
          <p:nvPr/>
        </p:nvSpPr>
        <p:spPr>
          <a:xfrm>
            <a:off x="4928616" y="4372661"/>
            <a:ext cx="224028" cy="51206"/>
          </a:xfrm>
          <a:prstGeom prst="rect">
            <a:avLst/>
          </a:prstGeom>
          <a:solidFill>
            <a:srgbClr val="0090B0"/>
          </a:solidFill>
          <a:ln w="12700">
            <a:solidFill>
              <a:srgbClr val="0090B0"/>
            </a:solidFill>
            <a:prstDash val="solid"/>
          </a:ln>
        </p:spPr>
      </p:sp>
      <p:sp>
        <p:nvSpPr>
          <p:cNvPr id="326" name="Shape 324"/>
          <p:cNvSpPr/>
          <p:nvPr/>
        </p:nvSpPr>
        <p:spPr>
          <a:xfrm>
            <a:off x="5175504" y="4372661"/>
            <a:ext cx="224028" cy="51206"/>
          </a:xfrm>
          <a:prstGeom prst="rect">
            <a:avLst/>
          </a:prstGeom>
          <a:solidFill>
            <a:srgbClr val="0090B0"/>
          </a:solidFill>
          <a:ln w="12700">
            <a:solidFill>
              <a:srgbClr val="0090B0"/>
            </a:solidFill>
            <a:prstDash val="solid"/>
          </a:ln>
        </p:spPr>
      </p:sp>
      <p:sp>
        <p:nvSpPr>
          <p:cNvPr id="327" name="Shape 325"/>
          <p:cNvSpPr/>
          <p:nvPr/>
        </p:nvSpPr>
        <p:spPr>
          <a:xfrm>
            <a:off x="1965960" y="4438498"/>
            <a:ext cx="224028" cy="51206"/>
          </a:xfrm>
          <a:prstGeom prst="rect">
            <a:avLst/>
          </a:prstGeom>
          <a:solidFill>
            <a:srgbClr val="E4EBF3"/>
          </a:solidFill>
          <a:ln w="12700">
            <a:solidFill>
              <a:srgbClr val="E4EBF3"/>
            </a:solidFill>
            <a:prstDash val="solid"/>
          </a:ln>
        </p:spPr>
      </p:sp>
      <p:sp>
        <p:nvSpPr>
          <p:cNvPr id="328" name="Shape 326"/>
          <p:cNvSpPr/>
          <p:nvPr/>
        </p:nvSpPr>
        <p:spPr>
          <a:xfrm>
            <a:off x="2212848" y="4438498"/>
            <a:ext cx="224028" cy="51206"/>
          </a:xfrm>
          <a:prstGeom prst="rect">
            <a:avLst/>
          </a:prstGeom>
          <a:solidFill>
            <a:srgbClr val="16305B"/>
          </a:solidFill>
          <a:ln w="12700">
            <a:solidFill>
              <a:srgbClr val="16305B"/>
            </a:solidFill>
            <a:prstDash val="solid"/>
          </a:ln>
        </p:spPr>
      </p:sp>
      <p:sp>
        <p:nvSpPr>
          <p:cNvPr id="329" name="Shape 327"/>
          <p:cNvSpPr/>
          <p:nvPr/>
        </p:nvSpPr>
        <p:spPr>
          <a:xfrm>
            <a:off x="2459736" y="4438498"/>
            <a:ext cx="224028" cy="51206"/>
          </a:xfrm>
          <a:prstGeom prst="rect">
            <a:avLst/>
          </a:prstGeom>
          <a:solidFill>
            <a:srgbClr val="16305B"/>
          </a:solidFill>
          <a:ln w="12700">
            <a:solidFill>
              <a:srgbClr val="16305B"/>
            </a:solidFill>
            <a:prstDash val="solid"/>
          </a:ln>
        </p:spPr>
      </p:sp>
      <p:sp>
        <p:nvSpPr>
          <p:cNvPr id="330" name="Shape 328"/>
          <p:cNvSpPr/>
          <p:nvPr/>
        </p:nvSpPr>
        <p:spPr>
          <a:xfrm>
            <a:off x="2706624" y="4438498"/>
            <a:ext cx="224028" cy="51206"/>
          </a:xfrm>
          <a:prstGeom prst="rect">
            <a:avLst/>
          </a:prstGeom>
          <a:solidFill>
            <a:srgbClr val="16305B"/>
          </a:solidFill>
          <a:ln w="12700">
            <a:solidFill>
              <a:srgbClr val="16305B"/>
            </a:solidFill>
            <a:prstDash val="solid"/>
          </a:ln>
        </p:spPr>
      </p:sp>
      <p:sp>
        <p:nvSpPr>
          <p:cNvPr id="331" name="Shape 329"/>
          <p:cNvSpPr/>
          <p:nvPr/>
        </p:nvSpPr>
        <p:spPr>
          <a:xfrm>
            <a:off x="2953512" y="4438498"/>
            <a:ext cx="224028" cy="51206"/>
          </a:xfrm>
          <a:prstGeom prst="rect">
            <a:avLst/>
          </a:prstGeom>
          <a:solidFill>
            <a:srgbClr val="E4EBF3"/>
          </a:solidFill>
          <a:ln w="12700">
            <a:solidFill>
              <a:srgbClr val="E4EBF3"/>
            </a:solidFill>
            <a:prstDash val="solid"/>
          </a:ln>
        </p:spPr>
      </p:sp>
      <p:sp>
        <p:nvSpPr>
          <p:cNvPr id="332" name="Shape 330"/>
          <p:cNvSpPr/>
          <p:nvPr/>
        </p:nvSpPr>
        <p:spPr>
          <a:xfrm>
            <a:off x="3200400" y="4438498"/>
            <a:ext cx="224028" cy="51206"/>
          </a:xfrm>
          <a:prstGeom prst="rect">
            <a:avLst/>
          </a:prstGeom>
          <a:solidFill>
            <a:srgbClr val="E4EBF3"/>
          </a:solidFill>
          <a:ln w="12700">
            <a:solidFill>
              <a:srgbClr val="E4EBF3"/>
            </a:solidFill>
            <a:prstDash val="solid"/>
          </a:ln>
        </p:spPr>
      </p:sp>
      <p:sp>
        <p:nvSpPr>
          <p:cNvPr id="333" name="Shape 331"/>
          <p:cNvSpPr/>
          <p:nvPr/>
        </p:nvSpPr>
        <p:spPr>
          <a:xfrm>
            <a:off x="3447288" y="4438498"/>
            <a:ext cx="224028" cy="51206"/>
          </a:xfrm>
          <a:prstGeom prst="rect">
            <a:avLst/>
          </a:prstGeom>
          <a:solidFill>
            <a:srgbClr val="16305B"/>
          </a:solidFill>
          <a:ln w="12700">
            <a:solidFill>
              <a:srgbClr val="16305B"/>
            </a:solidFill>
            <a:prstDash val="solid"/>
          </a:ln>
        </p:spPr>
      </p:sp>
      <p:sp>
        <p:nvSpPr>
          <p:cNvPr id="334" name="Shape 332"/>
          <p:cNvSpPr/>
          <p:nvPr/>
        </p:nvSpPr>
        <p:spPr>
          <a:xfrm>
            <a:off x="3694176" y="4438498"/>
            <a:ext cx="224028" cy="51206"/>
          </a:xfrm>
          <a:prstGeom prst="rect">
            <a:avLst/>
          </a:prstGeom>
          <a:solidFill>
            <a:srgbClr val="E4EBF3"/>
          </a:solidFill>
          <a:ln w="12700">
            <a:solidFill>
              <a:srgbClr val="E4EBF3"/>
            </a:solidFill>
            <a:prstDash val="solid"/>
          </a:ln>
        </p:spPr>
      </p:sp>
      <p:sp>
        <p:nvSpPr>
          <p:cNvPr id="335" name="Shape 333"/>
          <p:cNvSpPr/>
          <p:nvPr/>
        </p:nvSpPr>
        <p:spPr>
          <a:xfrm>
            <a:off x="3941064" y="4438498"/>
            <a:ext cx="224028" cy="51206"/>
          </a:xfrm>
          <a:prstGeom prst="rect">
            <a:avLst/>
          </a:prstGeom>
          <a:solidFill>
            <a:srgbClr val="8FB0D4"/>
          </a:solidFill>
          <a:ln w="12700">
            <a:solidFill>
              <a:srgbClr val="8FB0D4"/>
            </a:solidFill>
            <a:prstDash val="solid"/>
          </a:ln>
        </p:spPr>
      </p:sp>
      <p:sp>
        <p:nvSpPr>
          <p:cNvPr id="336" name="Shape 334"/>
          <p:cNvSpPr/>
          <p:nvPr/>
        </p:nvSpPr>
        <p:spPr>
          <a:xfrm>
            <a:off x="4187952" y="4438498"/>
            <a:ext cx="224028" cy="51206"/>
          </a:xfrm>
          <a:prstGeom prst="rect">
            <a:avLst/>
          </a:prstGeom>
          <a:solidFill>
            <a:srgbClr val="E4EBF3"/>
          </a:solidFill>
          <a:ln w="12700">
            <a:solidFill>
              <a:srgbClr val="E4EBF3"/>
            </a:solidFill>
            <a:prstDash val="solid"/>
          </a:ln>
        </p:spPr>
      </p:sp>
      <p:sp>
        <p:nvSpPr>
          <p:cNvPr id="337" name="Shape 335"/>
          <p:cNvSpPr/>
          <p:nvPr/>
        </p:nvSpPr>
        <p:spPr>
          <a:xfrm>
            <a:off x="4434840" y="4438498"/>
            <a:ext cx="224028" cy="51206"/>
          </a:xfrm>
          <a:prstGeom prst="rect">
            <a:avLst/>
          </a:prstGeom>
          <a:solidFill>
            <a:srgbClr val="16305B"/>
          </a:solidFill>
          <a:ln w="12700">
            <a:solidFill>
              <a:srgbClr val="16305B"/>
            </a:solidFill>
            <a:prstDash val="solid"/>
          </a:ln>
        </p:spPr>
      </p:sp>
      <p:sp>
        <p:nvSpPr>
          <p:cNvPr id="338" name="Shape 336"/>
          <p:cNvSpPr/>
          <p:nvPr/>
        </p:nvSpPr>
        <p:spPr>
          <a:xfrm>
            <a:off x="4681728" y="4438498"/>
            <a:ext cx="224028" cy="51206"/>
          </a:xfrm>
          <a:prstGeom prst="rect">
            <a:avLst/>
          </a:prstGeom>
          <a:solidFill>
            <a:srgbClr val="E2F4F8"/>
          </a:solidFill>
          <a:ln w="12700">
            <a:solidFill>
              <a:srgbClr val="E2F4F8"/>
            </a:solidFill>
            <a:prstDash val="solid"/>
          </a:ln>
        </p:spPr>
      </p:sp>
      <p:sp>
        <p:nvSpPr>
          <p:cNvPr id="339" name="Shape 337"/>
          <p:cNvSpPr/>
          <p:nvPr/>
        </p:nvSpPr>
        <p:spPr>
          <a:xfrm>
            <a:off x="4928616" y="4438498"/>
            <a:ext cx="224028" cy="51206"/>
          </a:xfrm>
          <a:prstGeom prst="rect">
            <a:avLst/>
          </a:prstGeom>
          <a:solidFill>
            <a:srgbClr val="E2F4F8"/>
          </a:solidFill>
          <a:ln w="12700">
            <a:solidFill>
              <a:srgbClr val="E2F4F8"/>
            </a:solidFill>
            <a:prstDash val="solid"/>
          </a:ln>
        </p:spPr>
      </p:sp>
      <p:sp>
        <p:nvSpPr>
          <p:cNvPr id="340" name="Shape 338"/>
          <p:cNvSpPr/>
          <p:nvPr/>
        </p:nvSpPr>
        <p:spPr>
          <a:xfrm>
            <a:off x="5175504" y="4438498"/>
            <a:ext cx="224028" cy="51206"/>
          </a:xfrm>
          <a:prstGeom prst="rect">
            <a:avLst/>
          </a:prstGeom>
          <a:solidFill>
            <a:srgbClr val="0090B0"/>
          </a:solidFill>
          <a:ln w="12700">
            <a:solidFill>
              <a:srgbClr val="0090B0"/>
            </a:solidFill>
            <a:prstDash val="solid"/>
          </a:ln>
        </p:spPr>
      </p:sp>
      <p:sp>
        <p:nvSpPr>
          <p:cNvPr id="341" name="Shape 339"/>
          <p:cNvSpPr/>
          <p:nvPr/>
        </p:nvSpPr>
        <p:spPr>
          <a:xfrm>
            <a:off x="1965960" y="4504334"/>
            <a:ext cx="224028" cy="51206"/>
          </a:xfrm>
          <a:prstGeom prst="rect">
            <a:avLst/>
          </a:prstGeom>
          <a:solidFill>
            <a:srgbClr val="E4EBF3"/>
          </a:solidFill>
          <a:ln w="12700">
            <a:solidFill>
              <a:srgbClr val="E4EBF3"/>
            </a:solidFill>
            <a:prstDash val="solid"/>
          </a:ln>
        </p:spPr>
      </p:sp>
      <p:sp>
        <p:nvSpPr>
          <p:cNvPr id="342" name="Shape 340"/>
          <p:cNvSpPr/>
          <p:nvPr/>
        </p:nvSpPr>
        <p:spPr>
          <a:xfrm>
            <a:off x="2212848" y="4504334"/>
            <a:ext cx="224028" cy="51206"/>
          </a:xfrm>
          <a:prstGeom prst="rect">
            <a:avLst/>
          </a:prstGeom>
          <a:solidFill>
            <a:srgbClr val="16305B"/>
          </a:solidFill>
          <a:ln w="12700">
            <a:solidFill>
              <a:srgbClr val="16305B"/>
            </a:solidFill>
            <a:prstDash val="solid"/>
          </a:ln>
        </p:spPr>
      </p:sp>
      <p:sp>
        <p:nvSpPr>
          <p:cNvPr id="343" name="Shape 341"/>
          <p:cNvSpPr/>
          <p:nvPr/>
        </p:nvSpPr>
        <p:spPr>
          <a:xfrm>
            <a:off x="2459736" y="4504334"/>
            <a:ext cx="224028" cy="51206"/>
          </a:xfrm>
          <a:prstGeom prst="rect">
            <a:avLst/>
          </a:prstGeom>
          <a:solidFill>
            <a:srgbClr val="16305B"/>
          </a:solidFill>
          <a:ln w="12700">
            <a:solidFill>
              <a:srgbClr val="16305B"/>
            </a:solidFill>
            <a:prstDash val="solid"/>
          </a:ln>
        </p:spPr>
      </p:sp>
      <p:sp>
        <p:nvSpPr>
          <p:cNvPr id="344" name="Shape 342"/>
          <p:cNvSpPr/>
          <p:nvPr/>
        </p:nvSpPr>
        <p:spPr>
          <a:xfrm>
            <a:off x="2706624" y="4504334"/>
            <a:ext cx="224028" cy="51206"/>
          </a:xfrm>
          <a:prstGeom prst="rect">
            <a:avLst/>
          </a:prstGeom>
          <a:solidFill>
            <a:srgbClr val="16305B"/>
          </a:solidFill>
          <a:ln w="12700">
            <a:solidFill>
              <a:srgbClr val="16305B"/>
            </a:solidFill>
            <a:prstDash val="solid"/>
          </a:ln>
        </p:spPr>
      </p:sp>
      <p:sp>
        <p:nvSpPr>
          <p:cNvPr id="345" name="Shape 343"/>
          <p:cNvSpPr/>
          <p:nvPr/>
        </p:nvSpPr>
        <p:spPr>
          <a:xfrm>
            <a:off x="2953512" y="4504334"/>
            <a:ext cx="224028" cy="51206"/>
          </a:xfrm>
          <a:prstGeom prst="rect">
            <a:avLst/>
          </a:prstGeom>
          <a:solidFill>
            <a:srgbClr val="16305B"/>
          </a:solidFill>
          <a:ln w="12700">
            <a:solidFill>
              <a:srgbClr val="16305B"/>
            </a:solidFill>
            <a:prstDash val="solid"/>
          </a:ln>
        </p:spPr>
      </p:sp>
      <p:sp>
        <p:nvSpPr>
          <p:cNvPr id="346" name="Shape 344"/>
          <p:cNvSpPr/>
          <p:nvPr/>
        </p:nvSpPr>
        <p:spPr>
          <a:xfrm>
            <a:off x="3200400" y="4504334"/>
            <a:ext cx="224028" cy="51206"/>
          </a:xfrm>
          <a:prstGeom prst="rect">
            <a:avLst/>
          </a:prstGeom>
          <a:solidFill>
            <a:srgbClr val="E4EBF3"/>
          </a:solidFill>
          <a:ln w="12700">
            <a:solidFill>
              <a:srgbClr val="E4EBF3"/>
            </a:solidFill>
            <a:prstDash val="solid"/>
          </a:ln>
        </p:spPr>
      </p:sp>
      <p:sp>
        <p:nvSpPr>
          <p:cNvPr id="347" name="Shape 345"/>
          <p:cNvSpPr/>
          <p:nvPr/>
        </p:nvSpPr>
        <p:spPr>
          <a:xfrm>
            <a:off x="3447288" y="4504334"/>
            <a:ext cx="224028" cy="51206"/>
          </a:xfrm>
          <a:prstGeom prst="rect">
            <a:avLst/>
          </a:prstGeom>
          <a:solidFill>
            <a:srgbClr val="E4EBF3"/>
          </a:solidFill>
          <a:ln w="12700">
            <a:solidFill>
              <a:srgbClr val="E4EBF3"/>
            </a:solidFill>
            <a:prstDash val="solid"/>
          </a:ln>
        </p:spPr>
      </p:sp>
      <p:sp>
        <p:nvSpPr>
          <p:cNvPr id="348" name="Shape 346"/>
          <p:cNvSpPr/>
          <p:nvPr/>
        </p:nvSpPr>
        <p:spPr>
          <a:xfrm>
            <a:off x="3694176" y="4504334"/>
            <a:ext cx="224028" cy="51206"/>
          </a:xfrm>
          <a:prstGeom prst="rect">
            <a:avLst/>
          </a:prstGeom>
          <a:solidFill>
            <a:srgbClr val="16305B"/>
          </a:solidFill>
          <a:ln w="12700">
            <a:solidFill>
              <a:srgbClr val="16305B"/>
            </a:solidFill>
            <a:prstDash val="solid"/>
          </a:ln>
        </p:spPr>
      </p:sp>
      <p:sp>
        <p:nvSpPr>
          <p:cNvPr id="349" name="Shape 347"/>
          <p:cNvSpPr/>
          <p:nvPr/>
        </p:nvSpPr>
        <p:spPr>
          <a:xfrm>
            <a:off x="3941064" y="4504334"/>
            <a:ext cx="224028" cy="51206"/>
          </a:xfrm>
          <a:prstGeom prst="rect">
            <a:avLst/>
          </a:prstGeom>
          <a:solidFill>
            <a:srgbClr val="E4EBF3"/>
          </a:solidFill>
          <a:ln w="12700">
            <a:solidFill>
              <a:srgbClr val="E4EBF3"/>
            </a:solidFill>
            <a:prstDash val="solid"/>
          </a:ln>
        </p:spPr>
      </p:sp>
      <p:sp>
        <p:nvSpPr>
          <p:cNvPr id="350" name="Shape 348"/>
          <p:cNvSpPr/>
          <p:nvPr/>
        </p:nvSpPr>
        <p:spPr>
          <a:xfrm>
            <a:off x="4187952" y="4504334"/>
            <a:ext cx="224028" cy="51206"/>
          </a:xfrm>
          <a:prstGeom prst="rect">
            <a:avLst/>
          </a:prstGeom>
          <a:solidFill>
            <a:srgbClr val="8FB0D4"/>
          </a:solidFill>
          <a:ln w="12700">
            <a:solidFill>
              <a:srgbClr val="8FB0D4"/>
            </a:solidFill>
            <a:prstDash val="solid"/>
          </a:ln>
        </p:spPr>
      </p:sp>
      <p:sp>
        <p:nvSpPr>
          <p:cNvPr id="351" name="Shape 349"/>
          <p:cNvSpPr/>
          <p:nvPr/>
        </p:nvSpPr>
        <p:spPr>
          <a:xfrm>
            <a:off x="4434840" y="4504334"/>
            <a:ext cx="224028" cy="51206"/>
          </a:xfrm>
          <a:prstGeom prst="rect">
            <a:avLst/>
          </a:prstGeom>
          <a:solidFill>
            <a:srgbClr val="E4EBF3"/>
          </a:solidFill>
          <a:ln w="12700">
            <a:solidFill>
              <a:srgbClr val="E4EBF3"/>
            </a:solidFill>
            <a:prstDash val="solid"/>
          </a:ln>
        </p:spPr>
      </p:sp>
      <p:sp>
        <p:nvSpPr>
          <p:cNvPr id="352" name="Shape 350"/>
          <p:cNvSpPr/>
          <p:nvPr/>
        </p:nvSpPr>
        <p:spPr>
          <a:xfrm>
            <a:off x="4681728" y="4504334"/>
            <a:ext cx="224028" cy="51206"/>
          </a:xfrm>
          <a:prstGeom prst="rect">
            <a:avLst/>
          </a:prstGeom>
          <a:solidFill>
            <a:srgbClr val="0090B0"/>
          </a:solidFill>
          <a:ln w="12700">
            <a:solidFill>
              <a:srgbClr val="0090B0"/>
            </a:solidFill>
            <a:prstDash val="solid"/>
          </a:ln>
        </p:spPr>
      </p:sp>
      <p:sp>
        <p:nvSpPr>
          <p:cNvPr id="353" name="Shape 351"/>
          <p:cNvSpPr/>
          <p:nvPr/>
        </p:nvSpPr>
        <p:spPr>
          <a:xfrm>
            <a:off x="4928616" y="4504334"/>
            <a:ext cx="224028" cy="51206"/>
          </a:xfrm>
          <a:prstGeom prst="rect">
            <a:avLst/>
          </a:prstGeom>
          <a:solidFill>
            <a:srgbClr val="E2F4F8"/>
          </a:solidFill>
          <a:ln w="12700">
            <a:solidFill>
              <a:srgbClr val="E2F4F8"/>
            </a:solidFill>
            <a:prstDash val="solid"/>
          </a:ln>
        </p:spPr>
      </p:sp>
      <p:sp>
        <p:nvSpPr>
          <p:cNvPr id="354" name="Shape 352"/>
          <p:cNvSpPr/>
          <p:nvPr/>
        </p:nvSpPr>
        <p:spPr>
          <a:xfrm>
            <a:off x="5175504" y="4504334"/>
            <a:ext cx="224028" cy="51206"/>
          </a:xfrm>
          <a:prstGeom prst="rect">
            <a:avLst/>
          </a:prstGeom>
          <a:solidFill>
            <a:srgbClr val="E2F4F8"/>
          </a:solidFill>
          <a:ln w="12700">
            <a:solidFill>
              <a:srgbClr val="E2F4F8"/>
            </a:solidFill>
            <a:prstDash val="solid"/>
          </a:ln>
        </p:spPr>
      </p:sp>
      <p:sp>
        <p:nvSpPr>
          <p:cNvPr id="355" name="Shape 353"/>
          <p:cNvSpPr/>
          <p:nvPr/>
        </p:nvSpPr>
        <p:spPr>
          <a:xfrm>
            <a:off x="1965960" y="4570171"/>
            <a:ext cx="224028" cy="51206"/>
          </a:xfrm>
          <a:prstGeom prst="rect">
            <a:avLst/>
          </a:prstGeom>
          <a:solidFill>
            <a:srgbClr val="E4EBF3"/>
          </a:solidFill>
          <a:ln w="12700">
            <a:solidFill>
              <a:srgbClr val="E4EBF3"/>
            </a:solidFill>
            <a:prstDash val="solid"/>
          </a:ln>
        </p:spPr>
      </p:sp>
      <p:sp>
        <p:nvSpPr>
          <p:cNvPr id="356" name="Shape 354"/>
          <p:cNvSpPr/>
          <p:nvPr/>
        </p:nvSpPr>
        <p:spPr>
          <a:xfrm>
            <a:off x="2212848" y="4570171"/>
            <a:ext cx="224028" cy="51206"/>
          </a:xfrm>
          <a:prstGeom prst="rect">
            <a:avLst/>
          </a:prstGeom>
          <a:solidFill>
            <a:srgbClr val="E4EBF3"/>
          </a:solidFill>
          <a:ln w="12700">
            <a:solidFill>
              <a:srgbClr val="E4EBF3"/>
            </a:solidFill>
            <a:prstDash val="solid"/>
          </a:ln>
        </p:spPr>
      </p:sp>
      <p:sp>
        <p:nvSpPr>
          <p:cNvPr id="357" name="Shape 355"/>
          <p:cNvSpPr/>
          <p:nvPr/>
        </p:nvSpPr>
        <p:spPr>
          <a:xfrm>
            <a:off x="2459736" y="4570171"/>
            <a:ext cx="224028" cy="51206"/>
          </a:xfrm>
          <a:prstGeom prst="rect">
            <a:avLst/>
          </a:prstGeom>
          <a:solidFill>
            <a:srgbClr val="16305B"/>
          </a:solidFill>
          <a:ln w="12700">
            <a:solidFill>
              <a:srgbClr val="16305B"/>
            </a:solidFill>
            <a:prstDash val="solid"/>
          </a:ln>
        </p:spPr>
      </p:sp>
      <p:sp>
        <p:nvSpPr>
          <p:cNvPr id="358" name="Shape 356"/>
          <p:cNvSpPr/>
          <p:nvPr/>
        </p:nvSpPr>
        <p:spPr>
          <a:xfrm>
            <a:off x="2706624" y="4570171"/>
            <a:ext cx="224028" cy="51206"/>
          </a:xfrm>
          <a:prstGeom prst="rect">
            <a:avLst/>
          </a:prstGeom>
          <a:solidFill>
            <a:srgbClr val="16305B"/>
          </a:solidFill>
          <a:ln w="12700">
            <a:solidFill>
              <a:srgbClr val="16305B"/>
            </a:solidFill>
            <a:prstDash val="solid"/>
          </a:ln>
        </p:spPr>
      </p:sp>
      <p:sp>
        <p:nvSpPr>
          <p:cNvPr id="359" name="Shape 357"/>
          <p:cNvSpPr/>
          <p:nvPr/>
        </p:nvSpPr>
        <p:spPr>
          <a:xfrm>
            <a:off x="2953512" y="4570171"/>
            <a:ext cx="224028" cy="51206"/>
          </a:xfrm>
          <a:prstGeom prst="rect">
            <a:avLst/>
          </a:prstGeom>
          <a:solidFill>
            <a:srgbClr val="16305B"/>
          </a:solidFill>
          <a:ln w="12700">
            <a:solidFill>
              <a:srgbClr val="16305B"/>
            </a:solidFill>
            <a:prstDash val="solid"/>
          </a:ln>
        </p:spPr>
      </p:sp>
      <p:sp>
        <p:nvSpPr>
          <p:cNvPr id="360" name="Shape 358"/>
          <p:cNvSpPr/>
          <p:nvPr/>
        </p:nvSpPr>
        <p:spPr>
          <a:xfrm>
            <a:off x="3200400" y="4570171"/>
            <a:ext cx="224028" cy="51206"/>
          </a:xfrm>
          <a:prstGeom prst="rect">
            <a:avLst/>
          </a:prstGeom>
          <a:solidFill>
            <a:srgbClr val="16305B"/>
          </a:solidFill>
          <a:ln w="12700">
            <a:solidFill>
              <a:srgbClr val="16305B"/>
            </a:solidFill>
            <a:prstDash val="solid"/>
          </a:ln>
        </p:spPr>
      </p:sp>
      <p:sp>
        <p:nvSpPr>
          <p:cNvPr id="361" name="Shape 359"/>
          <p:cNvSpPr/>
          <p:nvPr/>
        </p:nvSpPr>
        <p:spPr>
          <a:xfrm>
            <a:off x="3447288" y="4570171"/>
            <a:ext cx="224028" cy="51206"/>
          </a:xfrm>
          <a:prstGeom prst="rect">
            <a:avLst/>
          </a:prstGeom>
          <a:solidFill>
            <a:srgbClr val="E4EBF3"/>
          </a:solidFill>
          <a:ln w="12700">
            <a:solidFill>
              <a:srgbClr val="E4EBF3"/>
            </a:solidFill>
            <a:prstDash val="solid"/>
          </a:ln>
        </p:spPr>
      </p:sp>
      <p:sp>
        <p:nvSpPr>
          <p:cNvPr id="362" name="Shape 360"/>
          <p:cNvSpPr/>
          <p:nvPr/>
        </p:nvSpPr>
        <p:spPr>
          <a:xfrm>
            <a:off x="3694176" y="4570171"/>
            <a:ext cx="224028" cy="51206"/>
          </a:xfrm>
          <a:prstGeom prst="rect">
            <a:avLst/>
          </a:prstGeom>
          <a:solidFill>
            <a:srgbClr val="E4EBF3"/>
          </a:solidFill>
          <a:ln w="12700">
            <a:solidFill>
              <a:srgbClr val="E4EBF3"/>
            </a:solidFill>
            <a:prstDash val="solid"/>
          </a:ln>
        </p:spPr>
      </p:sp>
      <p:sp>
        <p:nvSpPr>
          <p:cNvPr id="363" name="Shape 361"/>
          <p:cNvSpPr/>
          <p:nvPr/>
        </p:nvSpPr>
        <p:spPr>
          <a:xfrm>
            <a:off x="3941064" y="4570171"/>
            <a:ext cx="224028" cy="51206"/>
          </a:xfrm>
          <a:prstGeom prst="rect">
            <a:avLst/>
          </a:prstGeom>
          <a:solidFill>
            <a:srgbClr val="16305B"/>
          </a:solidFill>
          <a:ln w="12700">
            <a:solidFill>
              <a:srgbClr val="16305B"/>
            </a:solidFill>
            <a:prstDash val="solid"/>
          </a:ln>
        </p:spPr>
      </p:sp>
      <p:sp>
        <p:nvSpPr>
          <p:cNvPr id="364" name="Shape 362"/>
          <p:cNvSpPr/>
          <p:nvPr/>
        </p:nvSpPr>
        <p:spPr>
          <a:xfrm>
            <a:off x="4187952" y="4570171"/>
            <a:ext cx="224028" cy="51206"/>
          </a:xfrm>
          <a:prstGeom prst="rect">
            <a:avLst/>
          </a:prstGeom>
          <a:solidFill>
            <a:srgbClr val="E4EBF3"/>
          </a:solidFill>
          <a:ln w="12700">
            <a:solidFill>
              <a:srgbClr val="E4EBF3"/>
            </a:solidFill>
            <a:prstDash val="solid"/>
          </a:ln>
        </p:spPr>
      </p:sp>
      <p:sp>
        <p:nvSpPr>
          <p:cNvPr id="365" name="Shape 363"/>
          <p:cNvSpPr/>
          <p:nvPr/>
        </p:nvSpPr>
        <p:spPr>
          <a:xfrm>
            <a:off x="4434840" y="4570171"/>
            <a:ext cx="224028" cy="51206"/>
          </a:xfrm>
          <a:prstGeom prst="rect">
            <a:avLst/>
          </a:prstGeom>
          <a:solidFill>
            <a:srgbClr val="8FB0D4"/>
          </a:solidFill>
          <a:ln w="12700">
            <a:solidFill>
              <a:srgbClr val="8FB0D4"/>
            </a:solidFill>
            <a:prstDash val="solid"/>
          </a:ln>
        </p:spPr>
      </p:sp>
      <p:sp>
        <p:nvSpPr>
          <p:cNvPr id="366" name="Shape 364"/>
          <p:cNvSpPr/>
          <p:nvPr/>
        </p:nvSpPr>
        <p:spPr>
          <a:xfrm>
            <a:off x="4681728" y="4570171"/>
            <a:ext cx="224028" cy="51206"/>
          </a:xfrm>
          <a:prstGeom prst="rect">
            <a:avLst/>
          </a:prstGeom>
          <a:solidFill>
            <a:srgbClr val="E2F4F8"/>
          </a:solidFill>
          <a:ln w="12700">
            <a:solidFill>
              <a:srgbClr val="E2F4F8"/>
            </a:solidFill>
            <a:prstDash val="solid"/>
          </a:ln>
        </p:spPr>
      </p:sp>
      <p:sp>
        <p:nvSpPr>
          <p:cNvPr id="367" name="Shape 365"/>
          <p:cNvSpPr/>
          <p:nvPr/>
        </p:nvSpPr>
        <p:spPr>
          <a:xfrm>
            <a:off x="4928616" y="4570171"/>
            <a:ext cx="224028" cy="51206"/>
          </a:xfrm>
          <a:prstGeom prst="rect">
            <a:avLst/>
          </a:prstGeom>
          <a:solidFill>
            <a:srgbClr val="0090B0"/>
          </a:solidFill>
          <a:ln w="12700">
            <a:solidFill>
              <a:srgbClr val="0090B0"/>
            </a:solidFill>
            <a:prstDash val="solid"/>
          </a:ln>
        </p:spPr>
      </p:sp>
      <p:sp>
        <p:nvSpPr>
          <p:cNvPr id="368" name="Shape 366"/>
          <p:cNvSpPr/>
          <p:nvPr/>
        </p:nvSpPr>
        <p:spPr>
          <a:xfrm>
            <a:off x="5175504" y="4570171"/>
            <a:ext cx="224028" cy="51206"/>
          </a:xfrm>
          <a:prstGeom prst="rect">
            <a:avLst/>
          </a:prstGeom>
          <a:solidFill>
            <a:srgbClr val="E2F4F8"/>
          </a:solidFill>
          <a:ln w="12700">
            <a:solidFill>
              <a:srgbClr val="E2F4F8"/>
            </a:solidFill>
            <a:prstDash val="solid"/>
          </a:ln>
        </p:spPr>
      </p:sp>
      <p:sp>
        <p:nvSpPr>
          <p:cNvPr id="369" name="Shape 367"/>
          <p:cNvSpPr/>
          <p:nvPr/>
        </p:nvSpPr>
        <p:spPr>
          <a:xfrm>
            <a:off x="1965960" y="4636008"/>
            <a:ext cx="224028" cy="51206"/>
          </a:xfrm>
          <a:prstGeom prst="rect">
            <a:avLst/>
          </a:prstGeom>
          <a:solidFill>
            <a:srgbClr val="E4EBF3"/>
          </a:solidFill>
          <a:ln w="12700">
            <a:solidFill>
              <a:srgbClr val="E4EBF3"/>
            </a:solidFill>
            <a:prstDash val="solid"/>
          </a:ln>
        </p:spPr>
      </p:sp>
      <p:sp>
        <p:nvSpPr>
          <p:cNvPr id="370" name="Shape 368"/>
          <p:cNvSpPr/>
          <p:nvPr/>
        </p:nvSpPr>
        <p:spPr>
          <a:xfrm>
            <a:off x="2212848" y="4636008"/>
            <a:ext cx="224028" cy="51206"/>
          </a:xfrm>
          <a:prstGeom prst="rect">
            <a:avLst/>
          </a:prstGeom>
          <a:solidFill>
            <a:srgbClr val="E4EBF3"/>
          </a:solidFill>
          <a:ln w="12700">
            <a:solidFill>
              <a:srgbClr val="E4EBF3"/>
            </a:solidFill>
            <a:prstDash val="solid"/>
          </a:ln>
        </p:spPr>
      </p:sp>
      <p:sp>
        <p:nvSpPr>
          <p:cNvPr id="371" name="Shape 369"/>
          <p:cNvSpPr/>
          <p:nvPr/>
        </p:nvSpPr>
        <p:spPr>
          <a:xfrm>
            <a:off x="2459736" y="4636008"/>
            <a:ext cx="224028" cy="51206"/>
          </a:xfrm>
          <a:prstGeom prst="rect">
            <a:avLst/>
          </a:prstGeom>
          <a:solidFill>
            <a:srgbClr val="E4EBF3"/>
          </a:solidFill>
          <a:ln w="12700">
            <a:solidFill>
              <a:srgbClr val="E4EBF3"/>
            </a:solidFill>
            <a:prstDash val="solid"/>
          </a:ln>
        </p:spPr>
      </p:sp>
      <p:sp>
        <p:nvSpPr>
          <p:cNvPr id="372" name="Shape 370"/>
          <p:cNvSpPr/>
          <p:nvPr/>
        </p:nvSpPr>
        <p:spPr>
          <a:xfrm>
            <a:off x="2706624" y="4636008"/>
            <a:ext cx="224028" cy="51206"/>
          </a:xfrm>
          <a:prstGeom prst="rect">
            <a:avLst/>
          </a:prstGeom>
          <a:solidFill>
            <a:srgbClr val="16305B"/>
          </a:solidFill>
          <a:ln w="12700">
            <a:solidFill>
              <a:srgbClr val="16305B"/>
            </a:solidFill>
            <a:prstDash val="solid"/>
          </a:ln>
        </p:spPr>
      </p:sp>
      <p:sp>
        <p:nvSpPr>
          <p:cNvPr id="373" name="Shape 371"/>
          <p:cNvSpPr/>
          <p:nvPr/>
        </p:nvSpPr>
        <p:spPr>
          <a:xfrm>
            <a:off x="2953512" y="4636008"/>
            <a:ext cx="224028" cy="51206"/>
          </a:xfrm>
          <a:prstGeom prst="rect">
            <a:avLst/>
          </a:prstGeom>
          <a:solidFill>
            <a:srgbClr val="16305B"/>
          </a:solidFill>
          <a:ln w="12700">
            <a:solidFill>
              <a:srgbClr val="16305B"/>
            </a:solidFill>
            <a:prstDash val="solid"/>
          </a:ln>
        </p:spPr>
      </p:sp>
      <p:sp>
        <p:nvSpPr>
          <p:cNvPr id="374" name="Shape 372"/>
          <p:cNvSpPr/>
          <p:nvPr/>
        </p:nvSpPr>
        <p:spPr>
          <a:xfrm>
            <a:off x="3200400" y="4636008"/>
            <a:ext cx="224028" cy="51206"/>
          </a:xfrm>
          <a:prstGeom prst="rect">
            <a:avLst/>
          </a:prstGeom>
          <a:solidFill>
            <a:srgbClr val="16305B"/>
          </a:solidFill>
          <a:ln w="12700">
            <a:solidFill>
              <a:srgbClr val="16305B"/>
            </a:solidFill>
            <a:prstDash val="solid"/>
          </a:ln>
        </p:spPr>
      </p:sp>
      <p:sp>
        <p:nvSpPr>
          <p:cNvPr id="375" name="Shape 373"/>
          <p:cNvSpPr/>
          <p:nvPr/>
        </p:nvSpPr>
        <p:spPr>
          <a:xfrm>
            <a:off x="3447288" y="4636008"/>
            <a:ext cx="224028" cy="51206"/>
          </a:xfrm>
          <a:prstGeom prst="rect">
            <a:avLst/>
          </a:prstGeom>
          <a:solidFill>
            <a:srgbClr val="16305B"/>
          </a:solidFill>
          <a:ln w="12700">
            <a:solidFill>
              <a:srgbClr val="16305B"/>
            </a:solidFill>
            <a:prstDash val="solid"/>
          </a:ln>
        </p:spPr>
      </p:sp>
      <p:sp>
        <p:nvSpPr>
          <p:cNvPr id="376" name="Shape 374"/>
          <p:cNvSpPr/>
          <p:nvPr/>
        </p:nvSpPr>
        <p:spPr>
          <a:xfrm>
            <a:off x="3694176" y="4636008"/>
            <a:ext cx="224028" cy="51206"/>
          </a:xfrm>
          <a:prstGeom prst="rect">
            <a:avLst/>
          </a:prstGeom>
          <a:solidFill>
            <a:srgbClr val="E4EBF3"/>
          </a:solidFill>
          <a:ln w="12700">
            <a:solidFill>
              <a:srgbClr val="E4EBF3"/>
            </a:solidFill>
            <a:prstDash val="solid"/>
          </a:ln>
        </p:spPr>
      </p:sp>
      <p:sp>
        <p:nvSpPr>
          <p:cNvPr id="377" name="Shape 375"/>
          <p:cNvSpPr/>
          <p:nvPr/>
        </p:nvSpPr>
        <p:spPr>
          <a:xfrm>
            <a:off x="3941064" y="4636008"/>
            <a:ext cx="224028" cy="51206"/>
          </a:xfrm>
          <a:prstGeom prst="rect">
            <a:avLst/>
          </a:prstGeom>
          <a:solidFill>
            <a:srgbClr val="E4EBF3"/>
          </a:solidFill>
          <a:ln w="12700">
            <a:solidFill>
              <a:srgbClr val="E4EBF3"/>
            </a:solidFill>
            <a:prstDash val="solid"/>
          </a:ln>
        </p:spPr>
      </p:sp>
      <p:sp>
        <p:nvSpPr>
          <p:cNvPr id="378" name="Shape 376"/>
          <p:cNvSpPr/>
          <p:nvPr/>
        </p:nvSpPr>
        <p:spPr>
          <a:xfrm>
            <a:off x="4187952" y="4636008"/>
            <a:ext cx="224028" cy="51206"/>
          </a:xfrm>
          <a:prstGeom prst="rect">
            <a:avLst/>
          </a:prstGeom>
          <a:solidFill>
            <a:srgbClr val="16305B"/>
          </a:solidFill>
          <a:ln w="12700">
            <a:solidFill>
              <a:srgbClr val="16305B"/>
            </a:solidFill>
            <a:prstDash val="solid"/>
          </a:ln>
        </p:spPr>
      </p:sp>
      <p:sp>
        <p:nvSpPr>
          <p:cNvPr id="379" name="Shape 377"/>
          <p:cNvSpPr/>
          <p:nvPr/>
        </p:nvSpPr>
        <p:spPr>
          <a:xfrm>
            <a:off x="4434840" y="4636008"/>
            <a:ext cx="224028" cy="51206"/>
          </a:xfrm>
          <a:prstGeom prst="rect">
            <a:avLst/>
          </a:prstGeom>
          <a:solidFill>
            <a:srgbClr val="E4EBF3"/>
          </a:solidFill>
          <a:ln w="12700">
            <a:solidFill>
              <a:srgbClr val="E4EBF3"/>
            </a:solidFill>
            <a:prstDash val="solid"/>
          </a:ln>
        </p:spPr>
      </p:sp>
      <p:sp>
        <p:nvSpPr>
          <p:cNvPr id="380" name="Shape 378"/>
          <p:cNvSpPr/>
          <p:nvPr/>
        </p:nvSpPr>
        <p:spPr>
          <a:xfrm>
            <a:off x="4681728" y="4636008"/>
            <a:ext cx="224028" cy="51206"/>
          </a:xfrm>
          <a:prstGeom prst="rect">
            <a:avLst/>
          </a:prstGeom>
          <a:solidFill>
            <a:srgbClr val="8DD2E2"/>
          </a:solidFill>
          <a:ln w="12700">
            <a:solidFill>
              <a:srgbClr val="8DD2E2"/>
            </a:solidFill>
            <a:prstDash val="solid"/>
          </a:ln>
        </p:spPr>
      </p:sp>
      <p:sp>
        <p:nvSpPr>
          <p:cNvPr id="381" name="Shape 379"/>
          <p:cNvSpPr/>
          <p:nvPr/>
        </p:nvSpPr>
        <p:spPr>
          <a:xfrm>
            <a:off x="4928616" y="4636008"/>
            <a:ext cx="224028" cy="51206"/>
          </a:xfrm>
          <a:prstGeom prst="rect">
            <a:avLst/>
          </a:prstGeom>
          <a:solidFill>
            <a:srgbClr val="E2F4F8"/>
          </a:solidFill>
          <a:ln w="12700">
            <a:solidFill>
              <a:srgbClr val="E2F4F8"/>
            </a:solidFill>
            <a:prstDash val="solid"/>
          </a:ln>
        </p:spPr>
      </p:sp>
      <p:sp>
        <p:nvSpPr>
          <p:cNvPr id="382" name="Shape 380"/>
          <p:cNvSpPr/>
          <p:nvPr/>
        </p:nvSpPr>
        <p:spPr>
          <a:xfrm>
            <a:off x="5175504" y="4636008"/>
            <a:ext cx="224028" cy="51206"/>
          </a:xfrm>
          <a:prstGeom prst="rect">
            <a:avLst/>
          </a:prstGeom>
          <a:solidFill>
            <a:srgbClr val="0090B0"/>
          </a:solidFill>
          <a:ln w="12700">
            <a:solidFill>
              <a:srgbClr val="0090B0"/>
            </a:solidFill>
            <a:prstDash val="solid"/>
          </a:ln>
        </p:spPr>
      </p:sp>
      <p:sp>
        <p:nvSpPr>
          <p:cNvPr id="383" name="Shape 381"/>
          <p:cNvSpPr/>
          <p:nvPr/>
        </p:nvSpPr>
        <p:spPr>
          <a:xfrm>
            <a:off x="1965960" y="4701845"/>
            <a:ext cx="224028" cy="51206"/>
          </a:xfrm>
          <a:prstGeom prst="rect">
            <a:avLst/>
          </a:prstGeom>
          <a:solidFill>
            <a:srgbClr val="E4EBF3"/>
          </a:solidFill>
          <a:ln w="12700">
            <a:solidFill>
              <a:srgbClr val="E4EBF3"/>
            </a:solidFill>
            <a:prstDash val="solid"/>
          </a:ln>
        </p:spPr>
      </p:sp>
      <p:sp>
        <p:nvSpPr>
          <p:cNvPr id="384" name="Shape 382"/>
          <p:cNvSpPr/>
          <p:nvPr/>
        </p:nvSpPr>
        <p:spPr>
          <a:xfrm>
            <a:off x="2212848" y="4701845"/>
            <a:ext cx="224028" cy="51206"/>
          </a:xfrm>
          <a:prstGeom prst="rect">
            <a:avLst/>
          </a:prstGeom>
          <a:solidFill>
            <a:srgbClr val="16305B"/>
          </a:solidFill>
          <a:ln w="12700">
            <a:solidFill>
              <a:srgbClr val="16305B"/>
            </a:solidFill>
            <a:prstDash val="solid"/>
          </a:ln>
        </p:spPr>
      </p:sp>
      <p:sp>
        <p:nvSpPr>
          <p:cNvPr id="385" name="Shape 383"/>
          <p:cNvSpPr/>
          <p:nvPr/>
        </p:nvSpPr>
        <p:spPr>
          <a:xfrm>
            <a:off x="2459736" y="4701845"/>
            <a:ext cx="224028" cy="51206"/>
          </a:xfrm>
          <a:prstGeom prst="rect">
            <a:avLst/>
          </a:prstGeom>
          <a:solidFill>
            <a:srgbClr val="E4EBF3"/>
          </a:solidFill>
          <a:ln w="12700">
            <a:solidFill>
              <a:srgbClr val="E4EBF3"/>
            </a:solidFill>
            <a:prstDash val="solid"/>
          </a:ln>
        </p:spPr>
      </p:sp>
      <p:sp>
        <p:nvSpPr>
          <p:cNvPr id="386" name="Shape 384"/>
          <p:cNvSpPr/>
          <p:nvPr/>
        </p:nvSpPr>
        <p:spPr>
          <a:xfrm>
            <a:off x="2706624" y="4701845"/>
            <a:ext cx="224028" cy="51206"/>
          </a:xfrm>
          <a:prstGeom prst="rect">
            <a:avLst/>
          </a:prstGeom>
          <a:solidFill>
            <a:srgbClr val="E4EBF3"/>
          </a:solidFill>
          <a:ln w="12700">
            <a:solidFill>
              <a:srgbClr val="E4EBF3"/>
            </a:solidFill>
            <a:prstDash val="solid"/>
          </a:ln>
        </p:spPr>
      </p:sp>
      <p:sp>
        <p:nvSpPr>
          <p:cNvPr id="387" name="Shape 385"/>
          <p:cNvSpPr/>
          <p:nvPr/>
        </p:nvSpPr>
        <p:spPr>
          <a:xfrm>
            <a:off x="2953512" y="4701845"/>
            <a:ext cx="224028" cy="51206"/>
          </a:xfrm>
          <a:prstGeom prst="rect">
            <a:avLst/>
          </a:prstGeom>
          <a:solidFill>
            <a:srgbClr val="16305B"/>
          </a:solidFill>
          <a:ln w="12700">
            <a:solidFill>
              <a:srgbClr val="16305B"/>
            </a:solidFill>
            <a:prstDash val="solid"/>
          </a:ln>
        </p:spPr>
      </p:sp>
      <p:sp>
        <p:nvSpPr>
          <p:cNvPr id="388" name="Shape 386"/>
          <p:cNvSpPr/>
          <p:nvPr/>
        </p:nvSpPr>
        <p:spPr>
          <a:xfrm>
            <a:off x="3200400" y="4701845"/>
            <a:ext cx="224028" cy="51206"/>
          </a:xfrm>
          <a:prstGeom prst="rect">
            <a:avLst/>
          </a:prstGeom>
          <a:solidFill>
            <a:srgbClr val="16305B"/>
          </a:solidFill>
          <a:ln w="12700">
            <a:solidFill>
              <a:srgbClr val="16305B"/>
            </a:solidFill>
            <a:prstDash val="solid"/>
          </a:ln>
        </p:spPr>
      </p:sp>
      <p:sp>
        <p:nvSpPr>
          <p:cNvPr id="389" name="Shape 387"/>
          <p:cNvSpPr/>
          <p:nvPr/>
        </p:nvSpPr>
        <p:spPr>
          <a:xfrm>
            <a:off x="3447288" y="4701845"/>
            <a:ext cx="224028" cy="51206"/>
          </a:xfrm>
          <a:prstGeom prst="rect">
            <a:avLst/>
          </a:prstGeom>
          <a:solidFill>
            <a:srgbClr val="16305B"/>
          </a:solidFill>
          <a:ln w="12700">
            <a:solidFill>
              <a:srgbClr val="16305B"/>
            </a:solidFill>
            <a:prstDash val="solid"/>
          </a:ln>
        </p:spPr>
      </p:sp>
      <p:sp>
        <p:nvSpPr>
          <p:cNvPr id="390" name="Shape 388"/>
          <p:cNvSpPr/>
          <p:nvPr/>
        </p:nvSpPr>
        <p:spPr>
          <a:xfrm>
            <a:off x="3694176" y="4701845"/>
            <a:ext cx="224028" cy="51206"/>
          </a:xfrm>
          <a:prstGeom prst="rect">
            <a:avLst/>
          </a:prstGeom>
          <a:solidFill>
            <a:srgbClr val="16305B"/>
          </a:solidFill>
          <a:ln w="12700">
            <a:solidFill>
              <a:srgbClr val="16305B"/>
            </a:solidFill>
            <a:prstDash val="solid"/>
          </a:ln>
        </p:spPr>
      </p:sp>
      <p:sp>
        <p:nvSpPr>
          <p:cNvPr id="391" name="Shape 389"/>
          <p:cNvSpPr/>
          <p:nvPr/>
        </p:nvSpPr>
        <p:spPr>
          <a:xfrm>
            <a:off x="3941064" y="4701845"/>
            <a:ext cx="224028" cy="51206"/>
          </a:xfrm>
          <a:prstGeom prst="rect">
            <a:avLst/>
          </a:prstGeom>
          <a:solidFill>
            <a:srgbClr val="E4EBF3"/>
          </a:solidFill>
          <a:ln w="12700">
            <a:solidFill>
              <a:srgbClr val="E4EBF3"/>
            </a:solidFill>
            <a:prstDash val="solid"/>
          </a:ln>
        </p:spPr>
      </p:sp>
      <p:sp>
        <p:nvSpPr>
          <p:cNvPr id="392" name="Shape 390"/>
          <p:cNvSpPr/>
          <p:nvPr/>
        </p:nvSpPr>
        <p:spPr>
          <a:xfrm>
            <a:off x="4187952" y="4701845"/>
            <a:ext cx="224028" cy="51206"/>
          </a:xfrm>
          <a:prstGeom prst="rect">
            <a:avLst/>
          </a:prstGeom>
          <a:solidFill>
            <a:srgbClr val="E4EBF3"/>
          </a:solidFill>
          <a:ln w="12700">
            <a:solidFill>
              <a:srgbClr val="E4EBF3"/>
            </a:solidFill>
            <a:prstDash val="solid"/>
          </a:ln>
        </p:spPr>
      </p:sp>
      <p:sp>
        <p:nvSpPr>
          <p:cNvPr id="393" name="Shape 391"/>
          <p:cNvSpPr/>
          <p:nvPr/>
        </p:nvSpPr>
        <p:spPr>
          <a:xfrm>
            <a:off x="4434840" y="4701845"/>
            <a:ext cx="224028" cy="51206"/>
          </a:xfrm>
          <a:prstGeom prst="rect">
            <a:avLst/>
          </a:prstGeom>
          <a:solidFill>
            <a:srgbClr val="16305B"/>
          </a:solidFill>
          <a:ln w="12700">
            <a:solidFill>
              <a:srgbClr val="16305B"/>
            </a:solidFill>
            <a:prstDash val="solid"/>
          </a:ln>
        </p:spPr>
      </p:sp>
      <p:sp>
        <p:nvSpPr>
          <p:cNvPr id="394" name="Shape 392"/>
          <p:cNvSpPr/>
          <p:nvPr/>
        </p:nvSpPr>
        <p:spPr>
          <a:xfrm>
            <a:off x="4681728" y="4701845"/>
            <a:ext cx="224028" cy="51206"/>
          </a:xfrm>
          <a:prstGeom prst="rect">
            <a:avLst/>
          </a:prstGeom>
          <a:solidFill>
            <a:srgbClr val="E2F4F8"/>
          </a:solidFill>
          <a:ln w="12700">
            <a:solidFill>
              <a:srgbClr val="E2F4F8"/>
            </a:solidFill>
            <a:prstDash val="solid"/>
          </a:ln>
        </p:spPr>
      </p:sp>
      <p:sp>
        <p:nvSpPr>
          <p:cNvPr id="395" name="Shape 393"/>
          <p:cNvSpPr/>
          <p:nvPr/>
        </p:nvSpPr>
        <p:spPr>
          <a:xfrm>
            <a:off x="4928616" y="4701845"/>
            <a:ext cx="224028" cy="51206"/>
          </a:xfrm>
          <a:prstGeom prst="rect">
            <a:avLst/>
          </a:prstGeom>
          <a:solidFill>
            <a:srgbClr val="8DD2E2"/>
          </a:solidFill>
          <a:ln w="12700">
            <a:solidFill>
              <a:srgbClr val="8DD2E2"/>
            </a:solidFill>
            <a:prstDash val="solid"/>
          </a:ln>
        </p:spPr>
      </p:sp>
      <p:sp>
        <p:nvSpPr>
          <p:cNvPr id="396" name="Shape 394"/>
          <p:cNvSpPr/>
          <p:nvPr/>
        </p:nvSpPr>
        <p:spPr>
          <a:xfrm>
            <a:off x="5175504" y="4701845"/>
            <a:ext cx="224028" cy="51206"/>
          </a:xfrm>
          <a:prstGeom prst="rect">
            <a:avLst/>
          </a:prstGeom>
          <a:solidFill>
            <a:srgbClr val="E2F4F8"/>
          </a:solidFill>
          <a:ln w="12700">
            <a:solidFill>
              <a:srgbClr val="E2F4F8"/>
            </a:solidFill>
            <a:prstDash val="solid"/>
          </a:ln>
        </p:spPr>
      </p:sp>
      <p:sp>
        <p:nvSpPr>
          <p:cNvPr id="397" name="Shape 395"/>
          <p:cNvSpPr/>
          <p:nvPr/>
        </p:nvSpPr>
        <p:spPr>
          <a:xfrm>
            <a:off x="1965960" y="4767682"/>
            <a:ext cx="224028" cy="51206"/>
          </a:xfrm>
          <a:prstGeom prst="rect">
            <a:avLst/>
          </a:prstGeom>
          <a:solidFill>
            <a:srgbClr val="E4EBF3"/>
          </a:solidFill>
          <a:ln w="12700">
            <a:solidFill>
              <a:srgbClr val="E4EBF3"/>
            </a:solidFill>
            <a:prstDash val="solid"/>
          </a:ln>
        </p:spPr>
      </p:sp>
      <p:sp>
        <p:nvSpPr>
          <p:cNvPr id="398" name="Shape 396"/>
          <p:cNvSpPr/>
          <p:nvPr/>
        </p:nvSpPr>
        <p:spPr>
          <a:xfrm>
            <a:off x="2212848" y="4767682"/>
            <a:ext cx="224028" cy="51206"/>
          </a:xfrm>
          <a:prstGeom prst="rect">
            <a:avLst/>
          </a:prstGeom>
          <a:solidFill>
            <a:srgbClr val="E4EBF3"/>
          </a:solidFill>
          <a:ln w="12700">
            <a:solidFill>
              <a:srgbClr val="E4EBF3"/>
            </a:solidFill>
            <a:prstDash val="solid"/>
          </a:ln>
        </p:spPr>
      </p:sp>
      <p:sp>
        <p:nvSpPr>
          <p:cNvPr id="399" name="Shape 397"/>
          <p:cNvSpPr/>
          <p:nvPr/>
        </p:nvSpPr>
        <p:spPr>
          <a:xfrm>
            <a:off x="2459736" y="4767682"/>
            <a:ext cx="224028" cy="51206"/>
          </a:xfrm>
          <a:prstGeom prst="rect">
            <a:avLst/>
          </a:prstGeom>
          <a:solidFill>
            <a:srgbClr val="16305B"/>
          </a:solidFill>
          <a:ln w="12700">
            <a:solidFill>
              <a:srgbClr val="16305B"/>
            </a:solidFill>
            <a:prstDash val="solid"/>
          </a:ln>
        </p:spPr>
      </p:sp>
      <p:sp>
        <p:nvSpPr>
          <p:cNvPr id="400" name="Shape 398"/>
          <p:cNvSpPr/>
          <p:nvPr/>
        </p:nvSpPr>
        <p:spPr>
          <a:xfrm>
            <a:off x="2706624" y="4767682"/>
            <a:ext cx="224028" cy="51206"/>
          </a:xfrm>
          <a:prstGeom prst="rect">
            <a:avLst/>
          </a:prstGeom>
          <a:solidFill>
            <a:srgbClr val="E4EBF3"/>
          </a:solidFill>
          <a:ln w="12700">
            <a:solidFill>
              <a:srgbClr val="E4EBF3"/>
            </a:solidFill>
            <a:prstDash val="solid"/>
          </a:ln>
        </p:spPr>
      </p:sp>
      <p:sp>
        <p:nvSpPr>
          <p:cNvPr id="401" name="Shape 399"/>
          <p:cNvSpPr/>
          <p:nvPr/>
        </p:nvSpPr>
        <p:spPr>
          <a:xfrm>
            <a:off x="2953512" y="4767682"/>
            <a:ext cx="224028" cy="51206"/>
          </a:xfrm>
          <a:prstGeom prst="rect">
            <a:avLst/>
          </a:prstGeom>
          <a:solidFill>
            <a:srgbClr val="E4EBF3"/>
          </a:solidFill>
          <a:ln w="12700">
            <a:solidFill>
              <a:srgbClr val="E4EBF3"/>
            </a:solidFill>
            <a:prstDash val="solid"/>
          </a:ln>
        </p:spPr>
      </p:sp>
      <p:sp>
        <p:nvSpPr>
          <p:cNvPr id="402" name="Shape 400"/>
          <p:cNvSpPr/>
          <p:nvPr/>
        </p:nvSpPr>
        <p:spPr>
          <a:xfrm>
            <a:off x="3200400" y="4767682"/>
            <a:ext cx="224028" cy="51206"/>
          </a:xfrm>
          <a:prstGeom prst="rect">
            <a:avLst/>
          </a:prstGeom>
          <a:solidFill>
            <a:srgbClr val="16305B"/>
          </a:solidFill>
          <a:ln w="12700">
            <a:solidFill>
              <a:srgbClr val="16305B"/>
            </a:solidFill>
            <a:prstDash val="solid"/>
          </a:ln>
        </p:spPr>
      </p:sp>
      <p:sp>
        <p:nvSpPr>
          <p:cNvPr id="403" name="Shape 401"/>
          <p:cNvSpPr/>
          <p:nvPr/>
        </p:nvSpPr>
        <p:spPr>
          <a:xfrm>
            <a:off x="3447288" y="4767682"/>
            <a:ext cx="224028" cy="51206"/>
          </a:xfrm>
          <a:prstGeom prst="rect">
            <a:avLst/>
          </a:prstGeom>
          <a:solidFill>
            <a:srgbClr val="16305B"/>
          </a:solidFill>
          <a:ln w="12700">
            <a:solidFill>
              <a:srgbClr val="16305B"/>
            </a:solidFill>
            <a:prstDash val="solid"/>
          </a:ln>
        </p:spPr>
      </p:sp>
      <p:sp>
        <p:nvSpPr>
          <p:cNvPr id="404" name="Shape 402"/>
          <p:cNvSpPr/>
          <p:nvPr/>
        </p:nvSpPr>
        <p:spPr>
          <a:xfrm>
            <a:off x="3694176" y="4767682"/>
            <a:ext cx="224028" cy="51206"/>
          </a:xfrm>
          <a:prstGeom prst="rect">
            <a:avLst/>
          </a:prstGeom>
          <a:solidFill>
            <a:srgbClr val="16305B"/>
          </a:solidFill>
          <a:ln w="12700">
            <a:solidFill>
              <a:srgbClr val="16305B"/>
            </a:solidFill>
            <a:prstDash val="solid"/>
          </a:ln>
        </p:spPr>
      </p:sp>
      <p:sp>
        <p:nvSpPr>
          <p:cNvPr id="405" name="Shape 403"/>
          <p:cNvSpPr/>
          <p:nvPr/>
        </p:nvSpPr>
        <p:spPr>
          <a:xfrm>
            <a:off x="3941064" y="4767682"/>
            <a:ext cx="224028" cy="51206"/>
          </a:xfrm>
          <a:prstGeom prst="rect">
            <a:avLst/>
          </a:prstGeom>
          <a:solidFill>
            <a:srgbClr val="16305B"/>
          </a:solidFill>
          <a:ln w="12700">
            <a:solidFill>
              <a:srgbClr val="16305B"/>
            </a:solidFill>
            <a:prstDash val="solid"/>
          </a:ln>
        </p:spPr>
      </p:sp>
      <p:sp>
        <p:nvSpPr>
          <p:cNvPr id="406" name="Shape 404"/>
          <p:cNvSpPr/>
          <p:nvPr/>
        </p:nvSpPr>
        <p:spPr>
          <a:xfrm>
            <a:off x="4187952" y="4767682"/>
            <a:ext cx="224028" cy="51206"/>
          </a:xfrm>
          <a:prstGeom prst="rect">
            <a:avLst/>
          </a:prstGeom>
          <a:solidFill>
            <a:srgbClr val="E4EBF3"/>
          </a:solidFill>
          <a:ln w="12700">
            <a:solidFill>
              <a:srgbClr val="E4EBF3"/>
            </a:solidFill>
            <a:prstDash val="solid"/>
          </a:ln>
        </p:spPr>
      </p:sp>
      <p:sp>
        <p:nvSpPr>
          <p:cNvPr id="407" name="Shape 405"/>
          <p:cNvSpPr/>
          <p:nvPr/>
        </p:nvSpPr>
        <p:spPr>
          <a:xfrm>
            <a:off x="4434840" y="4767682"/>
            <a:ext cx="224028" cy="51206"/>
          </a:xfrm>
          <a:prstGeom prst="rect">
            <a:avLst/>
          </a:prstGeom>
          <a:solidFill>
            <a:srgbClr val="E4EBF3"/>
          </a:solidFill>
          <a:ln w="12700">
            <a:solidFill>
              <a:srgbClr val="E4EBF3"/>
            </a:solidFill>
            <a:prstDash val="solid"/>
          </a:ln>
        </p:spPr>
      </p:sp>
      <p:sp>
        <p:nvSpPr>
          <p:cNvPr id="408" name="Shape 406"/>
          <p:cNvSpPr/>
          <p:nvPr/>
        </p:nvSpPr>
        <p:spPr>
          <a:xfrm>
            <a:off x="4681728" y="4767682"/>
            <a:ext cx="224028" cy="51206"/>
          </a:xfrm>
          <a:prstGeom prst="rect">
            <a:avLst/>
          </a:prstGeom>
          <a:solidFill>
            <a:srgbClr val="0090B0"/>
          </a:solidFill>
          <a:ln w="12700">
            <a:solidFill>
              <a:srgbClr val="0090B0"/>
            </a:solidFill>
            <a:prstDash val="solid"/>
          </a:ln>
        </p:spPr>
      </p:sp>
      <p:sp>
        <p:nvSpPr>
          <p:cNvPr id="409" name="Shape 407"/>
          <p:cNvSpPr/>
          <p:nvPr/>
        </p:nvSpPr>
        <p:spPr>
          <a:xfrm>
            <a:off x="4928616" y="4767682"/>
            <a:ext cx="224028" cy="51206"/>
          </a:xfrm>
          <a:prstGeom prst="rect">
            <a:avLst/>
          </a:prstGeom>
          <a:solidFill>
            <a:srgbClr val="E2F4F8"/>
          </a:solidFill>
          <a:ln w="12700">
            <a:solidFill>
              <a:srgbClr val="E2F4F8"/>
            </a:solidFill>
            <a:prstDash val="solid"/>
          </a:ln>
        </p:spPr>
      </p:sp>
      <p:sp>
        <p:nvSpPr>
          <p:cNvPr id="410" name="Shape 408"/>
          <p:cNvSpPr/>
          <p:nvPr/>
        </p:nvSpPr>
        <p:spPr>
          <a:xfrm>
            <a:off x="5175504" y="4767682"/>
            <a:ext cx="224028" cy="51206"/>
          </a:xfrm>
          <a:prstGeom prst="rect">
            <a:avLst/>
          </a:prstGeom>
          <a:solidFill>
            <a:srgbClr val="8DD2E2"/>
          </a:solidFill>
          <a:ln w="12700">
            <a:solidFill>
              <a:srgbClr val="8DD2E2"/>
            </a:solidFill>
            <a:prstDash val="solid"/>
          </a:ln>
        </p:spPr>
      </p:sp>
      <p:sp>
        <p:nvSpPr>
          <p:cNvPr id="411" name="Shape 409"/>
          <p:cNvSpPr/>
          <p:nvPr/>
        </p:nvSpPr>
        <p:spPr>
          <a:xfrm>
            <a:off x="1965960" y="4879238"/>
            <a:ext cx="224028" cy="51206"/>
          </a:xfrm>
          <a:prstGeom prst="rect">
            <a:avLst/>
          </a:prstGeom>
          <a:solidFill>
            <a:srgbClr val="8FB0D4"/>
          </a:solidFill>
          <a:ln w="12700">
            <a:solidFill>
              <a:srgbClr val="8FB0D4"/>
            </a:solidFill>
            <a:prstDash val="solid"/>
          </a:ln>
        </p:spPr>
      </p:sp>
      <p:sp>
        <p:nvSpPr>
          <p:cNvPr id="412" name="Shape 410"/>
          <p:cNvSpPr/>
          <p:nvPr/>
        </p:nvSpPr>
        <p:spPr>
          <a:xfrm>
            <a:off x="2212848" y="4879238"/>
            <a:ext cx="224028" cy="51206"/>
          </a:xfrm>
          <a:prstGeom prst="rect">
            <a:avLst/>
          </a:prstGeom>
          <a:solidFill>
            <a:srgbClr val="8FB0D4"/>
          </a:solidFill>
          <a:ln w="12700">
            <a:solidFill>
              <a:srgbClr val="8FB0D4"/>
            </a:solidFill>
            <a:prstDash val="solid"/>
          </a:ln>
        </p:spPr>
      </p:sp>
      <p:sp>
        <p:nvSpPr>
          <p:cNvPr id="413" name="Shape 411"/>
          <p:cNvSpPr/>
          <p:nvPr/>
        </p:nvSpPr>
        <p:spPr>
          <a:xfrm>
            <a:off x="2459736" y="4879238"/>
            <a:ext cx="224028" cy="51206"/>
          </a:xfrm>
          <a:prstGeom prst="rect">
            <a:avLst/>
          </a:prstGeom>
          <a:solidFill>
            <a:srgbClr val="8FB0D4"/>
          </a:solidFill>
          <a:ln w="12700">
            <a:solidFill>
              <a:srgbClr val="8FB0D4"/>
            </a:solidFill>
            <a:prstDash val="solid"/>
          </a:ln>
        </p:spPr>
      </p:sp>
      <p:sp>
        <p:nvSpPr>
          <p:cNvPr id="414" name="Shape 412"/>
          <p:cNvSpPr/>
          <p:nvPr/>
        </p:nvSpPr>
        <p:spPr>
          <a:xfrm>
            <a:off x="2706624" y="4879238"/>
            <a:ext cx="224028" cy="51206"/>
          </a:xfrm>
          <a:prstGeom prst="rect">
            <a:avLst/>
          </a:prstGeom>
          <a:solidFill>
            <a:srgbClr val="8FB0D4"/>
          </a:solidFill>
          <a:ln w="12700">
            <a:solidFill>
              <a:srgbClr val="8FB0D4"/>
            </a:solidFill>
            <a:prstDash val="solid"/>
          </a:ln>
        </p:spPr>
      </p:sp>
      <p:sp>
        <p:nvSpPr>
          <p:cNvPr id="415" name="Shape 413"/>
          <p:cNvSpPr/>
          <p:nvPr/>
        </p:nvSpPr>
        <p:spPr>
          <a:xfrm>
            <a:off x="2953512" y="4879238"/>
            <a:ext cx="224028" cy="51206"/>
          </a:xfrm>
          <a:prstGeom prst="rect">
            <a:avLst/>
          </a:prstGeom>
          <a:solidFill>
            <a:srgbClr val="8FB0D4"/>
          </a:solidFill>
          <a:ln w="12700">
            <a:solidFill>
              <a:srgbClr val="8FB0D4"/>
            </a:solidFill>
            <a:prstDash val="solid"/>
          </a:ln>
        </p:spPr>
      </p:sp>
      <p:sp>
        <p:nvSpPr>
          <p:cNvPr id="416" name="Shape 414"/>
          <p:cNvSpPr/>
          <p:nvPr/>
        </p:nvSpPr>
        <p:spPr>
          <a:xfrm>
            <a:off x="3200400" y="4879238"/>
            <a:ext cx="224028" cy="51206"/>
          </a:xfrm>
          <a:prstGeom prst="rect">
            <a:avLst/>
          </a:prstGeom>
          <a:solidFill>
            <a:srgbClr val="8FB0D4"/>
          </a:solidFill>
          <a:ln w="12700">
            <a:solidFill>
              <a:srgbClr val="8FB0D4"/>
            </a:solidFill>
            <a:prstDash val="solid"/>
          </a:ln>
        </p:spPr>
      </p:sp>
      <p:sp>
        <p:nvSpPr>
          <p:cNvPr id="417" name="Shape 415"/>
          <p:cNvSpPr/>
          <p:nvPr/>
        </p:nvSpPr>
        <p:spPr>
          <a:xfrm>
            <a:off x="3447288" y="4879238"/>
            <a:ext cx="224028" cy="51206"/>
          </a:xfrm>
          <a:prstGeom prst="rect">
            <a:avLst/>
          </a:prstGeom>
          <a:solidFill>
            <a:srgbClr val="8FB0D4"/>
          </a:solidFill>
          <a:ln w="12700">
            <a:solidFill>
              <a:srgbClr val="8FB0D4"/>
            </a:solidFill>
            <a:prstDash val="solid"/>
          </a:ln>
        </p:spPr>
      </p:sp>
      <p:sp>
        <p:nvSpPr>
          <p:cNvPr id="418" name="Shape 416"/>
          <p:cNvSpPr/>
          <p:nvPr/>
        </p:nvSpPr>
        <p:spPr>
          <a:xfrm>
            <a:off x="3694176" y="4879238"/>
            <a:ext cx="224028" cy="51206"/>
          </a:xfrm>
          <a:prstGeom prst="rect">
            <a:avLst/>
          </a:prstGeom>
          <a:solidFill>
            <a:srgbClr val="8FB0D4"/>
          </a:solidFill>
          <a:ln w="12700">
            <a:solidFill>
              <a:srgbClr val="8FB0D4"/>
            </a:solidFill>
            <a:prstDash val="solid"/>
          </a:ln>
        </p:spPr>
      </p:sp>
      <p:sp>
        <p:nvSpPr>
          <p:cNvPr id="419" name="Shape 417"/>
          <p:cNvSpPr/>
          <p:nvPr/>
        </p:nvSpPr>
        <p:spPr>
          <a:xfrm>
            <a:off x="3941064" y="4879238"/>
            <a:ext cx="224028" cy="51206"/>
          </a:xfrm>
          <a:prstGeom prst="rect">
            <a:avLst/>
          </a:prstGeom>
          <a:solidFill>
            <a:srgbClr val="8FB0D4"/>
          </a:solidFill>
          <a:ln w="12700">
            <a:solidFill>
              <a:srgbClr val="8FB0D4"/>
            </a:solidFill>
            <a:prstDash val="solid"/>
          </a:ln>
        </p:spPr>
      </p:sp>
      <p:sp>
        <p:nvSpPr>
          <p:cNvPr id="420" name="Shape 418"/>
          <p:cNvSpPr/>
          <p:nvPr/>
        </p:nvSpPr>
        <p:spPr>
          <a:xfrm>
            <a:off x="4187952" y="4879238"/>
            <a:ext cx="224028" cy="51206"/>
          </a:xfrm>
          <a:prstGeom prst="rect">
            <a:avLst/>
          </a:prstGeom>
          <a:solidFill>
            <a:srgbClr val="8FB0D4"/>
          </a:solidFill>
          <a:ln w="12700">
            <a:solidFill>
              <a:srgbClr val="8FB0D4"/>
            </a:solidFill>
            <a:prstDash val="solid"/>
          </a:ln>
        </p:spPr>
      </p:sp>
      <p:sp>
        <p:nvSpPr>
          <p:cNvPr id="421" name="Shape 419"/>
          <p:cNvSpPr/>
          <p:nvPr/>
        </p:nvSpPr>
        <p:spPr>
          <a:xfrm>
            <a:off x="4434840" y="4879238"/>
            <a:ext cx="224028" cy="51206"/>
          </a:xfrm>
          <a:prstGeom prst="rect">
            <a:avLst/>
          </a:prstGeom>
          <a:solidFill>
            <a:srgbClr val="8FB0D4"/>
          </a:solidFill>
          <a:ln w="12700">
            <a:solidFill>
              <a:srgbClr val="8FB0D4"/>
            </a:solidFill>
            <a:prstDash val="solid"/>
          </a:ln>
        </p:spPr>
      </p:sp>
      <p:sp>
        <p:nvSpPr>
          <p:cNvPr id="422" name="Shape 420"/>
          <p:cNvSpPr/>
          <p:nvPr/>
        </p:nvSpPr>
        <p:spPr>
          <a:xfrm>
            <a:off x="4681728" y="4879238"/>
            <a:ext cx="224028" cy="51206"/>
          </a:xfrm>
          <a:prstGeom prst="rect">
            <a:avLst/>
          </a:prstGeom>
          <a:solidFill>
            <a:srgbClr val="8DD2E2"/>
          </a:solidFill>
          <a:ln w="12700">
            <a:solidFill>
              <a:srgbClr val="8DD2E2"/>
            </a:solidFill>
            <a:prstDash val="solid"/>
          </a:ln>
        </p:spPr>
      </p:sp>
      <p:sp>
        <p:nvSpPr>
          <p:cNvPr id="423" name="Shape 421"/>
          <p:cNvSpPr/>
          <p:nvPr/>
        </p:nvSpPr>
        <p:spPr>
          <a:xfrm>
            <a:off x="4928616" y="4879238"/>
            <a:ext cx="224028" cy="51206"/>
          </a:xfrm>
          <a:prstGeom prst="rect">
            <a:avLst/>
          </a:prstGeom>
          <a:solidFill>
            <a:srgbClr val="8DD2E2"/>
          </a:solidFill>
          <a:ln w="12700">
            <a:solidFill>
              <a:srgbClr val="8DD2E2"/>
            </a:solidFill>
            <a:prstDash val="solid"/>
          </a:ln>
        </p:spPr>
      </p:sp>
      <p:sp>
        <p:nvSpPr>
          <p:cNvPr id="424" name="Shape 422"/>
          <p:cNvSpPr/>
          <p:nvPr/>
        </p:nvSpPr>
        <p:spPr>
          <a:xfrm>
            <a:off x="5175504" y="4879238"/>
            <a:ext cx="224028" cy="51206"/>
          </a:xfrm>
          <a:prstGeom prst="rect">
            <a:avLst/>
          </a:prstGeom>
          <a:solidFill>
            <a:srgbClr val="8DD2E2"/>
          </a:solidFill>
          <a:ln w="12700">
            <a:solidFill>
              <a:srgbClr val="8DD2E2"/>
            </a:solidFill>
            <a:prstDash val="solid"/>
          </a:ln>
        </p:spPr>
      </p:sp>
      <p:sp>
        <p:nvSpPr>
          <p:cNvPr id="425" name="Shape 423"/>
          <p:cNvSpPr/>
          <p:nvPr/>
        </p:nvSpPr>
        <p:spPr>
          <a:xfrm>
            <a:off x="1874520" y="2953512"/>
            <a:ext cx="0" cy="894283"/>
          </a:xfrm>
          <a:prstGeom prst="line">
            <a:avLst/>
          </a:prstGeom>
          <a:noFill/>
          <a:ln w="12700">
            <a:solidFill>
              <a:srgbClr val="6B7A8F"/>
            </a:solidFill>
            <a:prstDash val="solid"/>
          </a:ln>
        </p:spPr>
      </p:sp>
      <p:sp>
        <p:nvSpPr>
          <p:cNvPr id="426" name="Text 424"/>
          <p:cNvSpPr txBox="1"/>
          <p:nvPr/>
        </p:nvSpPr>
        <p:spPr>
          <a:xfrm>
            <a:off x="722376" y="3286354"/>
            <a:ext cx="1143000" cy="237744"/>
          </a:xfrm>
          <a:prstGeom prst="rect">
            <a:avLst/>
          </a:prstGeom>
          <a:noFill/>
          <a:ln/>
        </p:spPr>
        <p:txBody>
          <a:bodyPr wrap="square" lIns="0" tIns="0" rIns="0" bIns="0" rtlCol="0" anchor="ctr"/>
          <a:lstStyle/>
          <a:p>
            <a:pPr algn="r" indent="0" marL="0">
              <a:buNone/>
            </a:pPr>
            <a:r>
              <a:rPr lang="en-US" sz="850" b="1" dirty="0">
                <a:solidFill>
                  <a:srgbClr val="16305B"/>
                </a:solidFill>
                <a:latin typeface="Malgun Gothic" pitchFamily="34" charset="0"/>
                <a:ea typeface="Malgun Gothic" pitchFamily="34" charset="-122"/>
                <a:cs typeface="Malgun Gothic" pitchFamily="34" charset="-120"/>
              </a:rPr>
              <a:t>① 기본 14회</a:t>
            </a:r>
            <a:endParaRPr lang="en-US" sz="850" dirty="0"/>
          </a:p>
        </p:txBody>
      </p:sp>
      <p:sp>
        <p:nvSpPr>
          <p:cNvPr id="427" name="Shape 425"/>
          <p:cNvSpPr/>
          <p:nvPr/>
        </p:nvSpPr>
        <p:spPr>
          <a:xfrm>
            <a:off x="1874520" y="3920947"/>
            <a:ext cx="0" cy="894283"/>
          </a:xfrm>
          <a:prstGeom prst="line">
            <a:avLst/>
          </a:prstGeom>
          <a:noFill/>
          <a:ln w="12700">
            <a:solidFill>
              <a:srgbClr val="6B7A8F"/>
            </a:solidFill>
            <a:prstDash val="solid"/>
          </a:ln>
        </p:spPr>
      </p:sp>
      <p:sp>
        <p:nvSpPr>
          <p:cNvPr id="428" name="Text 426"/>
          <p:cNvSpPr txBox="1"/>
          <p:nvPr/>
        </p:nvSpPr>
        <p:spPr>
          <a:xfrm>
            <a:off x="722376" y="4253789"/>
            <a:ext cx="1143000" cy="237744"/>
          </a:xfrm>
          <a:prstGeom prst="rect">
            <a:avLst/>
          </a:prstGeom>
          <a:noFill/>
          <a:ln/>
        </p:spPr>
        <p:txBody>
          <a:bodyPr wrap="square" lIns="0" tIns="0" rIns="0" bIns="0" rtlCol="0" anchor="ctr"/>
          <a:lstStyle/>
          <a:p>
            <a:pPr algn="r" indent="0" marL="0">
              <a:buNone/>
            </a:pPr>
            <a:r>
              <a:rPr lang="en-US" sz="850" b="1" dirty="0">
                <a:solidFill>
                  <a:srgbClr val="16305B"/>
                </a:solidFill>
                <a:latin typeface="Malgun Gothic" pitchFamily="34" charset="0"/>
                <a:ea typeface="Malgun Gothic" pitchFamily="34" charset="-122"/>
                <a:cs typeface="Malgun Gothic" pitchFamily="34" charset="-120"/>
              </a:rPr>
              <a:t>② 거울상 14회</a:t>
            </a:r>
            <a:endParaRPr lang="en-US" sz="850" dirty="0"/>
          </a:p>
        </p:txBody>
      </p:sp>
      <p:sp>
        <p:nvSpPr>
          <p:cNvPr id="429" name="Shape 427"/>
          <p:cNvSpPr/>
          <p:nvPr/>
        </p:nvSpPr>
        <p:spPr>
          <a:xfrm>
            <a:off x="1874520" y="4888382"/>
            <a:ext cx="0" cy="38405"/>
          </a:xfrm>
          <a:prstGeom prst="line">
            <a:avLst/>
          </a:prstGeom>
          <a:noFill/>
          <a:ln w="12700">
            <a:solidFill>
              <a:srgbClr val="6B7A8F"/>
            </a:solidFill>
            <a:prstDash val="solid"/>
          </a:ln>
        </p:spPr>
      </p:sp>
      <p:sp>
        <p:nvSpPr>
          <p:cNvPr id="430" name="Text 428"/>
          <p:cNvSpPr txBox="1"/>
          <p:nvPr/>
        </p:nvSpPr>
        <p:spPr>
          <a:xfrm>
            <a:off x="722376" y="4793285"/>
            <a:ext cx="1143000" cy="237744"/>
          </a:xfrm>
          <a:prstGeom prst="rect">
            <a:avLst/>
          </a:prstGeom>
          <a:noFill/>
          <a:ln/>
        </p:spPr>
        <p:txBody>
          <a:bodyPr wrap="square" lIns="0" tIns="0" rIns="0" bIns="0" rtlCol="0" anchor="ctr"/>
          <a:lstStyle/>
          <a:p>
            <a:pPr algn="r" indent="0" marL="0">
              <a:buNone/>
            </a:pPr>
            <a:r>
              <a:rPr lang="en-US" sz="850" b="1" dirty="0">
                <a:solidFill>
                  <a:srgbClr val="16305B"/>
                </a:solidFill>
                <a:latin typeface="Malgun Gothic" pitchFamily="34" charset="0"/>
                <a:ea typeface="Malgun Gothic" pitchFamily="34" charset="-122"/>
                <a:cs typeface="Malgun Gothic" pitchFamily="34" charset="-120"/>
              </a:rPr>
              <a:t>③ 중심점 1회</a:t>
            </a:r>
            <a:endParaRPr lang="en-US" sz="850" dirty="0"/>
          </a:p>
        </p:txBody>
      </p:sp>
      <p:sp>
        <p:nvSpPr>
          <p:cNvPr id="431" name="Shape 429"/>
          <p:cNvSpPr/>
          <p:nvPr/>
        </p:nvSpPr>
        <p:spPr>
          <a:xfrm>
            <a:off x="1965960" y="5027371"/>
            <a:ext cx="182880" cy="128016"/>
          </a:xfrm>
          <a:prstGeom prst="rect">
            <a:avLst/>
          </a:prstGeom>
          <a:solidFill>
            <a:srgbClr val="E4EBF3"/>
          </a:solidFill>
          <a:ln w="12700">
            <a:solidFill>
              <a:srgbClr val="E4EBF3"/>
            </a:solidFill>
            <a:prstDash val="solid"/>
          </a:ln>
        </p:spPr>
      </p:sp>
      <p:sp>
        <p:nvSpPr>
          <p:cNvPr id="432" name="Text 430"/>
          <p:cNvSpPr txBox="1"/>
          <p:nvPr/>
        </p:nvSpPr>
        <p:spPr>
          <a:xfrm>
            <a:off x="2203704" y="4981651"/>
            <a:ext cx="685800" cy="219456"/>
          </a:xfrm>
          <a:prstGeom prst="rect">
            <a:avLst/>
          </a:prstGeom>
          <a:noFill/>
          <a:ln/>
        </p:spPr>
        <p:txBody>
          <a:bodyPr wrap="square" lIns="0" tIns="0" rIns="0" bIns="0" rtlCol="0" anchor="ctr"/>
          <a:lstStyle/>
          <a:p>
            <a:pPr indent="0" marL="0">
              <a:buNone/>
            </a:pPr>
            <a:r>
              <a:rPr lang="en-US" sz="850" dirty="0">
                <a:solidFill>
                  <a:srgbClr val="1C2733"/>
                </a:solidFill>
                <a:latin typeface="Malgun Gothic" pitchFamily="34" charset="0"/>
                <a:ea typeface="Malgun Gothic" pitchFamily="34" charset="-122"/>
                <a:cs typeface="Malgun Gothic" pitchFamily="34" charset="-120"/>
              </a:rPr>
              <a:t>최소값</a:t>
            </a:r>
            <a:endParaRPr lang="en-US" sz="850" dirty="0"/>
          </a:p>
        </p:txBody>
      </p:sp>
      <p:sp>
        <p:nvSpPr>
          <p:cNvPr id="433" name="Shape 431"/>
          <p:cNvSpPr/>
          <p:nvPr/>
        </p:nvSpPr>
        <p:spPr>
          <a:xfrm>
            <a:off x="2926080" y="5027371"/>
            <a:ext cx="182880" cy="128016"/>
          </a:xfrm>
          <a:prstGeom prst="rect">
            <a:avLst/>
          </a:prstGeom>
          <a:solidFill>
            <a:srgbClr val="8FB0D4"/>
          </a:solidFill>
          <a:ln w="12700">
            <a:solidFill>
              <a:srgbClr val="8FB0D4"/>
            </a:solidFill>
            <a:prstDash val="solid"/>
          </a:ln>
        </p:spPr>
      </p:sp>
      <p:sp>
        <p:nvSpPr>
          <p:cNvPr id="434" name="Text 432"/>
          <p:cNvSpPr txBox="1"/>
          <p:nvPr/>
        </p:nvSpPr>
        <p:spPr>
          <a:xfrm>
            <a:off x="3163824" y="4981651"/>
            <a:ext cx="685800" cy="219456"/>
          </a:xfrm>
          <a:prstGeom prst="rect">
            <a:avLst/>
          </a:prstGeom>
          <a:noFill/>
          <a:ln/>
        </p:spPr>
        <p:txBody>
          <a:bodyPr wrap="square" lIns="0" tIns="0" rIns="0" bIns="0" rtlCol="0" anchor="ctr"/>
          <a:lstStyle/>
          <a:p>
            <a:pPr indent="0" marL="0">
              <a:buNone/>
            </a:pPr>
            <a:r>
              <a:rPr lang="en-US" sz="850" dirty="0">
                <a:solidFill>
                  <a:srgbClr val="1C2733"/>
                </a:solidFill>
                <a:latin typeface="Malgun Gothic" pitchFamily="34" charset="0"/>
                <a:ea typeface="Malgun Gothic" pitchFamily="34" charset="-122"/>
                <a:cs typeface="Malgun Gothic" pitchFamily="34" charset="-120"/>
              </a:rPr>
              <a:t>중간값</a:t>
            </a:r>
            <a:endParaRPr lang="en-US" sz="850" dirty="0"/>
          </a:p>
        </p:txBody>
      </p:sp>
      <p:sp>
        <p:nvSpPr>
          <p:cNvPr id="435" name="Shape 433"/>
          <p:cNvSpPr/>
          <p:nvPr/>
        </p:nvSpPr>
        <p:spPr>
          <a:xfrm>
            <a:off x="3886200" y="5027371"/>
            <a:ext cx="182880" cy="128016"/>
          </a:xfrm>
          <a:prstGeom prst="rect">
            <a:avLst/>
          </a:prstGeom>
          <a:solidFill>
            <a:srgbClr val="16305B"/>
          </a:solidFill>
          <a:ln w="12700">
            <a:solidFill>
              <a:srgbClr val="16305B"/>
            </a:solidFill>
            <a:prstDash val="solid"/>
          </a:ln>
        </p:spPr>
      </p:sp>
      <p:sp>
        <p:nvSpPr>
          <p:cNvPr id="436" name="Text 434"/>
          <p:cNvSpPr txBox="1"/>
          <p:nvPr/>
        </p:nvSpPr>
        <p:spPr>
          <a:xfrm>
            <a:off x="4123944" y="4981651"/>
            <a:ext cx="685800" cy="219456"/>
          </a:xfrm>
          <a:prstGeom prst="rect">
            <a:avLst/>
          </a:prstGeom>
          <a:noFill/>
          <a:ln/>
        </p:spPr>
        <p:txBody>
          <a:bodyPr wrap="square" lIns="0" tIns="0" rIns="0" bIns="0" rtlCol="0" anchor="ctr"/>
          <a:lstStyle/>
          <a:p>
            <a:pPr indent="0" marL="0">
              <a:buNone/>
            </a:pPr>
            <a:r>
              <a:rPr lang="en-US" sz="850" dirty="0">
                <a:solidFill>
                  <a:srgbClr val="1C2733"/>
                </a:solidFill>
                <a:latin typeface="Malgun Gothic" pitchFamily="34" charset="0"/>
                <a:ea typeface="Malgun Gothic" pitchFamily="34" charset="-122"/>
                <a:cs typeface="Malgun Gothic" pitchFamily="34" charset="-120"/>
              </a:rPr>
              <a:t>최대값</a:t>
            </a:r>
            <a:endParaRPr lang="en-US" sz="850" dirty="0"/>
          </a:p>
        </p:txBody>
      </p:sp>
      <p:sp>
        <p:nvSpPr>
          <p:cNvPr id="437" name="Text 435"/>
          <p:cNvSpPr txBox="1"/>
          <p:nvPr/>
        </p:nvSpPr>
        <p:spPr>
          <a:xfrm>
            <a:off x="813816" y="5310835"/>
            <a:ext cx="4846320" cy="237744"/>
          </a:xfrm>
          <a:prstGeom prst="rect">
            <a:avLst/>
          </a:prstGeom>
          <a:noFill/>
          <a:ln/>
        </p:spPr>
        <p:txBody>
          <a:bodyPr wrap="square" lIns="0" tIns="0" rIns="0" bIns="0" rtlCol="0" anchor="ctr"/>
          <a:lstStyle/>
          <a:p>
            <a:pPr indent="0" marL="0">
              <a:buNone/>
            </a:pPr>
            <a:r>
              <a:rPr lang="en-US" sz="900" b="1" dirty="0">
                <a:solidFill>
                  <a:srgbClr val="16305B"/>
                </a:solidFill>
                <a:latin typeface="Malgun Gothic" pitchFamily="34" charset="0"/>
                <a:ea typeface="Malgun Gothic" pitchFamily="34" charset="-122"/>
                <a:cs typeface="Malgun Gothic" pitchFamily="34" charset="-120"/>
              </a:rPr>
              <a:t>①  </a:t>
            </a:r>
            <a:pPr indent="0" marL="0">
              <a:buNone/>
            </a:pPr>
            <a:r>
              <a:rPr lang="en-US" sz="900" dirty="0">
                <a:solidFill>
                  <a:srgbClr val="1C2733"/>
                </a:solidFill>
                <a:latin typeface="Malgun Gothic" pitchFamily="34" charset="0"/>
                <a:ea typeface="Malgun Gothic" pitchFamily="34" charset="-122"/>
                <a:cs typeface="Malgun Gothic" pitchFamily="34" charset="-120"/>
              </a:rPr>
              <a:t>한 줄 = 해석 1회. 매번 변수 하나만 중간값, 나머지는 최소 · 최대값</a:t>
            </a:r>
            <a:endParaRPr lang="en-US" sz="900" dirty="0"/>
          </a:p>
        </p:txBody>
      </p:sp>
      <p:sp>
        <p:nvSpPr>
          <p:cNvPr id="438" name="Text 436"/>
          <p:cNvSpPr txBox="1"/>
          <p:nvPr/>
        </p:nvSpPr>
        <p:spPr>
          <a:xfrm>
            <a:off x="813816" y="5557723"/>
            <a:ext cx="4846320" cy="237744"/>
          </a:xfrm>
          <a:prstGeom prst="rect">
            <a:avLst/>
          </a:prstGeom>
          <a:noFill/>
          <a:ln/>
        </p:spPr>
        <p:txBody>
          <a:bodyPr wrap="square" lIns="0" tIns="0" rIns="0" bIns="0" rtlCol="0" anchor="ctr"/>
          <a:lstStyle/>
          <a:p>
            <a:pPr indent="0" marL="0">
              <a:buNone/>
            </a:pPr>
            <a:r>
              <a:rPr lang="en-US" sz="900" b="1" dirty="0">
                <a:solidFill>
                  <a:srgbClr val="16305B"/>
                </a:solidFill>
                <a:latin typeface="Malgun Gothic" pitchFamily="34" charset="0"/>
                <a:ea typeface="Malgun Gothic" pitchFamily="34" charset="-122"/>
                <a:cs typeface="Malgun Gothic" pitchFamily="34" charset="-120"/>
              </a:rPr>
              <a:t>②  </a:t>
            </a:r>
            <a:pPr indent="0" marL="0">
              <a:buNone/>
            </a:pPr>
            <a:r>
              <a:rPr lang="en-US" sz="900" dirty="0">
                <a:solidFill>
                  <a:srgbClr val="1C2733"/>
                </a:solidFill>
                <a:latin typeface="Malgun Gothic" pitchFamily="34" charset="0"/>
                <a:ea typeface="Malgun Gothic" pitchFamily="34" charset="-122"/>
                <a:cs typeface="Malgun Gothic" pitchFamily="34" charset="-120"/>
              </a:rPr>
              <a:t>①을 정반대(최소 ↔ 최대)로 뒤집어 한 번 더</a:t>
            </a:r>
            <a:endParaRPr lang="en-US" sz="900" dirty="0"/>
          </a:p>
        </p:txBody>
      </p:sp>
      <p:sp>
        <p:nvSpPr>
          <p:cNvPr id="439" name="Text 437"/>
          <p:cNvSpPr txBox="1"/>
          <p:nvPr/>
        </p:nvSpPr>
        <p:spPr>
          <a:xfrm>
            <a:off x="813816" y="5804611"/>
            <a:ext cx="4846320" cy="237744"/>
          </a:xfrm>
          <a:prstGeom prst="rect">
            <a:avLst/>
          </a:prstGeom>
          <a:noFill/>
          <a:ln/>
        </p:spPr>
        <p:txBody>
          <a:bodyPr wrap="square" lIns="0" tIns="0" rIns="0" bIns="0" rtlCol="0" anchor="ctr"/>
          <a:lstStyle/>
          <a:p>
            <a:pPr indent="0" marL="0">
              <a:buNone/>
            </a:pPr>
            <a:r>
              <a:rPr lang="en-US" sz="900" b="1" dirty="0">
                <a:solidFill>
                  <a:srgbClr val="16305B"/>
                </a:solidFill>
                <a:latin typeface="Malgun Gothic" pitchFamily="34" charset="0"/>
                <a:ea typeface="Malgun Gothic" pitchFamily="34" charset="-122"/>
                <a:cs typeface="Malgun Gothic" pitchFamily="34" charset="-120"/>
              </a:rPr>
              <a:t>③  </a:t>
            </a:r>
            <a:pPr indent="0" marL="0">
              <a:buNone/>
            </a:pPr>
            <a:r>
              <a:rPr lang="en-US" sz="900" dirty="0">
                <a:solidFill>
                  <a:srgbClr val="1C2733"/>
                </a:solidFill>
                <a:latin typeface="Malgun Gothic" pitchFamily="34" charset="0"/>
                <a:ea typeface="Malgun Gothic" pitchFamily="34" charset="-122"/>
                <a:cs typeface="Malgun Gothic" pitchFamily="34" charset="-120"/>
              </a:rPr>
              <a:t>모든 변수 중간값으로 한 번</a:t>
            </a:r>
            <a:endParaRPr lang="en-US" sz="900" dirty="0"/>
          </a:p>
        </p:txBody>
      </p:sp>
      <p:sp>
        <p:nvSpPr>
          <p:cNvPr id="440" name="Shape 438"/>
          <p:cNvSpPr/>
          <p:nvPr/>
        </p:nvSpPr>
        <p:spPr>
          <a:xfrm>
            <a:off x="6336792" y="1188720"/>
            <a:ext cx="5440680" cy="5074920"/>
          </a:xfrm>
          <a:prstGeom prst="roundRect">
            <a:avLst>
              <a:gd name="adj" fmla="val 1081"/>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441" name="Shape 439"/>
          <p:cNvSpPr/>
          <p:nvPr/>
        </p:nvSpPr>
        <p:spPr>
          <a:xfrm>
            <a:off x="6592824" y="1463040"/>
            <a:ext cx="82296" cy="182880"/>
          </a:xfrm>
          <a:prstGeom prst="rect">
            <a:avLst/>
          </a:prstGeom>
          <a:solidFill>
            <a:srgbClr val="00A3C4"/>
          </a:solidFill>
          <a:ln w="12700">
            <a:solidFill>
              <a:srgbClr val="00A3C4"/>
            </a:solidFill>
            <a:prstDash val="solid"/>
          </a:ln>
        </p:spPr>
      </p:sp>
      <p:sp>
        <p:nvSpPr>
          <p:cNvPr id="442" name="Text 440"/>
          <p:cNvSpPr txBox="1"/>
          <p:nvPr/>
        </p:nvSpPr>
        <p:spPr>
          <a:xfrm>
            <a:off x="6757416" y="1371600"/>
            <a:ext cx="4480560" cy="365760"/>
          </a:xfrm>
          <a:prstGeom prst="rect">
            <a:avLst/>
          </a:prstGeom>
          <a:noFill/>
          <a:ln/>
        </p:spPr>
        <p:txBody>
          <a:bodyPr wrap="square" lIns="0" tIns="0" rIns="0" bIns="0" rtlCol="0" anchor="ctr"/>
          <a:lstStyle/>
          <a:p>
            <a:pPr indent="0" marL="0">
              <a:buNone/>
            </a:pPr>
            <a:r>
              <a:rPr lang="en-US" sz="1300" b="1" dirty="0">
                <a:solidFill>
                  <a:srgbClr val="16305B"/>
                </a:solidFill>
                <a:latin typeface="Malgun Gothic" pitchFamily="34" charset="0"/>
                <a:ea typeface="Malgun Gothic" pitchFamily="34" charset="-122"/>
                <a:cs typeface="Malgun Gothic" pitchFamily="34" charset="-120"/>
              </a:rPr>
              <a:t>가짜 인자로 잡음 수준 추정</a:t>
            </a:r>
            <a:endParaRPr lang="en-US" sz="1300" dirty="0"/>
          </a:p>
        </p:txBody>
      </p:sp>
      <p:sp>
        <p:nvSpPr>
          <p:cNvPr id="443" name="Text 441"/>
          <p:cNvSpPr txBox="1"/>
          <p:nvPr/>
        </p:nvSpPr>
        <p:spPr>
          <a:xfrm>
            <a:off x="6647688" y="1755648"/>
            <a:ext cx="4846320" cy="274320"/>
          </a:xfrm>
          <a:prstGeom prst="rect">
            <a:avLst/>
          </a:prstGeom>
          <a:noFill/>
          <a:ln/>
        </p:spPr>
        <p:txBody>
          <a:bodyPr wrap="square" lIns="0" tIns="0" rIns="0" bIns="0" rtlCol="0" anchor="ctr"/>
          <a:lstStyle/>
          <a:p>
            <a:pPr indent="0" marL="0">
              <a:buNone/>
            </a:pPr>
            <a:r>
              <a:rPr lang="en-US" sz="920" b="1" dirty="0">
                <a:solidFill>
                  <a:srgbClr val="0088A6"/>
                </a:solidFill>
                <a:latin typeface="Malgun Gothic" pitchFamily="34" charset="0"/>
                <a:ea typeface="Malgun Gothic" pitchFamily="34" charset="-122"/>
                <a:cs typeface="Malgun Gothic" pitchFamily="34" charset="-120"/>
              </a:rPr>
              <a:t>가짜 인자</a:t>
            </a:r>
            <a:pPr indent="0" marL="0">
              <a:buNone/>
            </a:pPr>
            <a:r>
              <a:rPr lang="en-US" sz="920" dirty="0">
                <a:solidFill>
                  <a:srgbClr val="1C2733"/>
                </a:solidFill>
                <a:latin typeface="Malgun Gothic" pitchFamily="34" charset="0"/>
                <a:ea typeface="Malgun Gothic" pitchFamily="34" charset="-122"/>
                <a:cs typeface="Malgun Gothic" pitchFamily="34" charset="-120"/>
              </a:rPr>
              <a:t> = 표에 칸만 있고 형상은 바꾸지 않는 빈 변수 → 효과가 0이어야 정상</a:t>
            </a:r>
            <a:endParaRPr lang="en-US" sz="920" dirty="0"/>
          </a:p>
        </p:txBody>
      </p:sp>
      <p:sp>
        <p:nvSpPr>
          <p:cNvPr id="444" name="Text 442"/>
          <p:cNvSpPr txBox="1"/>
          <p:nvPr/>
        </p:nvSpPr>
        <p:spPr>
          <a:xfrm>
            <a:off x="6647688" y="2084832"/>
            <a:ext cx="4846320" cy="237744"/>
          </a:xfrm>
          <a:prstGeom prst="rect">
            <a:avLst/>
          </a:prstGeom>
          <a:noFill/>
          <a:ln/>
        </p:spPr>
        <p:txBody>
          <a:bodyPr wrap="square" lIns="0" tIns="0" rIns="0" bIns="0" rtlCol="0" anchor="ct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최고온도 예시  —  최대값 13회 평균과 최소값 13회 평균의 차이</a:t>
            </a:r>
            <a:endParaRPr lang="en-US" sz="950" dirty="0"/>
          </a:p>
        </p:txBody>
      </p:sp>
      <p:sp>
        <p:nvSpPr>
          <p:cNvPr id="445" name="Text 443"/>
          <p:cNvSpPr txBox="1"/>
          <p:nvPr/>
        </p:nvSpPr>
        <p:spPr>
          <a:xfrm>
            <a:off x="6647688" y="2395728"/>
            <a:ext cx="1115568" cy="237744"/>
          </a:xfrm>
          <a:prstGeom prst="rect">
            <a:avLst/>
          </a:prstGeom>
          <a:noFill/>
          <a:ln/>
        </p:spPr>
        <p:txBody>
          <a:bodyPr wrap="square" lIns="0" tIns="0" rIns="0" bIns="0" rtlCol="0" anchor="ctr"/>
          <a:lstStyle/>
          <a:p>
            <a:pPr algn="r" indent="0" marL="0">
              <a:buNone/>
            </a:pPr>
            <a:r>
              <a:rPr lang="en-US" sz="900" b="1" dirty="0">
                <a:solidFill>
                  <a:srgbClr val="16305B"/>
                </a:solidFill>
                <a:latin typeface="Malgun Gothic" pitchFamily="34" charset="0"/>
                <a:ea typeface="Malgun Gothic" pitchFamily="34" charset="-122"/>
                <a:cs typeface="Malgun Gothic" pitchFamily="34" charset="-120"/>
              </a:rPr>
              <a:t>1차 핀 개수</a:t>
            </a:r>
            <a:endParaRPr lang="en-US" sz="900" dirty="0"/>
          </a:p>
        </p:txBody>
      </p:sp>
      <p:sp>
        <p:nvSpPr>
          <p:cNvPr id="446" name="Shape 444"/>
          <p:cNvSpPr/>
          <p:nvPr/>
        </p:nvSpPr>
        <p:spPr>
          <a:xfrm>
            <a:off x="7836408" y="2441448"/>
            <a:ext cx="2822067" cy="146304"/>
          </a:xfrm>
          <a:prstGeom prst="rect">
            <a:avLst/>
          </a:prstGeom>
          <a:solidFill>
            <a:srgbClr val="16305B"/>
          </a:solidFill>
          <a:ln w="12700">
            <a:solidFill>
              <a:srgbClr val="16305B"/>
            </a:solidFill>
            <a:prstDash val="solid"/>
          </a:ln>
        </p:spPr>
      </p:sp>
      <p:sp>
        <p:nvSpPr>
          <p:cNvPr id="447" name="Text 445"/>
          <p:cNvSpPr txBox="1"/>
          <p:nvPr/>
        </p:nvSpPr>
        <p:spPr>
          <a:xfrm>
            <a:off x="10731627" y="2395728"/>
            <a:ext cx="731520" cy="237744"/>
          </a:xfrm>
          <a:prstGeom prst="rect">
            <a:avLst/>
          </a:prstGeom>
          <a:noFill/>
          <a:ln/>
        </p:spPr>
        <p:txBody>
          <a:bodyPr wrap="square" lIns="0" tIns="0" rIns="0" bIns="0" rtlCol="0" anchor="ctr"/>
          <a:lstStyle/>
          <a:p>
            <a:pPr indent="0" marL="0">
              <a:buNone/>
            </a:pPr>
            <a:r>
              <a:rPr lang="en-US" sz="900" b="1" dirty="0">
                <a:solidFill>
                  <a:srgbClr val="16305B"/>
                </a:solidFill>
                <a:latin typeface="Malgun Gothic" pitchFamily="34" charset="0"/>
                <a:ea typeface="Malgun Gothic" pitchFamily="34" charset="-122"/>
                <a:cs typeface="Malgun Gothic" pitchFamily="34" charset="-120"/>
              </a:rPr>
              <a:t>2.47 ℃</a:t>
            </a:r>
            <a:endParaRPr lang="en-US" sz="900" dirty="0"/>
          </a:p>
        </p:txBody>
      </p:sp>
      <p:sp>
        <p:nvSpPr>
          <p:cNvPr id="448" name="Text 446"/>
          <p:cNvSpPr txBox="1"/>
          <p:nvPr/>
        </p:nvSpPr>
        <p:spPr>
          <a:xfrm>
            <a:off x="6647688" y="2697480"/>
            <a:ext cx="1115568" cy="237744"/>
          </a:xfrm>
          <a:prstGeom prst="rect">
            <a:avLst/>
          </a:prstGeom>
          <a:noFill/>
          <a:ln/>
        </p:spPr>
        <p:txBody>
          <a:bodyPr wrap="square" lIns="0" tIns="0" rIns="0" bIns="0" rtlCol="0" anchor="ctr"/>
          <a:lstStyle/>
          <a:p>
            <a:pPr algn="r" indent="0" marL="0">
              <a:buNone/>
            </a:pPr>
            <a:r>
              <a:rPr lang="en-US" sz="900" b="1" dirty="0">
                <a:solidFill>
                  <a:srgbClr val="16305B"/>
                </a:solidFill>
                <a:latin typeface="Malgun Gothic" pitchFamily="34" charset="0"/>
                <a:ea typeface="Malgun Gothic" pitchFamily="34" charset="-122"/>
                <a:cs typeface="Malgun Gothic" pitchFamily="34" charset="-120"/>
              </a:rPr>
              <a:t>2차 핀 개수</a:t>
            </a:r>
            <a:endParaRPr lang="en-US" sz="900" dirty="0"/>
          </a:p>
        </p:txBody>
      </p:sp>
      <p:sp>
        <p:nvSpPr>
          <p:cNvPr id="449" name="Shape 447"/>
          <p:cNvSpPr/>
          <p:nvPr/>
        </p:nvSpPr>
        <p:spPr>
          <a:xfrm>
            <a:off x="7836408" y="2743200"/>
            <a:ext cx="1692783" cy="146304"/>
          </a:xfrm>
          <a:prstGeom prst="rect">
            <a:avLst/>
          </a:prstGeom>
          <a:solidFill>
            <a:srgbClr val="16305B"/>
          </a:solidFill>
          <a:ln w="12700">
            <a:solidFill>
              <a:srgbClr val="16305B"/>
            </a:solidFill>
            <a:prstDash val="solid"/>
          </a:ln>
        </p:spPr>
      </p:sp>
      <p:sp>
        <p:nvSpPr>
          <p:cNvPr id="450" name="Text 448"/>
          <p:cNvSpPr txBox="1"/>
          <p:nvPr/>
        </p:nvSpPr>
        <p:spPr>
          <a:xfrm>
            <a:off x="9602343" y="2697480"/>
            <a:ext cx="731520" cy="237744"/>
          </a:xfrm>
          <a:prstGeom prst="rect">
            <a:avLst/>
          </a:prstGeom>
          <a:noFill/>
          <a:ln/>
        </p:spPr>
        <p:txBody>
          <a:bodyPr wrap="square" lIns="0" tIns="0" rIns="0" bIns="0" rtlCol="0" anchor="ctr"/>
          <a:lstStyle/>
          <a:p>
            <a:pPr indent="0" marL="0">
              <a:buNone/>
            </a:pPr>
            <a:r>
              <a:rPr lang="en-US" sz="900" b="1" dirty="0">
                <a:solidFill>
                  <a:srgbClr val="16305B"/>
                </a:solidFill>
                <a:latin typeface="Malgun Gothic" pitchFamily="34" charset="0"/>
                <a:ea typeface="Malgun Gothic" pitchFamily="34" charset="-122"/>
                <a:cs typeface="Malgun Gothic" pitchFamily="34" charset="-120"/>
              </a:rPr>
              <a:t>1.48 ℃</a:t>
            </a:r>
            <a:endParaRPr lang="en-US" sz="900" dirty="0"/>
          </a:p>
        </p:txBody>
      </p:sp>
      <p:sp>
        <p:nvSpPr>
          <p:cNvPr id="451" name="Text 449"/>
          <p:cNvSpPr txBox="1"/>
          <p:nvPr/>
        </p:nvSpPr>
        <p:spPr>
          <a:xfrm>
            <a:off x="6647688" y="2999232"/>
            <a:ext cx="1115568" cy="237744"/>
          </a:xfrm>
          <a:prstGeom prst="rect">
            <a:avLst/>
          </a:prstGeom>
          <a:noFill/>
          <a:ln/>
        </p:spPr>
        <p:txBody>
          <a:bodyPr wrap="square" lIns="0" tIns="0" rIns="0" bIns="0" rtlCol="0" anchor="ctr"/>
          <a:lstStyle/>
          <a:p>
            <a:pPr algn="r" indent="0" marL="0">
              <a:buNone/>
            </a:pPr>
            <a:r>
              <a:rPr lang="en-US" sz="900" dirty="0">
                <a:solidFill>
                  <a:srgbClr val="6B7A8F"/>
                </a:solidFill>
                <a:latin typeface="Malgun Gothic" pitchFamily="34" charset="0"/>
                <a:ea typeface="Malgun Gothic" pitchFamily="34" charset="-122"/>
                <a:cs typeface="Malgun Gothic" pitchFamily="34" charset="-120"/>
              </a:rPr>
              <a:t>1차 핀 두께</a:t>
            </a:r>
            <a:endParaRPr lang="en-US" sz="900" dirty="0"/>
          </a:p>
        </p:txBody>
      </p:sp>
      <p:sp>
        <p:nvSpPr>
          <p:cNvPr id="452" name="Shape 450"/>
          <p:cNvSpPr/>
          <p:nvPr/>
        </p:nvSpPr>
        <p:spPr>
          <a:xfrm>
            <a:off x="7836408" y="3044952"/>
            <a:ext cx="213741" cy="146304"/>
          </a:xfrm>
          <a:prstGeom prst="rect">
            <a:avLst/>
          </a:prstGeom>
          <a:solidFill>
            <a:srgbClr val="B9C7D8"/>
          </a:solidFill>
          <a:ln w="12700">
            <a:solidFill>
              <a:srgbClr val="B9C7D8"/>
            </a:solidFill>
            <a:prstDash val="solid"/>
          </a:ln>
        </p:spPr>
      </p:sp>
      <p:sp>
        <p:nvSpPr>
          <p:cNvPr id="453" name="Text 451"/>
          <p:cNvSpPr txBox="1"/>
          <p:nvPr/>
        </p:nvSpPr>
        <p:spPr>
          <a:xfrm>
            <a:off x="8123301" y="2999232"/>
            <a:ext cx="731520" cy="237744"/>
          </a:xfrm>
          <a:prstGeom prst="rect">
            <a:avLst/>
          </a:prstGeom>
          <a:noFill/>
          <a:ln/>
        </p:spPr>
        <p:txBody>
          <a:bodyPr wrap="square" lIns="0" tIns="0" rIns="0" bIns="0" rtlCol="0" anchor="ctr"/>
          <a:lstStyle/>
          <a:p>
            <a:pPr indent="0" marL="0">
              <a:buNone/>
            </a:pPr>
            <a:r>
              <a:rPr lang="en-US" sz="900" b="1" dirty="0">
                <a:solidFill>
                  <a:srgbClr val="6B7A8F"/>
                </a:solidFill>
                <a:latin typeface="Malgun Gothic" pitchFamily="34" charset="0"/>
                <a:ea typeface="Malgun Gothic" pitchFamily="34" charset="-122"/>
                <a:cs typeface="Malgun Gothic" pitchFamily="34" charset="-120"/>
              </a:rPr>
              <a:t>0.19 ℃</a:t>
            </a:r>
            <a:endParaRPr lang="en-US" sz="900" dirty="0"/>
          </a:p>
        </p:txBody>
      </p:sp>
      <p:sp>
        <p:nvSpPr>
          <p:cNvPr id="454" name="Text 452"/>
          <p:cNvSpPr txBox="1"/>
          <p:nvPr/>
        </p:nvSpPr>
        <p:spPr>
          <a:xfrm>
            <a:off x="6647688" y="3300984"/>
            <a:ext cx="1115568" cy="237744"/>
          </a:xfrm>
          <a:prstGeom prst="rect">
            <a:avLst/>
          </a:prstGeom>
          <a:noFill/>
          <a:ln/>
        </p:spPr>
        <p:txBody>
          <a:bodyPr wrap="square" lIns="0" tIns="0" rIns="0" bIns="0" rtlCol="0" anchor="ctr"/>
          <a:lstStyle/>
          <a:p>
            <a:pPr algn="r" indent="0" marL="0">
              <a:buNone/>
            </a:pPr>
            <a:r>
              <a:rPr lang="en-US" sz="900" dirty="0">
                <a:solidFill>
                  <a:srgbClr val="0088A6"/>
                </a:solidFill>
                <a:latin typeface="Malgun Gothic" pitchFamily="34" charset="0"/>
                <a:ea typeface="Malgun Gothic" pitchFamily="34" charset="-122"/>
                <a:cs typeface="Malgun Gothic" pitchFamily="34" charset="-120"/>
              </a:rPr>
              <a:t>가짜 인자 2</a:t>
            </a:r>
            <a:endParaRPr lang="en-US" sz="900" dirty="0"/>
          </a:p>
        </p:txBody>
      </p:sp>
      <p:sp>
        <p:nvSpPr>
          <p:cNvPr id="455" name="Shape 453"/>
          <p:cNvSpPr/>
          <p:nvPr/>
        </p:nvSpPr>
        <p:spPr>
          <a:xfrm>
            <a:off x="7836408" y="3346704"/>
            <a:ext cx="170307" cy="146304"/>
          </a:xfrm>
          <a:prstGeom prst="rect">
            <a:avLst/>
          </a:prstGeom>
          <a:solidFill>
            <a:srgbClr val="00A3C4"/>
          </a:solidFill>
          <a:ln w="12700">
            <a:solidFill>
              <a:srgbClr val="00A3C4"/>
            </a:solidFill>
            <a:prstDash val="solid"/>
          </a:ln>
        </p:spPr>
      </p:sp>
      <p:sp>
        <p:nvSpPr>
          <p:cNvPr id="456" name="Text 454"/>
          <p:cNvSpPr txBox="1"/>
          <p:nvPr/>
        </p:nvSpPr>
        <p:spPr>
          <a:xfrm>
            <a:off x="8079867" y="3300984"/>
            <a:ext cx="731520" cy="237744"/>
          </a:xfrm>
          <a:prstGeom prst="rect">
            <a:avLst/>
          </a:prstGeom>
          <a:noFill/>
          <a:ln/>
        </p:spPr>
        <p:txBody>
          <a:bodyPr wrap="square" lIns="0" tIns="0" rIns="0" bIns="0" rtlCol="0" anchor="ctr"/>
          <a:lstStyle/>
          <a:p>
            <a:pPr indent="0" marL="0">
              <a:buNone/>
            </a:pPr>
            <a:r>
              <a:rPr lang="en-US" sz="900" b="1" dirty="0">
                <a:solidFill>
                  <a:srgbClr val="00A3C4"/>
                </a:solidFill>
                <a:latin typeface="Malgun Gothic" pitchFamily="34" charset="0"/>
                <a:ea typeface="Malgun Gothic" pitchFamily="34" charset="-122"/>
                <a:cs typeface="Malgun Gothic" pitchFamily="34" charset="-120"/>
              </a:rPr>
              <a:t>0.15 ℃</a:t>
            </a:r>
            <a:endParaRPr lang="en-US" sz="900" dirty="0"/>
          </a:p>
        </p:txBody>
      </p:sp>
      <p:sp>
        <p:nvSpPr>
          <p:cNvPr id="457" name="Text 455"/>
          <p:cNvSpPr txBox="1"/>
          <p:nvPr/>
        </p:nvSpPr>
        <p:spPr>
          <a:xfrm>
            <a:off x="6647688" y="3602736"/>
            <a:ext cx="1115568" cy="237744"/>
          </a:xfrm>
          <a:prstGeom prst="rect">
            <a:avLst/>
          </a:prstGeom>
          <a:noFill/>
          <a:ln/>
        </p:spPr>
        <p:txBody>
          <a:bodyPr wrap="square" lIns="0" tIns="0" rIns="0" bIns="0" rtlCol="0" anchor="ctr"/>
          <a:lstStyle/>
          <a:p>
            <a:pPr algn="r" indent="0" marL="0">
              <a:buNone/>
            </a:pPr>
            <a:r>
              <a:rPr lang="en-US" sz="900" dirty="0">
                <a:solidFill>
                  <a:srgbClr val="0088A6"/>
                </a:solidFill>
                <a:latin typeface="Malgun Gothic" pitchFamily="34" charset="0"/>
                <a:ea typeface="Malgun Gothic" pitchFamily="34" charset="-122"/>
                <a:cs typeface="Malgun Gothic" pitchFamily="34" charset="-120"/>
              </a:rPr>
              <a:t>가짜 인자 3</a:t>
            </a:r>
            <a:endParaRPr lang="en-US" sz="900" dirty="0"/>
          </a:p>
        </p:txBody>
      </p:sp>
      <p:sp>
        <p:nvSpPr>
          <p:cNvPr id="458" name="Shape 456"/>
          <p:cNvSpPr/>
          <p:nvPr/>
        </p:nvSpPr>
        <p:spPr>
          <a:xfrm>
            <a:off x="7836408" y="3648456"/>
            <a:ext cx="24003" cy="146304"/>
          </a:xfrm>
          <a:prstGeom prst="rect">
            <a:avLst/>
          </a:prstGeom>
          <a:solidFill>
            <a:srgbClr val="00A3C4"/>
          </a:solidFill>
          <a:ln w="12700">
            <a:solidFill>
              <a:srgbClr val="00A3C4"/>
            </a:solidFill>
            <a:prstDash val="solid"/>
          </a:ln>
        </p:spPr>
      </p:sp>
      <p:sp>
        <p:nvSpPr>
          <p:cNvPr id="459" name="Text 457"/>
          <p:cNvSpPr txBox="1"/>
          <p:nvPr/>
        </p:nvSpPr>
        <p:spPr>
          <a:xfrm>
            <a:off x="8079867" y="3602736"/>
            <a:ext cx="731520" cy="237744"/>
          </a:xfrm>
          <a:prstGeom prst="rect">
            <a:avLst/>
          </a:prstGeom>
          <a:noFill/>
          <a:ln/>
        </p:spPr>
        <p:txBody>
          <a:bodyPr wrap="square" lIns="0" tIns="0" rIns="0" bIns="0" rtlCol="0" anchor="ctr"/>
          <a:lstStyle/>
          <a:p>
            <a:pPr indent="0" marL="0">
              <a:buNone/>
            </a:pPr>
            <a:r>
              <a:rPr lang="en-US" sz="900" b="1" dirty="0">
                <a:solidFill>
                  <a:srgbClr val="00A3C4"/>
                </a:solidFill>
                <a:latin typeface="Malgun Gothic" pitchFamily="34" charset="0"/>
                <a:ea typeface="Malgun Gothic" pitchFamily="34" charset="-122"/>
                <a:cs typeface="Malgun Gothic" pitchFamily="34" charset="-120"/>
              </a:rPr>
              <a:t>0.02 ℃</a:t>
            </a:r>
            <a:endParaRPr lang="en-US" sz="900" dirty="0"/>
          </a:p>
        </p:txBody>
      </p:sp>
      <p:sp>
        <p:nvSpPr>
          <p:cNvPr id="460" name="Text 458"/>
          <p:cNvSpPr txBox="1"/>
          <p:nvPr/>
        </p:nvSpPr>
        <p:spPr>
          <a:xfrm>
            <a:off x="6647688" y="3904488"/>
            <a:ext cx="1115568" cy="237744"/>
          </a:xfrm>
          <a:prstGeom prst="rect">
            <a:avLst/>
          </a:prstGeom>
          <a:noFill/>
          <a:ln/>
        </p:spPr>
        <p:txBody>
          <a:bodyPr wrap="square" lIns="0" tIns="0" rIns="0" bIns="0" rtlCol="0" anchor="ctr"/>
          <a:lstStyle/>
          <a:p>
            <a:pPr algn="r" indent="0" marL="0">
              <a:buNone/>
            </a:pPr>
            <a:r>
              <a:rPr lang="en-US" sz="900" dirty="0">
                <a:solidFill>
                  <a:srgbClr val="0088A6"/>
                </a:solidFill>
                <a:latin typeface="Malgun Gothic" pitchFamily="34" charset="0"/>
                <a:ea typeface="Malgun Gothic" pitchFamily="34" charset="-122"/>
                <a:cs typeface="Malgun Gothic" pitchFamily="34" charset="-120"/>
              </a:rPr>
              <a:t>가짜 인자 1</a:t>
            </a:r>
            <a:endParaRPr lang="en-US" sz="900" dirty="0"/>
          </a:p>
        </p:txBody>
      </p:sp>
      <p:sp>
        <p:nvSpPr>
          <p:cNvPr id="461" name="Shape 459"/>
          <p:cNvSpPr/>
          <p:nvPr/>
        </p:nvSpPr>
        <p:spPr>
          <a:xfrm>
            <a:off x="7836408" y="3950208"/>
            <a:ext cx="22860" cy="146304"/>
          </a:xfrm>
          <a:prstGeom prst="rect">
            <a:avLst/>
          </a:prstGeom>
          <a:solidFill>
            <a:srgbClr val="00A3C4"/>
          </a:solidFill>
          <a:ln w="12700">
            <a:solidFill>
              <a:srgbClr val="00A3C4"/>
            </a:solidFill>
            <a:prstDash val="solid"/>
          </a:ln>
        </p:spPr>
      </p:sp>
      <p:sp>
        <p:nvSpPr>
          <p:cNvPr id="462" name="Text 460"/>
          <p:cNvSpPr txBox="1"/>
          <p:nvPr/>
        </p:nvSpPr>
        <p:spPr>
          <a:xfrm>
            <a:off x="8079867" y="3904488"/>
            <a:ext cx="731520" cy="237744"/>
          </a:xfrm>
          <a:prstGeom prst="rect">
            <a:avLst/>
          </a:prstGeom>
          <a:noFill/>
          <a:ln/>
        </p:spPr>
        <p:txBody>
          <a:bodyPr wrap="square" lIns="0" tIns="0" rIns="0" bIns="0" rtlCol="0" anchor="ctr"/>
          <a:lstStyle/>
          <a:p>
            <a:pPr indent="0" marL="0">
              <a:buNone/>
            </a:pPr>
            <a:r>
              <a:rPr lang="en-US" sz="900" b="1" dirty="0">
                <a:solidFill>
                  <a:srgbClr val="00A3C4"/>
                </a:solidFill>
                <a:latin typeface="Malgun Gothic" pitchFamily="34" charset="0"/>
                <a:ea typeface="Malgun Gothic" pitchFamily="34" charset="-122"/>
                <a:cs typeface="Malgun Gothic" pitchFamily="34" charset="-120"/>
              </a:rPr>
              <a:t>0.01 ℃</a:t>
            </a:r>
            <a:endParaRPr lang="en-US" sz="900" dirty="0"/>
          </a:p>
        </p:txBody>
      </p:sp>
      <p:sp>
        <p:nvSpPr>
          <p:cNvPr id="463" name="Shape 461"/>
          <p:cNvSpPr/>
          <p:nvPr/>
        </p:nvSpPr>
        <p:spPr>
          <a:xfrm>
            <a:off x="8006715" y="2359152"/>
            <a:ext cx="0" cy="1847088"/>
          </a:xfrm>
          <a:prstGeom prst="line">
            <a:avLst/>
          </a:prstGeom>
          <a:noFill/>
          <a:ln w="12700">
            <a:solidFill>
              <a:srgbClr val="0088A6"/>
            </a:solidFill>
            <a:prstDash val="dash"/>
          </a:ln>
        </p:spPr>
      </p:sp>
      <p:sp>
        <p:nvSpPr>
          <p:cNvPr id="464" name="Text 462"/>
          <p:cNvSpPr txBox="1"/>
          <p:nvPr/>
        </p:nvSpPr>
        <p:spPr>
          <a:xfrm>
            <a:off x="8043291" y="4187952"/>
            <a:ext cx="914400" cy="201168"/>
          </a:xfrm>
          <a:prstGeom prst="rect">
            <a:avLst/>
          </a:prstGeom>
          <a:noFill/>
          <a:ln/>
        </p:spPr>
        <p:txBody>
          <a:bodyPr wrap="square" lIns="0" tIns="0" rIns="0" bIns="0" rtlCol="0" anchor="ctr"/>
          <a:lstStyle/>
          <a:p>
            <a:pPr indent="0" marL="0">
              <a:buNone/>
            </a:pPr>
            <a:r>
              <a:rPr lang="en-US" sz="800" b="1" dirty="0">
                <a:solidFill>
                  <a:srgbClr val="0088A6"/>
                </a:solidFill>
                <a:latin typeface="Malgun Gothic" pitchFamily="34" charset="0"/>
                <a:ea typeface="Malgun Gothic" pitchFamily="34" charset="-122"/>
                <a:cs typeface="Malgun Gothic" pitchFamily="34" charset="-120"/>
              </a:rPr>
              <a:t>잡음 수준</a:t>
            </a:r>
            <a:endParaRPr lang="en-US" sz="800" dirty="0"/>
          </a:p>
        </p:txBody>
      </p:sp>
      <p:sp>
        <p:nvSpPr>
          <p:cNvPr id="465" name="Text 463"/>
          <p:cNvSpPr txBox="1"/>
          <p:nvPr/>
        </p:nvSpPr>
        <p:spPr>
          <a:xfrm>
            <a:off x="6647688" y="4443984"/>
            <a:ext cx="4846320" cy="731520"/>
          </a:xfrm>
          <a:prstGeom prst="rect">
            <a:avLst/>
          </a:prstGeom>
          <a:noFill/>
          <a:ln/>
        </p:spPr>
        <p:txBody>
          <a:bodyPr wrap="square" lIns="0" tIns="0" rIns="0" bIns="0" rtlCol="0" anchor="ctr"/>
          <a:lstStyle/>
          <a:p>
            <a:pPr marL="342900" indent="-342900">
              <a:lnSpc>
                <a:spcPct val="110000"/>
              </a:lnSpc>
              <a:spcAft>
                <a:spcPts val="200"/>
              </a:spcAft>
              <a:buSzPct val="100000"/>
              <a:buChar char="•"/>
            </a:pPr>
            <a:r>
              <a:rPr lang="en-US" sz="900" dirty="0">
                <a:solidFill>
                  <a:srgbClr val="1C2733"/>
                </a:solidFill>
                <a:latin typeface="Malgun Gothic" pitchFamily="34" charset="0"/>
                <a:ea typeface="Malgun Gothic" pitchFamily="34" charset="-122"/>
                <a:cs typeface="Malgun Gothic" pitchFamily="34" charset="-120"/>
              </a:rPr>
              <a:t>가짜 인자도 최대 0.15 ℃ 차이 → 이 정도는 잡음</a:t>
            </a:r>
            <a:endParaRPr lang="en-US" sz="900" dirty="0"/>
          </a:p>
          <a:p>
            <a:pPr marL="342900" indent="-342900">
              <a:lnSpc>
                <a:spcPct val="110000"/>
              </a:lnSpc>
              <a:spcAft>
                <a:spcPts val="200"/>
              </a:spcAft>
              <a:buSzPct val="100000"/>
              <a:buChar char="•"/>
            </a:pPr>
            <a:r>
              <a:rPr lang="en-US" sz="900" dirty="0">
                <a:solidFill>
                  <a:srgbClr val="1C2733"/>
                </a:solidFill>
                <a:latin typeface="Malgun Gothic" pitchFamily="34" charset="0"/>
                <a:ea typeface="Malgun Gothic" pitchFamily="34" charset="-122"/>
                <a:cs typeface="Malgun Gothic" pitchFamily="34" charset="-120"/>
              </a:rPr>
              <a:t>1차 핀 개수 2.47 ℃ → 잡음보다 훨씬 큼 → 영향 있음</a:t>
            </a:r>
            <a:endParaRPr lang="en-US" sz="900" dirty="0"/>
          </a:p>
          <a:p>
            <a:pPr marL="342900" indent="-342900">
              <a:lnSpc>
                <a:spcPct val="110000"/>
              </a:lnSpc>
              <a:spcAft>
                <a:spcPts val="200"/>
              </a:spcAft>
              <a:buSzPct val="100000"/>
              <a:buChar char="•"/>
            </a:pPr>
            <a:r>
              <a:rPr lang="en-US" sz="900" dirty="0">
                <a:solidFill>
                  <a:srgbClr val="1C2733"/>
                </a:solidFill>
                <a:latin typeface="Malgun Gothic" pitchFamily="34" charset="0"/>
                <a:ea typeface="Malgun Gothic" pitchFamily="34" charset="-122"/>
                <a:cs typeface="Malgun Gothic" pitchFamily="34" charset="-120"/>
              </a:rPr>
              <a:t>1차 핀 두께 0.19 ℃ → 잡음과 비슷 → 최고온도에는 영향 없음</a:t>
            </a:r>
            <a:endParaRPr lang="en-US" sz="900" dirty="0"/>
          </a:p>
        </p:txBody>
      </p:sp>
      <p:sp>
        <p:nvSpPr>
          <p:cNvPr id="466" name="Shape 464"/>
          <p:cNvSpPr/>
          <p:nvPr/>
        </p:nvSpPr>
        <p:spPr>
          <a:xfrm>
            <a:off x="6647688" y="5266944"/>
            <a:ext cx="4846320" cy="868680"/>
          </a:xfrm>
          <a:prstGeom prst="roundRect">
            <a:avLst>
              <a:gd name="adj" fmla="val 6316"/>
            </a:avLst>
          </a:prstGeom>
          <a:solidFill>
            <a:srgbClr val="EEF2F7"/>
          </a:solidFill>
          <a:ln w="12700">
            <a:solidFill>
              <a:srgbClr val="EEF2F7"/>
            </a:solidFill>
            <a:prstDash val="solid"/>
          </a:ln>
        </p:spPr>
      </p:sp>
      <p:sp>
        <p:nvSpPr>
          <p:cNvPr id="467" name="Text 465"/>
          <p:cNvSpPr txBox="1"/>
          <p:nvPr/>
        </p:nvSpPr>
        <p:spPr>
          <a:xfrm>
            <a:off x="6793992" y="5266944"/>
            <a:ext cx="4572000" cy="868680"/>
          </a:xfrm>
          <a:prstGeom prst="rect">
            <a:avLst/>
          </a:prstGeom>
          <a:noFill/>
          <a:ln/>
        </p:spPr>
        <p:txBody>
          <a:bodyPr wrap="square" lIns="0" tIns="0" rIns="0" bIns="0" rtlCol="0" anchor="ctr"/>
          <a:lstStyle/>
          <a:p>
            <a:pPr indent="0" marL="0">
              <a:lnSpc>
                <a:spcPct val="120000"/>
              </a:lnSpc>
              <a:buNone/>
            </a:pPr>
            <a:r>
              <a:rPr lang="en-US" sz="880" b="1" dirty="0">
                <a:solidFill>
                  <a:srgbClr val="16305B"/>
                </a:solidFill>
                <a:latin typeface="Malgun Gothic" pitchFamily="34" charset="0"/>
                <a:ea typeface="Malgun Gothic" pitchFamily="34" charset="-122"/>
                <a:cs typeface="Malgun Gothic" pitchFamily="34" charset="-120"/>
              </a:rPr>
              <a:t>판정 규칙  —  실험 전에 고정</a:t>
            </a:r>
            <a:endParaRPr lang="en-US" sz="880" dirty="0"/>
          </a:p>
          <a:p>
            <a:pPr indent="0" marL="0">
              <a:lnSpc>
                <a:spcPct val="120000"/>
              </a:lnSpc>
              <a:buNone/>
            </a:pPr>
            <a:r>
              <a:rPr lang="en-US" sz="880" dirty="0">
                <a:solidFill>
                  <a:srgbClr val="1C2733"/>
                </a:solidFill>
                <a:latin typeface="Malgun Gothic" pitchFamily="34" charset="0"/>
                <a:ea typeface="Malgun Gothic" pitchFamily="34" charset="-122"/>
                <a:cs typeface="Malgun Gothic" pitchFamily="34" charset="-120"/>
              </a:rPr>
              <a:t>① 통계적 유의성  p ≤ 0.05 : 가짜 인자(잡음) 수준보다 확실히 큰가</a:t>
            </a:r>
            <a:endParaRPr lang="en-US" sz="880" dirty="0"/>
          </a:p>
          <a:p>
            <a:pPr indent="0" marL="0">
              <a:lnSpc>
                <a:spcPct val="120000"/>
              </a:lnSpc>
              <a:buNone/>
            </a:pPr>
            <a:r>
              <a:rPr lang="en-US" sz="880" dirty="0">
                <a:solidFill>
                  <a:srgbClr val="1C2733"/>
                </a:solidFill>
                <a:latin typeface="Malgun Gothic" pitchFamily="34" charset="0"/>
                <a:ea typeface="Malgun Gothic" pitchFamily="34" charset="-122"/>
                <a:cs typeface="Malgun Gothic" pitchFamily="34" charset="-120"/>
              </a:rPr>
              <a:t>② 분산 기여율  ≥ 2% : 응답 변동의 2% 이상을 차지할 만큼 큰가</a:t>
            </a:r>
            <a:endParaRPr lang="en-US" sz="880" dirty="0"/>
          </a:p>
          <a:p>
            <a:pPr indent="0" marL="0">
              <a:lnSpc>
                <a:spcPct val="120000"/>
              </a:lnSpc>
              <a:buNone/>
            </a:pPr>
            <a:r>
              <a:rPr lang="en-US" sz="880" b="1" dirty="0">
                <a:solidFill>
                  <a:srgbClr val="0088A6"/>
                </a:solidFill>
                <a:latin typeface="Malgun Gothic" pitchFamily="34" charset="0"/>
                <a:ea typeface="Malgun Gothic" pitchFamily="34" charset="-122"/>
                <a:cs typeface="Malgun Gothic" pitchFamily="34" charset="-120"/>
              </a:rPr>
              <a:t>→ 둘 다 만족하면 '영향 있음', 응답 7개 모두에서 영향 없으면 고정</a:t>
            </a:r>
            <a:endParaRPr lang="en-US" sz="8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5F8"/>
        </a:solidFill>
      </p:bgPr>
    </p:bg>
    <p:spTree>
      <p:nvGrpSpPr>
        <p:cNvPr id="1" name=""/>
        <p:cNvGrpSpPr/>
        <p:nvPr/>
      </p:nvGrpSpPr>
      <p:grpSpPr>
        <a:xfrm>
          <a:off x="0" y="0"/>
          <a:ext cx="0" cy="0"/>
          <a:chOff x="0" y="0"/>
          <a:chExt cx="0" cy="0"/>
        </a:xfrm>
      </p:grpSpPr>
      <p:sp>
        <p:nvSpPr>
          <p:cNvPr id="2" name="Shape 0"/>
          <p:cNvSpPr/>
          <p:nvPr/>
        </p:nvSpPr>
        <p:spPr>
          <a:xfrm>
            <a:off x="502920" y="384048"/>
            <a:ext cx="475488" cy="475488"/>
          </a:xfrm>
          <a:prstGeom prst="rect">
            <a:avLst/>
          </a:prstGeom>
          <a:solidFill>
            <a:srgbClr val="16305B"/>
          </a:solidFill>
          <a:ln w="12700">
            <a:solidFill>
              <a:srgbClr val="16305B"/>
            </a:solidFill>
            <a:prstDash val="solid"/>
          </a:ln>
        </p:spPr>
      </p:sp>
      <p:sp>
        <p:nvSpPr>
          <p:cNvPr id="3" name="Text 1"/>
          <p:cNvSpPr txBox="1"/>
          <p:nvPr/>
        </p:nvSpPr>
        <p:spPr>
          <a:xfrm>
            <a:off x="502920" y="38404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03</a:t>
            </a:r>
            <a:endParaRPr lang="en-US" sz="1600" dirty="0"/>
          </a:p>
        </p:txBody>
      </p:sp>
      <p:sp>
        <p:nvSpPr>
          <p:cNvPr id="4" name="Text 2"/>
          <p:cNvSpPr txBox="1"/>
          <p:nvPr/>
        </p:nvSpPr>
        <p:spPr>
          <a:xfrm>
            <a:off x="1124712" y="365760"/>
            <a:ext cx="7315200" cy="237744"/>
          </a:xfrm>
          <a:prstGeom prst="rect">
            <a:avLst/>
          </a:prstGeom>
          <a:noFill/>
          <a:ln/>
        </p:spPr>
        <p:txBody>
          <a:bodyPr wrap="square" lIns="0" tIns="0" rIns="0" bIns="0" rtlCol="0" anchor="ctr"/>
          <a:lstStyle/>
          <a:p>
            <a:pPr indent="0" marL="0">
              <a:buNone/>
            </a:pPr>
            <a:r>
              <a:rPr lang="en-US" sz="1050" b="1" spc="100" kern="0" dirty="0">
                <a:solidFill>
                  <a:srgbClr val="00A3C4"/>
                </a:solidFill>
                <a:latin typeface="Malgun Gothic" pitchFamily="34" charset="0"/>
                <a:ea typeface="Malgun Gothic" pitchFamily="34" charset="-122"/>
                <a:cs typeface="Malgun Gothic" pitchFamily="34" charset="-120"/>
              </a:rPr>
              <a:t>실험계획법 기반 자동해석 및 데이터 확보</a:t>
            </a:r>
            <a:endParaRPr lang="en-US" sz="1050" dirty="0"/>
          </a:p>
        </p:txBody>
      </p:sp>
      <p:sp>
        <p:nvSpPr>
          <p:cNvPr id="5" name="Text 3"/>
          <p:cNvSpPr txBox="1"/>
          <p:nvPr/>
        </p:nvSpPr>
        <p:spPr>
          <a:xfrm>
            <a:off x="1124712" y="548640"/>
            <a:ext cx="10607040" cy="384048"/>
          </a:xfrm>
          <a:prstGeom prst="rect">
            <a:avLst/>
          </a:prstGeom>
          <a:noFill/>
          <a:ln/>
        </p:spPr>
        <p:txBody>
          <a:bodyPr wrap="square" lIns="0" tIns="0" rIns="0" bIns="0" rtlCol="0" anchor="ctr"/>
          <a:lstStyle/>
          <a:p>
            <a:pPr indent="0" marL="0">
              <a:buNone/>
            </a:pPr>
            <a:r>
              <a:rPr lang="en-US" sz="2200" b="1" dirty="0">
                <a:solidFill>
                  <a:srgbClr val="16305B"/>
                </a:solidFill>
                <a:latin typeface="Malgun Gothic" pitchFamily="34" charset="0"/>
                <a:ea typeface="Malgun Gothic" pitchFamily="34" charset="-122"/>
                <a:cs typeface="Malgun Gothic" pitchFamily="34" charset="-120"/>
              </a:rPr>
              <a:t>선별 결과 및 활성 변수 확정</a:t>
            </a:r>
            <a:endParaRPr lang="en-US" sz="2200" dirty="0"/>
          </a:p>
        </p:txBody>
      </p:sp>
      <p:sp>
        <p:nvSpPr>
          <p:cNvPr id="6" name="Shape 4"/>
          <p:cNvSpPr/>
          <p:nvPr/>
        </p:nvSpPr>
        <p:spPr>
          <a:xfrm>
            <a:off x="502920" y="1188720"/>
            <a:ext cx="11183112" cy="4160520"/>
          </a:xfrm>
          <a:prstGeom prst="roundRect">
            <a:avLst>
              <a:gd name="adj" fmla="val 1319"/>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7" name="Shape 5"/>
          <p:cNvSpPr/>
          <p:nvPr/>
        </p:nvSpPr>
        <p:spPr>
          <a:xfrm>
            <a:off x="758952" y="1463040"/>
            <a:ext cx="82296" cy="182880"/>
          </a:xfrm>
          <a:prstGeom prst="rect">
            <a:avLst/>
          </a:prstGeom>
          <a:solidFill>
            <a:srgbClr val="00A3C4"/>
          </a:solidFill>
          <a:ln w="12700">
            <a:solidFill>
              <a:srgbClr val="00A3C4"/>
            </a:solidFill>
            <a:prstDash val="solid"/>
          </a:ln>
        </p:spPr>
      </p:sp>
      <p:sp>
        <p:nvSpPr>
          <p:cNvPr id="8" name="Text 6"/>
          <p:cNvSpPr txBox="1"/>
          <p:nvPr/>
        </p:nvSpPr>
        <p:spPr>
          <a:xfrm>
            <a:off x="923544" y="1371600"/>
            <a:ext cx="4480560" cy="365760"/>
          </a:xfrm>
          <a:prstGeom prst="rect">
            <a:avLst/>
          </a:prstGeom>
          <a:noFill/>
          <a:ln/>
        </p:spPr>
        <p:txBody>
          <a:bodyPr wrap="square" lIns="0" tIns="0" rIns="0" bIns="0" rtlCol="0" anchor="ctr"/>
          <a:lstStyle/>
          <a:p>
            <a:pPr indent="0" marL="0">
              <a:buNone/>
            </a:pPr>
            <a:r>
              <a:rPr lang="en-US" sz="1300" b="1" dirty="0">
                <a:solidFill>
                  <a:srgbClr val="16305B"/>
                </a:solidFill>
                <a:latin typeface="Malgun Gothic" pitchFamily="34" charset="0"/>
                <a:ea typeface="Malgun Gothic" pitchFamily="34" charset="-122"/>
                <a:cs typeface="Malgun Gothic" pitchFamily="34" charset="-120"/>
              </a:rPr>
              <a:t>변수별 분산 기여율 (%)  —  DSD 29회</a:t>
            </a:r>
            <a:endParaRPr lang="en-US" sz="1300" dirty="0"/>
          </a:p>
        </p:txBody>
      </p:sp>
      <p:sp>
        <p:nvSpPr>
          <p:cNvPr id="9" name="Text 7"/>
          <p:cNvSpPr txBox="1"/>
          <p:nvPr/>
        </p:nvSpPr>
        <p:spPr>
          <a:xfrm>
            <a:off x="5623560" y="1389888"/>
            <a:ext cx="5760720" cy="329184"/>
          </a:xfrm>
          <a:prstGeom prst="rect">
            <a:avLst/>
          </a:prstGeom>
          <a:noFill/>
          <a:ln/>
        </p:spPr>
        <p:txBody>
          <a:bodyPr wrap="square" lIns="0" tIns="0" rIns="0" bIns="0" rtlCol="0" anchor="ctr"/>
          <a:lstStyle/>
          <a:p>
            <a:pPr algn="r" indent="0" marL="0">
              <a:buNone/>
            </a:pPr>
            <a:r>
              <a:rPr lang="en-US" sz="900" dirty="0">
                <a:solidFill>
                  <a:srgbClr val="6B7A8F"/>
                </a:solidFill>
                <a:latin typeface="Malgun Gothic" pitchFamily="34" charset="0"/>
                <a:ea typeface="Malgun Gothic" pitchFamily="34" charset="-122"/>
                <a:cs typeface="Malgun Gothic" pitchFamily="34" charset="-120"/>
              </a:rPr>
              <a:t>분산 기여율 = 응답 변동 중 그 변수가 설명하는 비율</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813816" y="1810512"/>
          <a:ext cx="10561320" cy="914400"/>
        </p:xfrm>
        <a:graphic>
          <a:graphicData uri="http://schemas.openxmlformats.org/drawingml/2006/table">
            <a:tbl>
              <a:tblPr/>
              <a:tblGrid>
                <a:gridCol w="1600200"/>
                <a:gridCol w="1051560"/>
                <a:gridCol w="1051560"/>
                <a:gridCol w="1051560"/>
                <a:gridCol w="1051560"/>
                <a:gridCol w="1051560"/>
                <a:gridCol w="1051560"/>
                <a:gridCol w="1051560"/>
                <a:gridCol w="1600200"/>
              </a:tblGrid>
              <a:tr h="260604">
                <a:tc>
                  <a:txBody>
                    <a:bodyP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설계변수</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EEF2F7"/>
                    </a:solidFill>
                  </a:tcPr>
                </a:tc>
                <a:tc>
                  <a:txBody>
                    <a:bodyPr/>
                    <a:lstStyle/>
                    <a:p>
                      <a:pPr algn="ctr" indent="0" marL="0">
                        <a:buNone/>
                      </a:pPr>
                      <a:r>
                        <a:rPr lang="en-US" sz="950" b="1" dirty="0">
                          <a:solidFill>
                            <a:srgbClr val="16305B"/>
                          </a:solidFill>
                          <a:latin typeface="Malgun Gothic" pitchFamily="34" charset="0"/>
                          <a:ea typeface="Malgun Gothic" pitchFamily="34" charset="-122"/>
                          <a:cs typeface="Malgun Gothic" pitchFamily="34" charset="-120"/>
                        </a:rPr>
                        <a:t>차압</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EEF2F7"/>
                    </a:solidFill>
                  </a:tcPr>
                </a:tc>
                <a:tc>
                  <a:txBody>
                    <a:bodyPr/>
                    <a:lstStyle/>
                    <a:p>
                      <a:pPr algn="ctr" indent="0" marL="0">
                        <a:buNone/>
                      </a:pPr>
                      <a:r>
                        <a:rPr lang="en-US" sz="950" b="1" dirty="0">
                          <a:solidFill>
                            <a:srgbClr val="16305B"/>
                          </a:solidFill>
                          <a:latin typeface="Malgun Gothic" pitchFamily="34" charset="0"/>
                          <a:ea typeface="Malgun Gothic" pitchFamily="34" charset="-122"/>
                          <a:cs typeface="Malgun Gothic" pitchFamily="34" charset="-120"/>
                        </a:rPr>
                        <a:t>온도편차</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EEF2F7"/>
                    </a:solidFill>
                  </a:tcPr>
                </a:tc>
                <a:tc>
                  <a:txBody>
                    <a:bodyPr/>
                    <a:lstStyle/>
                    <a:p>
                      <a:pPr algn="ctr" indent="0" marL="0">
                        <a:buNone/>
                      </a:pPr>
                      <a:r>
                        <a:rPr lang="en-US" sz="950" b="1" dirty="0">
                          <a:solidFill>
                            <a:srgbClr val="16305B"/>
                          </a:solidFill>
                          <a:latin typeface="Malgun Gothic" pitchFamily="34" charset="0"/>
                          <a:ea typeface="Malgun Gothic" pitchFamily="34" charset="-122"/>
                          <a:cs typeface="Malgun Gothic" pitchFamily="34" charset="-120"/>
                        </a:rPr>
                        <a:t>최고온도</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EEF2F7"/>
                    </a:solidFill>
                  </a:tcPr>
                </a:tc>
                <a:tc>
                  <a:txBody>
                    <a:bodyPr/>
                    <a:lstStyle/>
                    <a:p>
                      <a:pPr algn="ctr" indent="0" marL="0">
                        <a:buNone/>
                      </a:pPr>
                      <a:r>
                        <a:rPr lang="en-US" sz="950" b="1" dirty="0">
                          <a:solidFill>
                            <a:srgbClr val="16305B"/>
                          </a:solidFill>
                          <a:latin typeface="Malgun Gothic" pitchFamily="34" charset="0"/>
                          <a:ea typeface="Malgun Gothic" pitchFamily="34" charset="-122"/>
                          <a:cs typeface="Malgun Gothic" pitchFamily="34" charset="-120"/>
                        </a:rPr>
                        <a:t>1차 균일도</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EEF2F7"/>
                    </a:solidFill>
                  </a:tcPr>
                </a:tc>
                <a:tc>
                  <a:txBody>
                    <a:bodyPr/>
                    <a:lstStyle/>
                    <a:p>
                      <a:pPr algn="ctr" indent="0" marL="0">
                        <a:buNone/>
                      </a:pPr>
                      <a:r>
                        <a:rPr lang="en-US" sz="950" b="1" dirty="0">
                          <a:solidFill>
                            <a:srgbClr val="16305B"/>
                          </a:solidFill>
                          <a:latin typeface="Malgun Gothic" pitchFamily="34" charset="0"/>
                          <a:ea typeface="Malgun Gothic" pitchFamily="34" charset="-122"/>
                          <a:cs typeface="Malgun Gothic" pitchFamily="34" charset="-120"/>
                        </a:rPr>
                        <a:t>2차 균일도</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EEF2F7"/>
                    </a:solidFill>
                  </a:tcPr>
                </a:tc>
                <a:tc>
                  <a:txBody>
                    <a:bodyPr/>
                    <a:lstStyle/>
                    <a:p>
                      <a:pPr algn="ctr" indent="0" marL="0">
                        <a:buNone/>
                      </a:pPr>
                      <a:r>
                        <a:rPr lang="en-US" sz="950" b="1" dirty="0">
                          <a:solidFill>
                            <a:srgbClr val="16305B"/>
                          </a:solidFill>
                          <a:latin typeface="Malgun Gothic" pitchFamily="34" charset="0"/>
                          <a:ea typeface="Malgun Gothic" pitchFamily="34" charset="-122"/>
                          <a:cs typeface="Malgun Gothic" pitchFamily="34" charset="-120"/>
                        </a:rPr>
                        <a:t>분기비</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EEF2F7"/>
                    </a:solidFill>
                  </a:tcPr>
                </a:tc>
                <a:tc>
                  <a:txBody>
                    <a:bodyPr/>
                    <a:lstStyle/>
                    <a:p>
                      <a:pPr algn="ctr" indent="0" marL="0">
                        <a:buNone/>
                      </a:pPr>
                      <a:r>
                        <a:rPr lang="en-US" sz="950" b="1" dirty="0">
                          <a:solidFill>
                            <a:srgbClr val="16305B"/>
                          </a:solidFill>
                          <a:latin typeface="Malgun Gothic" pitchFamily="34" charset="0"/>
                          <a:ea typeface="Malgun Gothic" pitchFamily="34" charset="-122"/>
                          <a:cs typeface="Malgun Gothic" pitchFamily="34" charset="-120"/>
                        </a:rPr>
                        <a:t>중량</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EEF2F7"/>
                    </a:solidFill>
                  </a:tcPr>
                </a:tc>
                <a:tc>
                  <a:txBody>
                    <a:bodyPr/>
                    <a:lstStyle/>
                    <a:p>
                      <a:pPr algn="ctr" indent="0" marL="0">
                        <a:buNone/>
                      </a:pPr>
                      <a:r>
                        <a:rPr lang="en-US" sz="950" b="1" dirty="0">
                          <a:solidFill>
                            <a:srgbClr val="16305B"/>
                          </a:solidFill>
                          <a:latin typeface="Malgun Gothic" pitchFamily="34" charset="0"/>
                          <a:ea typeface="Malgun Gothic" pitchFamily="34" charset="-122"/>
                          <a:cs typeface="Malgun Gothic" pitchFamily="34" charset="-120"/>
                        </a:rPr>
                        <a:t>판정</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EEF2F7"/>
                    </a:solidFill>
                  </a:tcPr>
                </a:tc>
              </a:tr>
              <a:tr h="260604">
                <a:tc>
                  <a:txBody>
                    <a:bodyP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입구 유로 두께</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6305B"/>
                          </a:solidFill>
                          <a:latin typeface="Malgun Gothic" pitchFamily="34" charset="0"/>
                          <a:ea typeface="Malgun Gothic" pitchFamily="34" charset="-122"/>
                          <a:cs typeface="Malgun Gothic" pitchFamily="34" charset="-120"/>
                        </a:rPr>
                        <a:t>9.4</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B3C8D7"/>
                    </a:solidFill>
                  </a:tcPr>
                </a:tc>
                <a:tc>
                  <a:txBody>
                    <a:bodyPr/>
                    <a:lstStyle/>
                    <a:p>
                      <a:pPr algn="ctr" indent="0" marL="0">
                        <a:buNone/>
                      </a:pPr>
                      <a:r>
                        <a:rPr lang="en-US" sz="950" b="1" dirty="0">
                          <a:solidFill>
                            <a:srgbClr val="16305B"/>
                          </a:solidFill>
                          <a:latin typeface="Malgun Gothic" pitchFamily="34" charset="0"/>
                          <a:ea typeface="Malgun Gothic" pitchFamily="34" charset="-122"/>
                          <a:cs typeface="Malgun Gothic" pitchFamily="34" charset="-120"/>
                        </a:rPr>
                        <a:t>5.1</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C1D6E3"/>
                    </a:solidFill>
                  </a:tcPr>
                </a:tc>
                <a:tc>
                  <a:txBody>
                    <a:bodyPr/>
                    <a:lstStyle/>
                    <a:p>
                      <a:pPr algn="ctr" indent="0" marL="0">
                        <a:buNone/>
                      </a:pPr>
                      <a:r>
                        <a:rPr lang="en-US" sz="950" dirty="0">
                          <a:solidFill>
                            <a:srgbClr val="A9B3C1"/>
                          </a:solidFill>
                          <a:latin typeface="Malgun Gothic" pitchFamily="34" charset="0"/>
                          <a:ea typeface="Malgun Gothic" pitchFamily="34" charset="-122"/>
                          <a:cs typeface="Malgun Gothic" pitchFamily="34" charset="-120"/>
                        </a:rPr>
                        <a:t>0.9</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A9B3C1"/>
                          </a:solidFill>
                          <a:latin typeface="Malgun Gothic" pitchFamily="34" charset="0"/>
                          <a:ea typeface="Malgun Gothic" pitchFamily="34" charset="-122"/>
                          <a:cs typeface="Malgun Gothic" pitchFamily="34" charset="-120"/>
                        </a:rPr>
                        <a:t>4.0</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A9B3C1"/>
                          </a:solidFill>
                          <a:latin typeface="Malgun Gothic" pitchFamily="34" charset="0"/>
                          <a:ea typeface="Malgun Gothic" pitchFamily="34" charset="-122"/>
                          <a:cs typeface="Malgun Gothic" pitchFamily="34" charset="-120"/>
                        </a:rPr>
                        <a:t>3.3</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A9B3C1"/>
                          </a:solidFill>
                          <a:latin typeface="Malgun Gothic" pitchFamily="34" charset="0"/>
                          <a:ea typeface="Malgun Gothic" pitchFamily="34" charset="-122"/>
                          <a:cs typeface="Malgun Gothic" pitchFamily="34" charset="-120"/>
                        </a:rPr>
                        <a:t>0.1</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A9B3C1"/>
                          </a:solidFill>
                          <a:latin typeface="Malgun Gothic" pitchFamily="34" charset="0"/>
                          <a:ea typeface="Malgun Gothic" pitchFamily="34" charset="-122"/>
                          <a:cs typeface="Malgun Gothic" pitchFamily="34" charset="-120"/>
                        </a:rPr>
                        <a:t>0.7</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6305B"/>
                          </a:solidFill>
                          <a:latin typeface="Malgun Gothic" pitchFamily="34" charset="0"/>
                          <a:ea typeface="Malgun Gothic" pitchFamily="34" charset="-122"/>
                          <a:cs typeface="Malgun Gothic" pitchFamily="34" charset="-120"/>
                        </a:rPr>
                        <a:t>활성</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tcPr>
                </a:tc>
              </a:tr>
              <a:tr h="260604">
                <a:tc>
                  <a:txBody>
                    <a:bodyPr/>
                    <a:lstStyle/>
                    <a:p>
                      <a:pPr indent="0" marL="0">
                        <a:buNone/>
                      </a:pPr>
                      <a:r>
                        <a:rPr lang="en-US" sz="950" b="1" dirty="0">
                          <a:solidFill>
                            <a:srgbClr val="6B7A8F"/>
                          </a:solidFill>
                          <a:latin typeface="Malgun Gothic" pitchFamily="34" charset="0"/>
                          <a:ea typeface="Malgun Gothic" pitchFamily="34" charset="-122"/>
                          <a:cs typeface="Malgun Gothic" pitchFamily="34" charset="-120"/>
                        </a:rPr>
                        <a:t>입구 각도</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F3F5F8"/>
                    </a:solidFill>
                  </a:tcPr>
                </a:tc>
                <a:tc>
                  <a:txBody>
                    <a:bodyPr/>
                    <a:lstStyle/>
                    <a:p>
                      <a:pPr algn="ctr" indent="0" marL="0">
                        <a:buNone/>
                      </a:pPr>
                      <a:r>
                        <a:rPr lang="en-US" sz="950" dirty="0">
                          <a:solidFill>
                            <a:srgbClr val="A9B3C1"/>
                          </a:solidFill>
                          <a:latin typeface="Malgun Gothic" pitchFamily="34" charset="0"/>
                          <a:ea typeface="Malgun Gothic" pitchFamily="34" charset="-122"/>
                          <a:cs typeface="Malgun Gothic" pitchFamily="34" charset="-120"/>
                        </a:rPr>
                        <a:t>1.6</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F3F5F8"/>
                    </a:solidFill>
                  </a:tcPr>
                </a:tc>
                <a:tc>
                  <a:txBody>
                    <a:bodyPr/>
                    <a:lstStyle/>
                    <a:p>
                      <a:pPr algn="ctr" indent="0" marL="0">
                        <a:buNone/>
                      </a:pPr>
                      <a:r>
                        <a:rPr lang="en-US" sz="950" dirty="0">
                          <a:solidFill>
                            <a:srgbClr val="A9B3C1"/>
                          </a:solidFill>
                          <a:latin typeface="Malgun Gothic" pitchFamily="34" charset="0"/>
                          <a:ea typeface="Malgun Gothic" pitchFamily="34" charset="-122"/>
                          <a:cs typeface="Malgun Gothic" pitchFamily="34" charset="-120"/>
                        </a:rPr>
                        <a:t>0.2</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F3F5F8"/>
                    </a:solidFill>
                  </a:tcPr>
                </a:tc>
                <a:tc>
                  <a:txBody>
                    <a:bodyPr/>
                    <a:lstStyle/>
                    <a:p>
                      <a:pPr algn="ctr" indent="0" marL="0">
                        <a:buNone/>
                      </a:pPr>
                      <a:r>
                        <a:rPr lang="en-US" sz="950" dirty="0">
                          <a:solidFill>
                            <a:srgbClr val="A9B3C1"/>
                          </a:solidFill>
                          <a:latin typeface="Malgun Gothic" pitchFamily="34" charset="0"/>
                          <a:ea typeface="Malgun Gothic" pitchFamily="34" charset="-122"/>
                          <a:cs typeface="Malgun Gothic" pitchFamily="34" charset="-120"/>
                        </a:rPr>
                        <a:t>0.4</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F3F5F8"/>
                    </a:solidFill>
                  </a:tcPr>
                </a:tc>
                <a:tc>
                  <a:txBody>
                    <a:bodyPr/>
                    <a:lstStyle/>
                    <a:p>
                      <a:pPr algn="ctr" indent="0" marL="0">
                        <a:buNone/>
                      </a:pPr>
                      <a:r>
                        <a:rPr lang="en-US" sz="950" dirty="0">
                          <a:solidFill>
                            <a:srgbClr val="A9B3C1"/>
                          </a:solidFill>
                          <a:latin typeface="Malgun Gothic" pitchFamily="34" charset="0"/>
                          <a:ea typeface="Malgun Gothic" pitchFamily="34" charset="-122"/>
                          <a:cs typeface="Malgun Gothic" pitchFamily="34" charset="-120"/>
                        </a:rPr>
                        <a:t>0.8</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F3F5F8"/>
                    </a:solidFill>
                  </a:tcPr>
                </a:tc>
                <a:tc>
                  <a:txBody>
                    <a:bodyPr/>
                    <a:lstStyle/>
                    <a:p>
                      <a:pPr algn="ctr" indent="0" marL="0">
                        <a:buNone/>
                      </a:pPr>
                      <a:r>
                        <a:rPr lang="en-US" sz="950" dirty="0">
                          <a:solidFill>
                            <a:srgbClr val="A9B3C1"/>
                          </a:solidFill>
                          <a:latin typeface="Malgun Gothic" pitchFamily="34" charset="0"/>
                          <a:ea typeface="Malgun Gothic" pitchFamily="34" charset="-122"/>
                          <a:cs typeface="Malgun Gothic" pitchFamily="34" charset="-120"/>
                        </a:rPr>
                        <a:t>0.7</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F3F5F8"/>
                    </a:solidFill>
                  </a:tcPr>
                </a:tc>
                <a:tc>
                  <a:txBody>
                    <a:bodyPr/>
                    <a:lstStyle/>
                    <a:p>
                      <a:pPr algn="ctr" indent="0" marL="0">
                        <a:buNone/>
                      </a:pPr>
                      <a:r>
                        <a:rPr lang="en-US" sz="950" dirty="0">
                          <a:solidFill>
                            <a:srgbClr val="A9B3C1"/>
                          </a:solidFill>
                          <a:latin typeface="Malgun Gothic" pitchFamily="34" charset="0"/>
                          <a:ea typeface="Malgun Gothic" pitchFamily="34" charset="-122"/>
                          <a:cs typeface="Malgun Gothic" pitchFamily="34" charset="-120"/>
                        </a:rPr>
                        <a:t>0.1</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F3F5F8"/>
                    </a:solidFill>
                  </a:tcPr>
                </a:tc>
                <a:tc>
                  <a:txBody>
                    <a:bodyPr/>
                    <a:lstStyle/>
                    <a:p>
                      <a:pPr algn="ctr" indent="0" marL="0">
                        <a:buNone/>
                      </a:pPr>
                      <a:r>
                        <a:rPr lang="en-US" sz="950" dirty="0">
                          <a:solidFill>
                            <a:srgbClr val="A9B3C1"/>
                          </a:solidFill>
                          <a:latin typeface="Malgun Gothic" pitchFamily="34" charset="0"/>
                          <a:ea typeface="Malgun Gothic" pitchFamily="34" charset="-122"/>
                          <a:cs typeface="Malgun Gothic" pitchFamily="34" charset="-120"/>
                        </a:rPr>
                        <a:t>0.2</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F3F5F8"/>
                    </a:solidFill>
                  </a:tcPr>
                </a:tc>
                <a:tc>
                  <a:txBody>
                    <a:bodyPr/>
                    <a:lstStyle/>
                    <a:p>
                      <a:pPr algn="ctr" indent="0" marL="0">
                        <a:buNone/>
                      </a:pPr>
                      <a:r>
                        <a:rPr lang="en-US" sz="950" b="1" dirty="0">
                          <a:solidFill>
                            <a:srgbClr val="0088A6"/>
                          </a:solidFill>
                          <a:latin typeface="Malgun Gothic" pitchFamily="34" charset="0"/>
                          <a:ea typeface="Malgun Gothic" pitchFamily="34" charset="-122"/>
                          <a:cs typeface="Malgun Gothic" pitchFamily="34" charset="-120"/>
                        </a:rPr>
                        <a:t>고정  →  150°</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E8F6FA"/>
                    </a:solidFill>
                  </a:tcPr>
                </a:tc>
              </a:tr>
              <a:tr h="260604">
                <a:tc>
                  <a:txBody>
                    <a:bodyP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분기 입구 두께</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6305B"/>
                          </a:solidFill>
                          <a:latin typeface="Malgun Gothic" pitchFamily="34" charset="0"/>
                          <a:ea typeface="Malgun Gothic" pitchFamily="34" charset="-122"/>
                          <a:cs typeface="Malgun Gothic" pitchFamily="34" charset="-120"/>
                        </a:rPr>
                        <a:t>11.3</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ACC1D2"/>
                    </a:solidFill>
                  </a:tcPr>
                </a:tc>
                <a:tc>
                  <a:txBody>
                    <a:bodyPr/>
                    <a:lstStyle/>
                    <a:p>
                      <a:pPr algn="ctr" indent="0" marL="0">
                        <a:buNone/>
                      </a:pPr>
                      <a:r>
                        <a:rPr lang="en-US" sz="950" b="1" dirty="0">
                          <a:solidFill>
                            <a:srgbClr val="16305B"/>
                          </a:solidFill>
                          <a:latin typeface="Malgun Gothic" pitchFamily="34" charset="0"/>
                          <a:ea typeface="Malgun Gothic" pitchFamily="34" charset="-122"/>
                          <a:cs typeface="Malgun Gothic" pitchFamily="34" charset="-120"/>
                        </a:rPr>
                        <a:t>5.8</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BFD4E1"/>
                    </a:solidFill>
                  </a:tcPr>
                </a:tc>
                <a:tc>
                  <a:txBody>
                    <a:bodyPr/>
                    <a:lstStyle/>
                    <a:p>
                      <a:pPr algn="ctr" indent="0" marL="0">
                        <a:buNone/>
                      </a:pPr>
                      <a:r>
                        <a:rPr lang="en-US" sz="950" b="1" dirty="0">
                          <a:solidFill>
                            <a:srgbClr val="16305B"/>
                          </a:solidFill>
                          <a:latin typeface="Malgun Gothic" pitchFamily="34" charset="0"/>
                          <a:ea typeface="Malgun Gothic" pitchFamily="34" charset="-122"/>
                          <a:cs typeface="Malgun Gothic" pitchFamily="34" charset="-120"/>
                        </a:rPr>
                        <a:t>12.9</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A7BCCE"/>
                    </a:solidFill>
                  </a:tcPr>
                </a:tc>
                <a:tc>
                  <a:txBody>
                    <a:bodyPr/>
                    <a:lstStyle/>
                    <a:p>
                      <a:pPr algn="ctr" indent="0" marL="0">
                        <a:buNone/>
                      </a:pPr>
                      <a:r>
                        <a:rPr lang="en-US" sz="950" dirty="0">
                          <a:solidFill>
                            <a:srgbClr val="A9B3C1"/>
                          </a:solidFill>
                          <a:latin typeface="Malgun Gothic" pitchFamily="34" charset="0"/>
                          <a:ea typeface="Malgun Gothic" pitchFamily="34" charset="-122"/>
                          <a:cs typeface="Malgun Gothic" pitchFamily="34" charset="-120"/>
                        </a:rPr>
                        <a:t>0.7</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6305B"/>
                          </a:solidFill>
                          <a:latin typeface="Malgun Gothic" pitchFamily="34" charset="0"/>
                          <a:ea typeface="Malgun Gothic" pitchFamily="34" charset="-122"/>
                          <a:cs typeface="Malgun Gothic" pitchFamily="34" charset="-120"/>
                        </a:rPr>
                        <a:t>11.1</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ADC2D3"/>
                    </a:solidFill>
                  </a:tcPr>
                </a:tc>
                <a:tc>
                  <a:txBody>
                    <a:bodyPr/>
                    <a:lstStyle/>
                    <a:p>
                      <a:pPr algn="ctr" indent="0" marL="0">
                        <a:buNone/>
                      </a:pPr>
                      <a:r>
                        <a:rPr lang="en-US" sz="950" b="1" dirty="0">
                          <a:solidFill>
                            <a:srgbClr val="FFFFFF"/>
                          </a:solidFill>
                          <a:latin typeface="Malgun Gothic" pitchFamily="34" charset="0"/>
                          <a:ea typeface="Malgun Gothic" pitchFamily="34" charset="-122"/>
                          <a:cs typeface="Malgun Gothic" pitchFamily="34" charset="-120"/>
                        </a:rPr>
                        <a:t>84.2</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16305B"/>
                    </a:solidFill>
                  </a:tcPr>
                </a:tc>
                <a:tc>
                  <a:txBody>
                    <a:bodyPr/>
                    <a:lstStyle/>
                    <a:p>
                      <a:pPr algn="ctr" indent="0" marL="0">
                        <a:buNone/>
                      </a:pPr>
                      <a:r>
                        <a:rPr lang="en-US" sz="950" dirty="0">
                          <a:solidFill>
                            <a:srgbClr val="A9B3C1"/>
                          </a:solidFill>
                          <a:latin typeface="Malgun Gothic" pitchFamily="34" charset="0"/>
                          <a:ea typeface="Malgun Gothic" pitchFamily="34" charset="-122"/>
                          <a:cs typeface="Malgun Gothic" pitchFamily="34" charset="-120"/>
                        </a:rPr>
                        <a:t>0.2</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6305B"/>
                          </a:solidFill>
                          <a:latin typeface="Malgun Gothic" pitchFamily="34" charset="0"/>
                          <a:ea typeface="Malgun Gothic" pitchFamily="34" charset="-122"/>
                          <a:cs typeface="Malgun Gothic" pitchFamily="34" charset="-120"/>
                        </a:rPr>
                        <a:t>활성</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tcPr>
                </a:tc>
              </a:tr>
              <a:tr h="260604">
                <a:tc>
                  <a:txBody>
                    <a:bodyP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중간 유로 두께</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A9B3C1"/>
                          </a:solidFill>
                          <a:latin typeface="Malgun Gothic" pitchFamily="34" charset="0"/>
                          <a:ea typeface="Malgun Gothic" pitchFamily="34" charset="-122"/>
                          <a:cs typeface="Malgun Gothic" pitchFamily="34" charset="-120"/>
                        </a:rPr>
                        <a:t>1.4</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6305B"/>
                          </a:solidFill>
                          <a:latin typeface="Malgun Gothic" pitchFamily="34" charset="0"/>
                          <a:ea typeface="Malgun Gothic" pitchFamily="34" charset="-122"/>
                          <a:cs typeface="Malgun Gothic" pitchFamily="34" charset="-120"/>
                        </a:rPr>
                        <a:t>4.4</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C4D8E5"/>
                    </a:solidFill>
                  </a:tcPr>
                </a:tc>
                <a:tc>
                  <a:txBody>
                    <a:bodyPr/>
                    <a:lstStyle/>
                    <a:p>
                      <a:pPr algn="ctr" indent="0" marL="0">
                        <a:buNone/>
                      </a:pPr>
                      <a:r>
                        <a:rPr lang="en-US" sz="950" dirty="0">
                          <a:solidFill>
                            <a:srgbClr val="A9B3C1"/>
                          </a:solidFill>
                          <a:latin typeface="Malgun Gothic" pitchFamily="34" charset="0"/>
                          <a:ea typeface="Malgun Gothic" pitchFamily="34" charset="-122"/>
                          <a:cs typeface="Malgun Gothic" pitchFamily="34" charset="-120"/>
                        </a:rPr>
                        <a:t>1.5</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A9B3C1"/>
                          </a:solidFill>
                          <a:latin typeface="Malgun Gothic" pitchFamily="34" charset="0"/>
                          <a:ea typeface="Malgun Gothic" pitchFamily="34" charset="-122"/>
                          <a:cs typeface="Malgun Gothic" pitchFamily="34" charset="-120"/>
                        </a:rPr>
                        <a:t>0.3</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A9B3C1"/>
                          </a:solidFill>
                          <a:latin typeface="Malgun Gothic" pitchFamily="34" charset="0"/>
                          <a:ea typeface="Malgun Gothic" pitchFamily="34" charset="-122"/>
                          <a:cs typeface="Malgun Gothic" pitchFamily="34" charset="-120"/>
                        </a:rPr>
                        <a:t>4.1</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6305B"/>
                          </a:solidFill>
                          <a:latin typeface="Malgun Gothic" pitchFamily="34" charset="0"/>
                          <a:ea typeface="Malgun Gothic" pitchFamily="34" charset="-122"/>
                          <a:cs typeface="Malgun Gothic" pitchFamily="34" charset="-120"/>
                        </a:rPr>
                        <a:t>3.5</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C7DBE7"/>
                    </a:solidFill>
                  </a:tcPr>
                </a:tc>
                <a:tc>
                  <a:txBody>
                    <a:bodyPr/>
                    <a:lstStyle/>
                    <a:p>
                      <a:pPr algn="ctr" indent="0" marL="0">
                        <a:buNone/>
                      </a:pPr>
                      <a:r>
                        <a:rPr lang="en-US" sz="950" b="1" dirty="0">
                          <a:solidFill>
                            <a:srgbClr val="16305B"/>
                          </a:solidFill>
                          <a:latin typeface="Malgun Gothic" pitchFamily="34" charset="0"/>
                          <a:ea typeface="Malgun Gothic" pitchFamily="34" charset="-122"/>
                          <a:cs typeface="Malgun Gothic" pitchFamily="34" charset="-120"/>
                        </a:rPr>
                        <a:t>2.7</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CADEEA"/>
                    </a:solidFill>
                  </a:tcPr>
                </a:tc>
                <a:tc>
                  <a:txBody>
                    <a:bodyPr/>
                    <a:lstStyle/>
                    <a:p>
                      <a:pPr algn="ctr" indent="0" marL="0">
                        <a:buNone/>
                      </a:pPr>
                      <a:r>
                        <a:rPr lang="en-US" sz="950" b="1" dirty="0">
                          <a:solidFill>
                            <a:srgbClr val="16305B"/>
                          </a:solidFill>
                          <a:latin typeface="Malgun Gothic" pitchFamily="34" charset="0"/>
                          <a:ea typeface="Malgun Gothic" pitchFamily="34" charset="-122"/>
                          <a:cs typeface="Malgun Gothic" pitchFamily="34" charset="-120"/>
                        </a:rPr>
                        <a:t>활성</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tcPr>
                </a:tc>
              </a:tr>
              <a:tr h="260604">
                <a:tc>
                  <a:txBody>
                    <a:bodyPr/>
                    <a:lstStyle/>
                    <a:p>
                      <a:pPr indent="0" marL="0">
                        <a:buNone/>
                      </a:pPr>
                      <a:r>
                        <a:rPr lang="en-US" sz="950" b="1" dirty="0">
                          <a:solidFill>
                            <a:srgbClr val="6B7A8F"/>
                          </a:solidFill>
                          <a:latin typeface="Malgun Gothic" pitchFamily="34" charset="0"/>
                          <a:ea typeface="Malgun Gothic" pitchFamily="34" charset="-122"/>
                          <a:cs typeface="Malgun Gothic" pitchFamily="34" charset="-120"/>
                        </a:rPr>
                        <a:t>중간 각도</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F3F5F8"/>
                    </a:solidFill>
                  </a:tcPr>
                </a:tc>
                <a:tc>
                  <a:txBody>
                    <a:bodyPr/>
                    <a:lstStyle/>
                    <a:p>
                      <a:pPr algn="ctr" indent="0" marL="0">
                        <a:buNone/>
                      </a:pPr>
                      <a:r>
                        <a:rPr lang="en-US" sz="950" dirty="0">
                          <a:solidFill>
                            <a:srgbClr val="A9B3C1"/>
                          </a:solidFill>
                          <a:latin typeface="Malgun Gothic" pitchFamily="34" charset="0"/>
                          <a:ea typeface="Malgun Gothic" pitchFamily="34" charset="-122"/>
                          <a:cs typeface="Malgun Gothic" pitchFamily="34" charset="-120"/>
                        </a:rPr>
                        <a:t>0.1</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F3F5F8"/>
                    </a:solidFill>
                  </a:tcPr>
                </a:tc>
                <a:tc>
                  <a:txBody>
                    <a:bodyPr/>
                    <a:lstStyle/>
                    <a:p>
                      <a:pPr algn="ctr" indent="0" marL="0">
                        <a:buNone/>
                      </a:pPr>
                      <a:r>
                        <a:rPr lang="en-US" sz="950" dirty="0">
                          <a:solidFill>
                            <a:srgbClr val="A9B3C1"/>
                          </a:solidFill>
                          <a:latin typeface="Malgun Gothic" pitchFamily="34" charset="0"/>
                          <a:ea typeface="Malgun Gothic" pitchFamily="34" charset="-122"/>
                          <a:cs typeface="Malgun Gothic" pitchFamily="34" charset="-120"/>
                        </a:rPr>
                        <a:t>2.0</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F3F5F8"/>
                    </a:solidFill>
                  </a:tcPr>
                </a:tc>
                <a:tc>
                  <a:txBody>
                    <a:bodyPr/>
                    <a:lstStyle/>
                    <a:p>
                      <a:pPr algn="ctr" indent="0" marL="0">
                        <a:buNone/>
                      </a:pPr>
                      <a:r>
                        <a:rPr lang="en-US" sz="950" dirty="0">
                          <a:solidFill>
                            <a:srgbClr val="A9B3C1"/>
                          </a:solidFill>
                          <a:latin typeface="Malgun Gothic" pitchFamily="34" charset="0"/>
                          <a:ea typeface="Malgun Gothic" pitchFamily="34" charset="-122"/>
                          <a:cs typeface="Malgun Gothic" pitchFamily="34" charset="-120"/>
                        </a:rPr>
                        <a:t>2.6</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F3F5F8"/>
                    </a:solidFill>
                  </a:tcPr>
                </a:tc>
                <a:tc>
                  <a:txBody>
                    <a:bodyPr/>
                    <a:lstStyle/>
                    <a:p>
                      <a:pPr algn="ctr" indent="0" marL="0">
                        <a:buNone/>
                      </a:pPr>
                      <a:r>
                        <a:rPr lang="en-US" sz="950" dirty="0">
                          <a:solidFill>
                            <a:srgbClr val="A9B3C1"/>
                          </a:solidFill>
                          <a:latin typeface="Malgun Gothic" pitchFamily="34" charset="0"/>
                          <a:ea typeface="Malgun Gothic" pitchFamily="34" charset="-122"/>
                          <a:cs typeface="Malgun Gothic" pitchFamily="34" charset="-120"/>
                        </a:rPr>
                        <a:t>5.6</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F3F5F8"/>
                    </a:solidFill>
                  </a:tcPr>
                </a:tc>
                <a:tc>
                  <a:txBody>
                    <a:bodyPr/>
                    <a:lstStyle/>
                    <a:p>
                      <a:pPr algn="ctr" indent="0" marL="0">
                        <a:buNone/>
                      </a:pPr>
                      <a:r>
                        <a:rPr lang="en-US" sz="950" dirty="0">
                          <a:solidFill>
                            <a:srgbClr val="A9B3C1"/>
                          </a:solidFill>
                          <a:latin typeface="Malgun Gothic" pitchFamily="34" charset="0"/>
                          <a:ea typeface="Malgun Gothic" pitchFamily="34" charset="-122"/>
                          <a:cs typeface="Malgun Gothic" pitchFamily="34" charset="-120"/>
                        </a:rPr>
                        <a:t>0.6</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F3F5F8"/>
                    </a:solidFill>
                  </a:tcPr>
                </a:tc>
                <a:tc>
                  <a:txBody>
                    <a:bodyPr/>
                    <a:lstStyle/>
                    <a:p>
                      <a:pPr algn="ctr" indent="0" marL="0">
                        <a:buNone/>
                      </a:pPr>
                      <a:r>
                        <a:rPr lang="en-US" sz="950" dirty="0">
                          <a:solidFill>
                            <a:srgbClr val="A9B3C1"/>
                          </a:solidFill>
                          <a:latin typeface="Malgun Gothic" pitchFamily="34" charset="0"/>
                          <a:ea typeface="Malgun Gothic" pitchFamily="34" charset="-122"/>
                          <a:cs typeface="Malgun Gothic" pitchFamily="34" charset="-120"/>
                        </a:rPr>
                        <a:t>0.2</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F3F5F8"/>
                    </a:solidFill>
                  </a:tcPr>
                </a:tc>
                <a:tc>
                  <a:txBody>
                    <a:bodyPr/>
                    <a:lstStyle/>
                    <a:p>
                      <a:pPr algn="ctr" indent="0" marL="0">
                        <a:buNone/>
                      </a:pPr>
                      <a:r>
                        <a:rPr lang="en-US" sz="950" dirty="0">
                          <a:solidFill>
                            <a:srgbClr val="A9B3C1"/>
                          </a:solidFill>
                          <a:latin typeface="Malgun Gothic" pitchFamily="34" charset="0"/>
                          <a:ea typeface="Malgun Gothic" pitchFamily="34" charset="-122"/>
                          <a:cs typeface="Malgun Gothic" pitchFamily="34" charset="-120"/>
                        </a:rPr>
                        <a:t>0.3</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F3F5F8"/>
                    </a:solidFill>
                  </a:tcPr>
                </a:tc>
                <a:tc>
                  <a:txBody>
                    <a:bodyPr/>
                    <a:lstStyle/>
                    <a:p>
                      <a:pPr algn="ctr" indent="0" marL="0">
                        <a:buNone/>
                      </a:pPr>
                      <a:r>
                        <a:rPr lang="en-US" sz="950" b="1" dirty="0">
                          <a:solidFill>
                            <a:srgbClr val="0088A6"/>
                          </a:solidFill>
                          <a:latin typeface="Malgun Gothic" pitchFamily="34" charset="0"/>
                          <a:ea typeface="Malgun Gothic" pitchFamily="34" charset="-122"/>
                          <a:cs typeface="Malgun Gothic" pitchFamily="34" charset="-120"/>
                        </a:rPr>
                        <a:t>고정  →  115°</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E8F6FA"/>
                    </a:solidFill>
                  </a:tcPr>
                </a:tc>
              </a:tr>
              <a:tr h="260604">
                <a:tc>
                  <a:txBody>
                    <a:bodyP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중간 입구 두께</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6305B"/>
                          </a:solidFill>
                          <a:latin typeface="Malgun Gothic" pitchFamily="34" charset="0"/>
                          <a:ea typeface="Malgun Gothic" pitchFamily="34" charset="-122"/>
                          <a:cs typeface="Malgun Gothic" pitchFamily="34" charset="-120"/>
                        </a:rPr>
                        <a:t>5.4</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C0D5E2"/>
                    </a:solidFill>
                  </a:tcPr>
                </a:tc>
                <a:tc>
                  <a:txBody>
                    <a:bodyPr/>
                    <a:lstStyle/>
                    <a:p>
                      <a:pPr algn="ctr" indent="0" marL="0">
                        <a:buNone/>
                      </a:pPr>
                      <a:r>
                        <a:rPr lang="en-US" sz="950" b="1" dirty="0">
                          <a:solidFill>
                            <a:srgbClr val="16305B"/>
                          </a:solidFill>
                          <a:latin typeface="Malgun Gothic" pitchFamily="34" charset="0"/>
                          <a:ea typeface="Malgun Gothic" pitchFamily="34" charset="-122"/>
                          <a:cs typeface="Malgun Gothic" pitchFamily="34" charset="-120"/>
                        </a:rPr>
                        <a:t>8.0</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B8CCDB"/>
                    </a:solidFill>
                  </a:tcPr>
                </a:tc>
                <a:tc>
                  <a:txBody>
                    <a:bodyPr/>
                    <a:lstStyle/>
                    <a:p>
                      <a:pPr algn="ctr" indent="0" marL="0">
                        <a:buNone/>
                      </a:pPr>
                      <a:r>
                        <a:rPr lang="en-US" sz="950" b="1" dirty="0">
                          <a:solidFill>
                            <a:srgbClr val="16305B"/>
                          </a:solidFill>
                          <a:latin typeface="Malgun Gothic" pitchFamily="34" charset="0"/>
                          <a:ea typeface="Malgun Gothic" pitchFamily="34" charset="-122"/>
                          <a:cs typeface="Malgun Gothic" pitchFamily="34" charset="-120"/>
                        </a:rPr>
                        <a:t>2.2</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CBE0EB"/>
                    </a:solidFill>
                  </a:tcPr>
                </a:tc>
                <a:tc>
                  <a:txBody>
                    <a:bodyPr/>
                    <a:lstStyle/>
                    <a:p>
                      <a:pPr algn="ctr" indent="0" marL="0">
                        <a:buNone/>
                      </a:pPr>
                      <a:r>
                        <a:rPr lang="en-US" sz="950" b="1" dirty="0">
                          <a:solidFill>
                            <a:srgbClr val="16305B"/>
                          </a:solidFill>
                          <a:latin typeface="Malgun Gothic" pitchFamily="34" charset="0"/>
                          <a:ea typeface="Malgun Gothic" pitchFamily="34" charset="-122"/>
                          <a:cs typeface="Malgun Gothic" pitchFamily="34" charset="-120"/>
                        </a:rPr>
                        <a:t>21.6</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899FB6"/>
                    </a:solidFill>
                  </a:tcPr>
                </a:tc>
                <a:tc>
                  <a:txBody>
                    <a:bodyPr/>
                    <a:lstStyle/>
                    <a:p>
                      <a:pPr algn="ctr" indent="0" marL="0">
                        <a:buNone/>
                      </a:pPr>
                      <a:r>
                        <a:rPr lang="en-US" sz="950" dirty="0">
                          <a:solidFill>
                            <a:srgbClr val="A9B3C1"/>
                          </a:solidFill>
                          <a:latin typeface="Malgun Gothic" pitchFamily="34" charset="0"/>
                          <a:ea typeface="Malgun Gothic" pitchFamily="34" charset="-122"/>
                          <a:cs typeface="Malgun Gothic" pitchFamily="34" charset="-120"/>
                        </a:rPr>
                        <a:t>3.9</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A9B3C1"/>
                          </a:solidFill>
                          <a:latin typeface="Malgun Gothic" pitchFamily="34" charset="0"/>
                          <a:ea typeface="Malgun Gothic" pitchFamily="34" charset="-122"/>
                          <a:cs typeface="Malgun Gothic" pitchFamily="34" charset="-120"/>
                        </a:rPr>
                        <a:t>1.6</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A9B3C1"/>
                          </a:solidFill>
                          <a:latin typeface="Malgun Gothic" pitchFamily="34" charset="0"/>
                          <a:ea typeface="Malgun Gothic" pitchFamily="34" charset="-122"/>
                          <a:cs typeface="Malgun Gothic" pitchFamily="34" charset="-120"/>
                        </a:rPr>
                        <a:t>0.9</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6305B"/>
                          </a:solidFill>
                          <a:latin typeface="Malgun Gothic" pitchFamily="34" charset="0"/>
                          <a:ea typeface="Malgun Gothic" pitchFamily="34" charset="-122"/>
                          <a:cs typeface="Malgun Gothic" pitchFamily="34" charset="-120"/>
                        </a:rPr>
                        <a:t>활성</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tcPr>
                </a:tc>
              </a:tr>
              <a:tr h="260604">
                <a:tc>
                  <a:txBody>
                    <a:bodyPr/>
                    <a:lstStyle/>
                    <a:p>
                      <a:pPr indent="0" marL="0">
                        <a:buNone/>
                      </a:pPr>
                      <a:r>
                        <a:rPr lang="en-US" sz="950" b="1" dirty="0">
                          <a:solidFill>
                            <a:srgbClr val="6B7A8F"/>
                          </a:solidFill>
                          <a:latin typeface="Malgun Gothic" pitchFamily="34" charset="0"/>
                          <a:ea typeface="Malgun Gothic" pitchFamily="34" charset="-122"/>
                          <a:cs typeface="Malgun Gothic" pitchFamily="34" charset="-120"/>
                        </a:rPr>
                        <a:t>출구 유로 두께</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F3F5F8"/>
                    </a:solidFill>
                  </a:tcPr>
                </a:tc>
                <a:tc>
                  <a:txBody>
                    <a:bodyPr/>
                    <a:lstStyle/>
                    <a:p>
                      <a:pPr algn="ctr" indent="0" marL="0">
                        <a:buNone/>
                      </a:pPr>
                      <a:r>
                        <a:rPr lang="en-US" sz="950" dirty="0">
                          <a:solidFill>
                            <a:srgbClr val="A9B3C1"/>
                          </a:solidFill>
                          <a:latin typeface="Malgun Gothic" pitchFamily="34" charset="0"/>
                          <a:ea typeface="Malgun Gothic" pitchFamily="34" charset="-122"/>
                          <a:cs typeface="Malgun Gothic" pitchFamily="34" charset="-120"/>
                        </a:rPr>
                        <a:t>0.7</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F3F5F8"/>
                    </a:solidFill>
                  </a:tcPr>
                </a:tc>
                <a:tc>
                  <a:txBody>
                    <a:bodyPr/>
                    <a:lstStyle/>
                    <a:p>
                      <a:pPr algn="ctr" indent="0" marL="0">
                        <a:buNone/>
                      </a:pPr>
                      <a:r>
                        <a:rPr lang="en-US" sz="950" dirty="0">
                          <a:solidFill>
                            <a:srgbClr val="A9B3C1"/>
                          </a:solidFill>
                          <a:latin typeface="Malgun Gothic" pitchFamily="34" charset="0"/>
                          <a:ea typeface="Malgun Gothic" pitchFamily="34" charset="-122"/>
                          <a:cs typeface="Malgun Gothic" pitchFamily="34" charset="-120"/>
                        </a:rPr>
                        <a:t>0.3</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F3F5F8"/>
                    </a:solidFill>
                  </a:tcPr>
                </a:tc>
                <a:tc>
                  <a:txBody>
                    <a:bodyPr/>
                    <a:lstStyle/>
                    <a:p>
                      <a:pPr algn="ctr" indent="0" marL="0">
                        <a:buNone/>
                      </a:pPr>
                      <a:r>
                        <a:rPr lang="en-US" sz="950" dirty="0">
                          <a:solidFill>
                            <a:srgbClr val="A9B3C1"/>
                          </a:solidFill>
                          <a:latin typeface="Malgun Gothic" pitchFamily="34" charset="0"/>
                          <a:ea typeface="Malgun Gothic" pitchFamily="34" charset="-122"/>
                          <a:cs typeface="Malgun Gothic" pitchFamily="34" charset="-120"/>
                        </a:rPr>
                        <a:t>0.0</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F3F5F8"/>
                    </a:solidFill>
                  </a:tcPr>
                </a:tc>
                <a:tc>
                  <a:txBody>
                    <a:bodyPr/>
                    <a:lstStyle/>
                    <a:p>
                      <a:pPr algn="ctr" indent="0" marL="0">
                        <a:buNone/>
                      </a:pPr>
                      <a:r>
                        <a:rPr lang="en-US" sz="950" dirty="0">
                          <a:solidFill>
                            <a:srgbClr val="A9B3C1"/>
                          </a:solidFill>
                          <a:latin typeface="Malgun Gothic" pitchFamily="34" charset="0"/>
                          <a:ea typeface="Malgun Gothic" pitchFamily="34" charset="-122"/>
                          <a:cs typeface="Malgun Gothic" pitchFamily="34" charset="-120"/>
                        </a:rPr>
                        <a:t>2.9</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F3F5F8"/>
                    </a:solidFill>
                  </a:tcPr>
                </a:tc>
                <a:tc>
                  <a:txBody>
                    <a:bodyPr/>
                    <a:lstStyle/>
                    <a:p>
                      <a:pPr algn="ctr" indent="0" marL="0">
                        <a:buNone/>
                      </a:pPr>
                      <a:r>
                        <a:rPr lang="en-US" sz="950" dirty="0">
                          <a:solidFill>
                            <a:srgbClr val="A9B3C1"/>
                          </a:solidFill>
                          <a:latin typeface="Malgun Gothic" pitchFamily="34" charset="0"/>
                          <a:ea typeface="Malgun Gothic" pitchFamily="34" charset="-122"/>
                          <a:cs typeface="Malgun Gothic" pitchFamily="34" charset="-120"/>
                        </a:rPr>
                        <a:t>9.8</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F3F5F8"/>
                    </a:solidFill>
                  </a:tcPr>
                </a:tc>
                <a:tc>
                  <a:txBody>
                    <a:bodyPr/>
                    <a:lstStyle/>
                    <a:p>
                      <a:pPr algn="ctr" indent="0" marL="0">
                        <a:buNone/>
                      </a:pPr>
                      <a:r>
                        <a:rPr lang="en-US" sz="950" dirty="0">
                          <a:solidFill>
                            <a:srgbClr val="A9B3C1"/>
                          </a:solidFill>
                          <a:latin typeface="Malgun Gothic" pitchFamily="34" charset="0"/>
                          <a:ea typeface="Malgun Gothic" pitchFamily="34" charset="-122"/>
                          <a:cs typeface="Malgun Gothic" pitchFamily="34" charset="-120"/>
                        </a:rPr>
                        <a:t>0.0</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F3F5F8"/>
                    </a:solidFill>
                  </a:tcPr>
                </a:tc>
                <a:tc>
                  <a:txBody>
                    <a:bodyPr/>
                    <a:lstStyle/>
                    <a:p>
                      <a:pPr algn="ctr" indent="0" marL="0">
                        <a:buNone/>
                      </a:pPr>
                      <a:r>
                        <a:rPr lang="en-US" sz="950" dirty="0">
                          <a:solidFill>
                            <a:srgbClr val="A9B3C1"/>
                          </a:solidFill>
                          <a:latin typeface="Malgun Gothic" pitchFamily="34" charset="0"/>
                          <a:ea typeface="Malgun Gothic" pitchFamily="34" charset="-122"/>
                          <a:cs typeface="Malgun Gothic" pitchFamily="34" charset="-120"/>
                        </a:rPr>
                        <a:t>1.6</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F3F5F8"/>
                    </a:solidFill>
                  </a:tcPr>
                </a:tc>
                <a:tc>
                  <a:txBody>
                    <a:bodyPr/>
                    <a:lstStyle/>
                    <a:p>
                      <a:pPr algn="ctr" indent="0" marL="0">
                        <a:buNone/>
                      </a:pPr>
                      <a:r>
                        <a:rPr lang="en-US" sz="950" b="1" dirty="0">
                          <a:solidFill>
                            <a:srgbClr val="0088A6"/>
                          </a:solidFill>
                          <a:latin typeface="Malgun Gothic" pitchFamily="34" charset="0"/>
                          <a:ea typeface="Malgun Gothic" pitchFamily="34" charset="-122"/>
                          <a:cs typeface="Malgun Gothic" pitchFamily="34" charset="-120"/>
                        </a:rPr>
                        <a:t>고정  →  35 mm</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E8F6FA"/>
                    </a:solidFill>
                  </a:tcPr>
                </a:tc>
              </a:tr>
              <a:tr h="260604">
                <a:tc>
                  <a:txBody>
                    <a:bodyP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1차 핀 두께</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A9B3C1"/>
                          </a:solidFill>
                          <a:latin typeface="Malgun Gothic" pitchFamily="34" charset="0"/>
                          <a:ea typeface="Malgun Gothic" pitchFamily="34" charset="-122"/>
                          <a:cs typeface="Malgun Gothic" pitchFamily="34" charset="-120"/>
                        </a:rPr>
                        <a:t>0.6</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A9B3C1"/>
                          </a:solidFill>
                          <a:latin typeface="Malgun Gothic" pitchFamily="34" charset="0"/>
                          <a:ea typeface="Malgun Gothic" pitchFamily="34" charset="-122"/>
                          <a:cs typeface="Malgun Gothic" pitchFamily="34" charset="-120"/>
                        </a:rPr>
                        <a:t>0.4</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A9B3C1"/>
                          </a:solidFill>
                          <a:latin typeface="Malgun Gothic" pitchFamily="34" charset="0"/>
                          <a:ea typeface="Malgun Gothic" pitchFamily="34" charset="-122"/>
                          <a:cs typeface="Malgun Gothic" pitchFamily="34" charset="-120"/>
                        </a:rPr>
                        <a:t>0.4</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A9B3C1"/>
                          </a:solidFill>
                          <a:latin typeface="Malgun Gothic" pitchFamily="34" charset="0"/>
                          <a:ea typeface="Malgun Gothic" pitchFamily="34" charset="-122"/>
                          <a:cs typeface="Malgun Gothic" pitchFamily="34" charset="-120"/>
                        </a:rPr>
                        <a:t>2.9</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A9B3C1"/>
                          </a:solidFill>
                          <a:latin typeface="Malgun Gothic" pitchFamily="34" charset="0"/>
                          <a:ea typeface="Malgun Gothic" pitchFamily="34" charset="-122"/>
                          <a:cs typeface="Malgun Gothic" pitchFamily="34" charset="-120"/>
                        </a:rPr>
                        <a:t>3.6</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A9B3C1"/>
                          </a:solidFill>
                          <a:latin typeface="Malgun Gothic" pitchFamily="34" charset="0"/>
                          <a:ea typeface="Malgun Gothic" pitchFamily="34" charset="-122"/>
                          <a:cs typeface="Malgun Gothic" pitchFamily="34" charset="-120"/>
                        </a:rPr>
                        <a:t>0.0</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6305B"/>
                          </a:solidFill>
                          <a:latin typeface="Malgun Gothic" pitchFamily="34" charset="0"/>
                          <a:ea typeface="Malgun Gothic" pitchFamily="34" charset="-122"/>
                          <a:cs typeface="Malgun Gothic" pitchFamily="34" charset="-120"/>
                        </a:rPr>
                        <a:t>15.9</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9CB2C6"/>
                    </a:solidFill>
                  </a:tcPr>
                </a:tc>
                <a:tc>
                  <a:txBody>
                    <a:bodyPr/>
                    <a:lstStyle/>
                    <a:p>
                      <a:pPr algn="ctr" indent="0" marL="0">
                        <a:buNone/>
                      </a:pPr>
                      <a:r>
                        <a:rPr lang="en-US" sz="950" b="1" dirty="0">
                          <a:solidFill>
                            <a:srgbClr val="16305B"/>
                          </a:solidFill>
                          <a:latin typeface="Malgun Gothic" pitchFamily="34" charset="0"/>
                          <a:ea typeface="Malgun Gothic" pitchFamily="34" charset="-122"/>
                          <a:cs typeface="Malgun Gothic" pitchFamily="34" charset="-120"/>
                        </a:rPr>
                        <a:t>활성</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tcPr>
                </a:tc>
              </a:tr>
              <a:tr h="260604">
                <a:tc>
                  <a:txBody>
                    <a:bodyP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1차 핀 개수</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FFFFFF"/>
                          </a:solidFill>
                          <a:latin typeface="Malgun Gothic" pitchFamily="34" charset="0"/>
                          <a:ea typeface="Malgun Gothic" pitchFamily="34" charset="-122"/>
                          <a:cs typeface="Malgun Gothic" pitchFamily="34" charset="-120"/>
                        </a:rPr>
                        <a:t>55.9</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16305B"/>
                    </a:solidFill>
                  </a:tcPr>
                </a:tc>
                <a:tc>
                  <a:txBody>
                    <a:bodyPr/>
                    <a:lstStyle/>
                    <a:p>
                      <a:pPr algn="ctr" indent="0" marL="0">
                        <a:buNone/>
                      </a:pPr>
                      <a:r>
                        <a:rPr lang="en-US" sz="950" b="1" dirty="0">
                          <a:solidFill>
                            <a:srgbClr val="FFFFFF"/>
                          </a:solidFill>
                          <a:latin typeface="Malgun Gothic" pitchFamily="34" charset="0"/>
                          <a:ea typeface="Malgun Gothic" pitchFamily="34" charset="-122"/>
                          <a:cs typeface="Malgun Gothic" pitchFamily="34" charset="-120"/>
                        </a:rPr>
                        <a:t>24.8</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7E94AD"/>
                    </a:solidFill>
                  </a:tcPr>
                </a:tc>
                <a:tc>
                  <a:txBody>
                    <a:bodyPr/>
                    <a:lstStyle/>
                    <a:p>
                      <a:pPr algn="ctr" indent="0" marL="0">
                        <a:buNone/>
                      </a:pPr>
                      <a:r>
                        <a:rPr lang="en-US" sz="950" b="1" dirty="0">
                          <a:solidFill>
                            <a:srgbClr val="FFFFFF"/>
                          </a:solidFill>
                          <a:latin typeface="Malgun Gothic" pitchFamily="34" charset="0"/>
                          <a:ea typeface="Malgun Gothic" pitchFamily="34" charset="-122"/>
                          <a:cs typeface="Malgun Gothic" pitchFamily="34" charset="-120"/>
                        </a:rPr>
                        <a:t>52.2</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203963"/>
                    </a:solidFill>
                  </a:tcPr>
                </a:tc>
                <a:tc>
                  <a:txBody>
                    <a:bodyPr/>
                    <a:lstStyle/>
                    <a:p>
                      <a:pPr algn="ctr" indent="0" marL="0">
                        <a:buNone/>
                      </a:pPr>
                      <a:r>
                        <a:rPr lang="en-US" sz="950" b="1" dirty="0">
                          <a:solidFill>
                            <a:srgbClr val="FFFFFF"/>
                          </a:solidFill>
                          <a:latin typeface="Malgun Gothic" pitchFamily="34" charset="0"/>
                          <a:ea typeface="Malgun Gothic" pitchFamily="34" charset="-122"/>
                          <a:cs typeface="Malgun Gothic" pitchFamily="34" charset="-120"/>
                        </a:rPr>
                        <a:t>52.3</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1F3962"/>
                    </a:solidFill>
                  </a:tcPr>
                </a:tc>
                <a:tc>
                  <a:txBody>
                    <a:bodyPr/>
                    <a:lstStyle/>
                    <a:p>
                      <a:pPr algn="ctr" indent="0" marL="0">
                        <a:buNone/>
                      </a:pPr>
                      <a:r>
                        <a:rPr lang="en-US" sz="950" dirty="0">
                          <a:solidFill>
                            <a:srgbClr val="A9B3C1"/>
                          </a:solidFill>
                          <a:latin typeface="Malgun Gothic" pitchFamily="34" charset="0"/>
                          <a:ea typeface="Malgun Gothic" pitchFamily="34" charset="-122"/>
                          <a:cs typeface="Malgun Gothic" pitchFamily="34" charset="-120"/>
                        </a:rPr>
                        <a:t>2.9</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A9B3C1"/>
                          </a:solidFill>
                          <a:latin typeface="Malgun Gothic" pitchFamily="34" charset="0"/>
                          <a:ea typeface="Malgun Gothic" pitchFamily="34" charset="-122"/>
                          <a:cs typeface="Malgun Gothic" pitchFamily="34" charset="-120"/>
                        </a:rPr>
                        <a:t>0.4</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FFFFFF"/>
                          </a:solidFill>
                          <a:latin typeface="Malgun Gothic" pitchFamily="34" charset="0"/>
                          <a:ea typeface="Malgun Gothic" pitchFamily="34" charset="-122"/>
                          <a:cs typeface="Malgun Gothic" pitchFamily="34" charset="-120"/>
                        </a:rPr>
                        <a:t>35.1</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5A7291"/>
                    </a:solidFill>
                  </a:tcPr>
                </a:tc>
                <a:tc>
                  <a:txBody>
                    <a:bodyPr/>
                    <a:lstStyle/>
                    <a:p>
                      <a:pPr algn="ctr" indent="0" marL="0">
                        <a:buNone/>
                      </a:pPr>
                      <a:r>
                        <a:rPr lang="en-US" sz="950" b="1" dirty="0">
                          <a:solidFill>
                            <a:srgbClr val="16305B"/>
                          </a:solidFill>
                          <a:latin typeface="Malgun Gothic" pitchFamily="34" charset="0"/>
                          <a:ea typeface="Malgun Gothic" pitchFamily="34" charset="-122"/>
                          <a:cs typeface="Malgun Gothic" pitchFamily="34" charset="-120"/>
                        </a:rPr>
                        <a:t>활성</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tcPr>
                </a:tc>
              </a:tr>
              <a:tr h="260604">
                <a:tc>
                  <a:txBody>
                    <a:bodyP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2차 핀 두께</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A9B3C1"/>
                          </a:solidFill>
                          <a:latin typeface="Malgun Gothic" pitchFamily="34" charset="0"/>
                          <a:ea typeface="Malgun Gothic" pitchFamily="34" charset="-122"/>
                          <a:cs typeface="Malgun Gothic" pitchFamily="34" charset="-120"/>
                        </a:rPr>
                        <a:t>0.4</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A9B3C1"/>
                          </a:solidFill>
                          <a:latin typeface="Malgun Gothic" pitchFamily="34" charset="0"/>
                          <a:ea typeface="Malgun Gothic" pitchFamily="34" charset="-122"/>
                          <a:cs typeface="Malgun Gothic" pitchFamily="34" charset="-120"/>
                        </a:rPr>
                        <a:t>0.3</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A9B3C1"/>
                          </a:solidFill>
                          <a:latin typeface="Malgun Gothic" pitchFamily="34" charset="0"/>
                          <a:ea typeface="Malgun Gothic" pitchFamily="34" charset="-122"/>
                          <a:cs typeface="Malgun Gothic" pitchFamily="34" charset="-120"/>
                        </a:rPr>
                        <a:t>2.1</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A9B3C1"/>
                          </a:solidFill>
                          <a:latin typeface="Malgun Gothic" pitchFamily="34" charset="0"/>
                          <a:ea typeface="Malgun Gothic" pitchFamily="34" charset="-122"/>
                          <a:cs typeface="Malgun Gothic" pitchFamily="34" charset="-120"/>
                        </a:rPr>
                        <a:t>0.3</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A9B3C1"/>
                          </a:solidFill>
                          <a:latin typeface="Malgun Gothic" pitchFamily="34" charset="0"/>
                          <a:ea typeface="Malgun Gothic" pitchFamily="34" charset="-122"/>
                          <a:cs typeface="Malgun Gothic" pitchFamily="34" charset="-120"/>
                        </a:rPr>
                        <a:t>2.6</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A9B3C1"/>
                          </a:solidFill>
                          <a:latin typeface="Malgun Gothic" pitchFamily="34" charset="0"/>
                          <a:ea typeface="Malgun Gothic" pitchFamily="34" charset="-122"/>
                          <a:cs typeface="Malgun Gothic" pitchFamily="34" charset="-120"/>
                        </a:rPr>
                        <a:t>0.2</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6305B"/>
                          </a:solidFill>
                          <a:latin typeface="Malgun Gothic" pitchFamily="34" charset="0"/>
                          <a:ea typeface="Malgun Gothic" pitchFamily="34" charset="-122"/>
                          <a:cs typeface="Malgun Gothic" pitchFamily="34" charset="-120"/>
                        </a:rPr>
                        <a:t>12.9</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A7BCCE"/>
                    </a:solidFill>
                  </a:tcPr>
                </a:tc>
                <a:tc>
                  <a:txBody>
                    <a:bodyPr/>
                    <a:lstStyle/>
                    <a:p>
                      <a:pPr algn="ctr" indent="0" marL="0">
                        <a:buNone/>
                      </a:pPr>
                      <a:r>
                        <a:rPr lang="en-US" sz="950" b="1" dirty="0">
                          <a:solidFill>
                            <a:srgbClr val="16305B"/>
                          </a:solidFill>
                          <a:latin typeface="Malgun Gothic" pitchFamily="34" charset="0"/>
                          <a:ea typeface="Malgun Gothic" pitchFamily="34" charset="-122"/>
                          <a:cs typeface="Malgun Gothic" pitchFamily="34" charset="-120"/>
                        </a:rPr>
                        <a:t>활성</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tcPr>
                </a:tc>
              </a:tr>
              <a:tr h="260604">
                <a:tc>
                  <a:txBody>
                    <a:bodyP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2차 핀 개수</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6305B"/>
                          </a:solidFill>
                          <a:latin typeface="Malgun Gothic" pitchFamily="34" charset="0"/>
                          <a:ea typeface="Malgun Gothic" pitchFamily="34" charset="-122"/>
                          <a:cs typeface="Malgun Gothic" pitchFamily="34" charset="-120"/>
                        </a:rPr>
                        <a:t>4.8</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C3D7E4"/>
                    </a:solidFill>
                  </a:tcPr>
                </a:tc>
                <a:tc>
                  <a:txBody>
                    <a:bodyPr/>
                    <a:lstStyle/>
                    <a:p>
                      <a:pPr algn="ctr" indent="0" marL="0">
                        <a:buNone/>
                      </a:pPr>
                      <a:r>
                        <a:rPr lang="en-US" sz="950" b="1" dirty="0">
                          <a:solidFill>
                            <a:srgbClr val="FFFFFF"/>
                          </a:solidFill>
                          <a:latin typeface="Malgun Gothic" pitchFamily="34" charset="0"/>
                          <a:ea typeface="Malgun Gothic" pitchFamily="34" charset="-122"/>
                          <a:cs typeface="Malgun Gothic" pitchFamily="34" charset="-120"/>
                        </a:rPr>
                        <a:t>37.0</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546C8C"/>
                    </a:solidFill>
                  </a:tcPr>
                </a:tc>
                <a:tc>
                  <a:txBody>
                    <a:bodyPr/>
                    <a:lstStyle/>
                    <a:p>
                      <a:pPr algn="ctr" indent="0" marL="0">
                        <a:buNone/>
                      </a:pPr>
                      <a:r>
                        <a:rPr lang="en-US" sz="950" b="1" dirty="0">
                          <a:solidFill>
                            <a:srgbClr val="16305B"/>
                          </a:solidFill>
                          <a:latin typeface="Malgun Gothic" pitchFamily="34" charset="0"/>
                          <a:ea typeface="Malgun Gothic" pitchFamily="34" charset="-122"/>
                          <a:cs typeface="Malgun Gothic" pitchFamily="34" charset="-120"/>
                        </a:rPr>
                        <a:t>18.8</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92A8BE"/>
                    </a:solidFill>
                  </a:tcPr>
                </a:tc>
                <a:tc>
                  <a:txBody>
                    <a:bodyPr/>
                    <a:lstStyle/>
                    <a:p>
                      <a:pPr algn="ctr" indent="0" marL="0">
                        <a:buNone/>
                      </a:pPr>
                      <a:r>
                        <a:rPr lang="en-US" sz="950" dirty="0">
                          <a:solidFill>
                            <a:srgbClr val="A9B3C1"/>
                          </a:solidFill>
                          <a:latin typeface="Malgun Gothic" pitchFamily="34" charset="0"/>
                          <a:ea typeface="Malgun Gothic" pitchFamily="34" charset="-122"/>
                          <a:cs typeface="Malgun Gothic" pitchFamily="34" charset="-120"/>
                        </a:rPr>
                        <a:t>0.1</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FFFFFF"/>
                          </a:solidFill>
                          <a:latin typeface="Malgun Gothic" pitchFamily="34" charset="0"/>
                          <a:ea typeface="Malgun Gothic" pitchFamily="34" charset="-122"/>
                          <a:cs typeface="Malgun Gothic" pitchFamily="34" charset="-120"/>
                        </a:rPr>
                        <a:t>50.8</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243E66"/>
                    </a:solidFill>
                  </a:tcPr>
                </a:tc>
                <a:tc>
                  <a:txBody>
                    <a:bodyPr/>
                    <a:lstStyle/>
                    <a:p>
                      <a:pPr algn="ctr" indent="0" marL="0">
                        <a:buNone/>
                      </a:pPr>
                      <a:r>
                        <a:rPr lang="en-US" sz="950" b="1" dirty="0">
                          <a:solidFill>
                            <a:srgbClr val="16305B"/>
                          </a:solidFill>
                          <a:latin typeface="Malgun Gothic" pitchFamily="34" charset="0"/>
                          <a:ea typeface="Malgun Gothic" pitchFamily="34" charset="-122"/>
                          <a:cs typeface="Malgun Gothic" pitchFamily="34" charset="-120"/>
                        </a:rPr>
                        <a:t>9.1</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B4C9D8"/>
                    </a:solidFill>
                  </a:tcPr>
                </a:tc>
                <a:tc>
                  <a:txBody>
                    <a:bodyPr/>
                    <a:lstStyle/>
                    <a:p>
                      <a:pPr algn="ctr" indent="0" marL="0">
                        <a:buNone/>
                      </a:pPr>
                      <a:r>
                        <a:rPr lang="en-US" sz="950" b="1" dirty="0">
                          <a:solidFill>
                            <a:srgbClr val="FFFFFF"/>
                          </a:solidFill>
                          <a:latin typeface="Malgun Gothic" pitchFamily="34" charset="0"/>
                          <a:ea typeface="Malgun Gothic" pitchFamily="34" charset="-122"/>
                          <a:cs typeface="Malgun Gothic" pitchFamily="34" charset="-120"/>
                        </a:rPr>
                        <a:t>29.1</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solidFill>
                      <a:srgbClr val="6F86A2"/>
                    </a:solidFill>
                  </a:tcPr>
                </a:tc>
                <a:tc>
                  <a:txBody>
                    <a:bodyPr/>
                    <a:lstStyle/>
                    <a:p>
                      <a:pPr algn="ctr" indent="0" marL="0">
                        <a:buNone/>
                      </a:pPr>
                      <a:r>
                        <a:rPr lang="en-US" sz="950" b="1" dirty="0">
                          <a:solidFill>
                            <a:srgbClr val="16305B"/>
                          </a:solidFill>
                          <a:latin typeface="Malgun Gothic" pitchFamily="34" charset="0"/>
                          <a:ea typeface="Malgun Gothic" pitchFamily="34" charset="-122"/>
                          <a:cs typeface="Malgun Gothic" pitchFamily="34" charset="-120"/>
                        </a:rPr>
                        <a:t>활성</a:t>
                      </a:r>
                      <a:endParaRPr lang="en-US" sz="950" dirty="0">
                        <a:latin typeface="Malgun Gothic" charset="0"/>
                        <a:ea typeface="Malgun Gothic" charset="0"/>
                        <a:cs typeface="Malgun Gothic" charset="0"/>
                      </a:endParaRPr>
                    </a:p>
                  </a:txBody>
                  <a:tcPr marL="50800" marR="50800" marT="12700" marB="127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DE3EB"/>
                      </a:solidFill>
                      <a:prstDash val="solid"/>
                      <a:round/>
                      <a:headEnd type="none" w="med" len="med"/>
                      <a:tailEnd type="none" w="med" len="med"/>
                    </a:lnB>
                  </a:tcPr>
                </a:tc>
              </a:tr>
            </a:tbl>
          </a:graphicData>
        </a:graphic>
      </p:graphicFrame>
      <p:sp>
        <p:nvSpPr>
          <p:cNvPr id="11" name="Text 8"/>
          <p:cNvSpPr txBox="1"/>
          <p:nvPr/>
        </p:nvSpPr>
        <p:spPr>
          <a:xfrm>
            <a:off x="813816" y="5010912"/>
            <a:ext cx="10561320" cy="237744"/>
          </a:xfrm>
          <a:prstGeom prst="rect">
            <a:avLst/>
          </a:prstGeom>
          <a:noFill/>
          <a:ln/>
        </p:spPr>
        <p:txBody>
          <a:bodyPr wrap="square" lIns="0" tIns="0" rIns="0" bIns="0" rtlCol="0" anchor="ctr"/>
          <a:lstStyle/>
          <a:p>
            <a:pPr indent="0" marL="0">
              <a:buNone/>
            </a:pPr>
            <a:r>
              <a:rPr lang="en-US" sz="880" i="1" dirty="0">
                <a:solidFill>
                  <a:srgbClr val="6B7A8F"/>
                </a:solidFill>
                <a:latin typeface="Malgun Gothic" pitchFamily="34" charset="0"/>
                <a:ea typeface="Malgun Gothic" pitchFamily="34" charset="-122"/>
                <a:cs typeface="Malgun Gothic" pitchFamily="34" charset="-120"/>
              </a:rPr>
              <a:t>색 칸 = 영향 인정 (p ≤ 0.05 그리고 기여율 ≥ 2%)  ·  회색 숫자 = 영향 없음  ·  고정값: 주효과가 유의한 목적함수(차압)가 유리한 끝값, 없으면 범위 중앙</a:t>
            </a:r>
            <a:endParaRPr lang="en-US" sz="880" dirty="0"/>
          </a:p>
        </p:txBody>
      </p:sp>
      <p:sp>
        <p:nvSpPr>
          <p:cNvPr id="12" name="Shape 9"/>
          <p:cNvSpPr/>
          <p:nvPr/>
        </p:nvSpPr>
        <p:spPr>
          <a:xfrm>
            <a:off x="502920" y="5541264"/>
            <a:ext cx="11183112" cy="841248"/>
          </a:xfrm>
          <a:prstGeom prst="roundRect">
            <a:avLst>
              <a:gd name="adj" fmla="val 6522"/>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13" name="Shape 10"/>
          <p:cNvSpPr/>
          <p:nvPr/>
        </p:nvSpPr>
        <p:spPr>
          <a:xfrm>
            <a:off x="832104" y="5724144"/>
            <a:ext cx="64008" cy="164592"/>
          </a:xfrm>
          <a:prstGeom prst="rect">
            <a:avLst/>
          </a:prstGeom>
          <a:solidFill>
            <a:srgbClr val="00A3C4"/>
          </a:solidFill>
          <a:ln w="12700">
            <a:solidFill>
              <a:srgbClr val="00A3C4"/>
            </a:solidFill>
            <a:prstDash val="solid"/>
          </a:ln>
        </p:spPr>
      </p:sp>
      <p:sp>
        <p:nvSpPr>
          <p:cNvPr id="14" name="Text 11"/>
          <p:cNvSpPr txBox="1"/>
          <p:nvPr/>
        </p:nvSpPr>
        <p:spPr>
          <a:xfrm>
            <a:off x="978408" y="5669280"/>
            <a:ext cx="3291840" cy="256032"/>
          </a:xfrm>
          <a:prstGeom prst="rect">
            <a:avLst/>
          </a:prstGeom>
          <a:noFill/>
          <a:ln/>
        </p:spPr>
        <p:txBody>
          <a:bodyPr wrap="square" lIns="0" tIns="0" rIns="0" bIns="0" rtlCol="0" anchor="ctr"/>
          <a:lstStyle/>
          <a:p>
            <a:pPr indent="0" marL="0">
              <a:buNone/>
            </a:pPr>
            <a:r>
              <a:rPr lang="en-US" sz="1050" b="1" dirty="0">
                <a:solidFill>
                  <a:srgbClr val="16305B"/>
                </a:solidFill>
                <a:latin typeface="Malgun Gothic" pitchFamily="34" charset="0"/>
                <a:ea typeface="Malgun Gothic" pitchFamily="34" charset="-122"/>
                <a:cs typeface="Malgun Gothic" pitchFamily="34" charset="-120"/>
              </a:rPr>
              <a:t>1차 핀 개수</a:t>
            </a:r>
            <a:endParaRPr lang="en-US" sz="1050" dirty="0"/>
          </a:p>
        </p:txBody>
      </p:sp>
      <p:sp>
        <p:nvSpPr>
          <p:cNvPr id="15" name="Text 12"/>
          <p:cNvSpPr txBox="1"/>
          <p:nvPr/>
        </p:nvSpPr>
        <p:spPr>
          <a:xfrm>
            <a:off x="978408" y="5943600"/>
            <a:ext cx="3383280" cy="310896"/>
          </a:xfrm>
          <a:prstGeom prst="rect">
            <a:avLst/>
          </a:prstGeom>
          <a:noFill/>
          <a:ln/>
        </p:spPr>
        <p:txBody>
          <a:bodyPr wrap="square" lIns="0" tIns="0" rIns="0" bIns="0" rtlCol="0" anchor="ctr"/>
          <a:lstStyle/>
          <a:p>
            <a:pPr indent="0" marL="0">
              <a:buNone/>
            </a:pPr>
            <a:r>
              <a:rPr lang="en-US" sz="950" dirty="0">
                <a:solidFill>
                  <a:srgbClr val="6B7A8F"/>
                </a:solidFill>
                <a:latin typeface="Malgun Gothic" pitchFamily="34" charset="0"/>
                <a:ea typeface="Malgun Gothic" pitchFamily="34" charset="-122"/>
                <a:cs typeface="Malgun Gothic" pitchFamily="34" charset="-120"/>
              </a:rPr>
              <a:t>차압 56% · 최고온도 52% · 1차 균일도 52%</a:t>
            </a:r>
            <a:endParaRPr lang="en-US" sz="950" dirty="0"/>
          </a:p>
        </p:txBody>
      </p:sp>
      <p:sp>
        <p:nvSpPr>
          <p:cNvPr id="16" name="Shape 13"/>
          <p:cNvSpPr/>
          <p:nvPr/>
        </p:nvSpPr>
        <p:spPr>
          <a:xfrm>
            <a:off x="4489704" y="5724144"/>
            <a:ext cx="64008" cy="164592"/>
          </a:xfrm>
          <a:prstGeom prst="rect">
            <a:avLst/>
          </a:prstGeom>
          <a:solidFill>
            <a:srgbClr val="00A3C4"/>
          </a:solidFill>
          <a:ln w="12700">
            <a:solidFill>
              <a:srgbClr val="00A3C4"/>
            </a:solidFill>
            <a:prstDash val="solid"/>
          </a:ln>
        </p:spPr>
      </p:sp>
      <p:sp>
        <p:nvSpPr>
          <p:cNvPr id="17" name="Text 14"/>
          <p:cNvSpPr txBox="1"/>
          <p:nvPr/>
        </p:nvSpPr>
        <p:spPr>
          <a:xfrm>
            <a:off x="4636008" y="5669280"/>
            <a:ext cx="3291840" cy="256032"/>
          </a:xfrm>
          <a:prstGeom prst="rect">
            <a:avLst/>
          </a:prstGeom>
          <a:noFill/>
          <a:ln/>
        </p:spPr>
        <p:txBody>
          <a:bodyPr wrap="square" lIns="0" tIns="0" rIns="0" bIns="0" rtlCol="0" anchor="ctr"/>
          <a:lstStyle/>
          <a:p>
            <a:pPr indent="0" marL="0">
              <a:buNone/>
            </a:pPr>
            <a:r>
              <a:rPr lang="en-US" sz="1050" b="1" dirty="0">
                <a:solidFill>
                  <a:srgbClr val="16305B"/>
                </a:solidFill>
                <a:latin typeface="Malgun Gothic" pitchFamily="34" charset="0"/>
                <a:ea typeface="Malgun Gothic" pitchFamily="34" charset="-122"/>
                <a:cs typeface="Malgun Gothic" pitchFamily="34" charset="-120"/>
              </a:rPr>
              <a:t>2차 핀 개수</a:t>
            </a:r>
            <a:endParaRPr lang="en-US" sz="1050" dirty="0"/>
          </a:p>
        </p:txBody>
      </p:sp>
      <p:sp>
        <p:nvSpPr>
          <p:cNvPr id="18" name="Text 15"/>
          <p:cNvSpPr txBox="1"/>
          <p:nvPr/>
        </p:nvSpPr>
        <p:spPr>
          <a:xfrm>
            <a:off x="4636008" y="5943600"/>
            <a:ext cx="3383280" cy="310896"/>
          </a:xfrm>
          <a:prstGeom prst="rect">
            <a:avLst/>
          </a:prstGeom>
          <a:noFill/>
          <a:ln/>
        </p:spPr>
        <p:txBody>
          <a:bodyPr wrap="square" lIns="0" tIns="0" rIns="0" bIns="0" rtlCol="0" anchor="ctr"/>
          <a:lstStyle/>
          <a:p>
            <a:pPr indent="0" marL="0">
              <a:buNone/>
            </a:pPr>
            <a:r>
              <a:rPr lang="en-US" sz="950" dirty="0">
                <a:solidFill>
                  <a:srgbClr val="6B7A8F"/>
                </a:solidFill>
                <a:latin typeface="Malgun Gothic" pitchFamily="34" charset="0"/>
                <a:ea typeface="Malgun Gothic" pitchFamily="34" charset="-122"/>
                <a:cs typeface="Malgun Gothic" pitchFamily="34" charset="-120"/>
              </a:rPr>
              <a:t>온도편차 37% · 2차 균일도 51%</a:t>
            </a:r>
            <a:endParaRPr lang="en-US" sz="950" dirty="0"/>
          </a:p>
        </p:txBody>
      </p:sp>
      <p:sp>
        <p:nvSpPr>
          <p:cNvPr id="19" name="Shape 16"/>
          <p:cNvSpPr/>
          <p:nvPr/>
        </p:nvSpPr>
        <p:spPr>
          <a:xfrm>
            <a:off x="8147304" y="5724144"/>
            <a:ext cx="64008" cy="164592"/>
          </a:xfrm>
          <a:prstGeom prst="rect">
            <a:avLst/>
          </a:prstGeom>
          <a:solidFill>
            <a:srgbClr val="00A3C4"/>
          </a:solidFill>
          <a:ln w="12700">
            <a:solidFill>
              <a:srgbClr val="00A3C4"/>
            </a:solidFill>
            <a:prstDash val="solid"/>
          </a:ln>
        </p:spPr>
      </p:sp>
      <p:sp>
        <p:nvSpPr>
          <p:cNvPr id="20" name="Text 17"/>
          <p:cNvSpPr txBox="1"/>
          <p:nvPr/>
        </p:nvSpPr>
        <p:spPr>
          <a:xfrm>
            <a:off x="8293608" y="5669280"/>
            <a:ext cx="3291840" cy="256032"/>
          </a:xfrm>
          <a:prstGeom prst="rect">
            <a:avLst/>
          </a:prstGeom>
          <a:noFill/>
          <a:ln/>
        </p:spPr>
        <p:txBody>
          <a:bodyPr wrap="square" lIns="0" tIns="0" rIns="0" bIns="0" rtlCol="0" anchor="ctr"/>
          <a:lstStyle/>
          <a:p>
            <a:pPr indent="0" marL="0">
              <a:buNone/>
            </a:pPr>
            <a:r>
              <a:rPr lang="en-US" sz="1050" b="1" dirty="0">
                <a:solidFill>
                  <a:srgbClr val="16305B"/>
                </a:solidFill>
                <a:latin typeface="Malgun Gothic" pitchFamily="34" charset="0"/>
                <a:ea typeface="Malgun Gothic" pitchFamily="34" charset="-122"/>
                <a:cs typeface="Malgun Gothic" pitchFamily="34" charset="-120"/>
              </a:rPr>
              <a:t>분기 입구 두께</a:t>
            </a:r>
            <a:endParaRPr lang="en-US" sz="1050" dirty="0"/>
          </a:p>
        </p:txBody>
      </p:sp>
      <p:sp>
        <p:nvSpPr>
          <p:cNvPr id="21" name="Text 18"/>
          <p:cNvSpPr txBox="1"/>
          <p:nvPr/>
        </p:nvSpPr>
        <p:spPr>
          <a:xfrm>
            <a:off x="8293608" y="5943600"/>
            <a:ext cx="3383280" cy="310896"/>
          </a:xfrm>
          <a:prstGeom prst="rect">
            <a:avLst/>
          </a:prstGeom>
          <a:noFill/>
          <a:ln/>
        </p:spPr>
        <p:txBody>
          <a:bodyPr wrap="square" lIns="0" tIns="0" rIns="0" bIns="0" rtlCol="0" anchor="ctr"/>
          <a:lstStyle/>
          <a:p>
            <a:pPr indent="0" marL="0">
              <a:buNone/>
            </a:pPr>
            <a:r>
              <a:rPr lang="en-US" sz="950" dirty="0">
                <a:solidFill>
                  <a:srgbClr val="6B7A8F"/>
                </a:solidFill>
                <a:latin typeface="Malgun Gothic" pitchFamily="34" charset="0"/>
                <a:ea typeface="Malgun Gothic" pitchFamily="34" charset="-122"/>
                <a:cs typeface="Malgun Gothic" pitchFamily="34" charset="-120"/>
              </a:rPr>
              <a:t>분기비 84% — 전원모듈로 가는 유량을 사실상 결정</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5F8"/>
        </a:solidFill>
      </p:bgPr>
    </p:bg>
    <p:spTree>
      <p:nvGrpSpPr>
        <p:cNvPr id="1" name=""/>
        <p:cNvGrpSpPr/>
        <p:nvPr/>
      </p:nvGrpSpPr>
      <p:grpSpPr>
        <a:xfrm>
          <a:off x="0" y="0"/>
          <a:ext cx="0" cy="0"/>
          <a:chOff x="0" y="0"/>
          <a:chExt cx="0" cy="0"/>
        </a:xfrm>
      </p:grpSpPr>
      <p:sp>
        <p:nvSpPr>
          <p:cNvPr id="2" name="Shape 0"/>
          <p:cNvSpPr/>
          <p:nvPr/>
        </p:nvSpPr>
        <p:spPr>
          <a:xfrm>
            <a:off x="502920" y="384048"/>
            <a:ext cx="475488" cy="475488"/>
          </a:xfrm>
          <a:prstGeom prst="rect">
            <a:avLst/>
          </a:prstGeom>
          <a:solidFill>
            <a:srgbClr val="16305B"/>
          </a:solidFill>
          <a:ln w="12700">
            <a:solidFill>
              <a:srgbClr val="16305B"/>
            </a:solidFill>
            <a:prstDash val="solid"/>
          </a:ln>
        </p:spPr>
      </p:sp>
      <p:sp>
        <p:nvSpPr>
          <p:cNvPr id="3" name="Text 1"/>
          <p:cNvSpPr txBox="1"/>
          <p:nvPr/>
        </p:nvSpPr>
        <p:spPr>
          <a:xfrm>
            <a:off x="502920" y="38404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03</a:t>
            </a:r>
            <a:endParaRPr lang="en-US" sz="1600" dirty="0"/>
          </a:p>
        </p:txBody>
      </p:sp>
      <p:sp>
        <p:nvSpPr>
          <p:cNvPr id="4" name="Text 2"/>
          <p:cNvSpPr txBox="1"/>
          <p:nvPr/>
        </p:nvSpPr>
        <p:spPr>
          <a:xfrm>
            <a:off x="1124712" y="365760"/>
            <a:ext cx="7315200" cy="237744"/>
          </a:xfrm>
          <a:prstGeom prst="rect">
            <a:avLst/>
          </a:prstGeom>
          <a:noFill/>
          <a:ln/>
        </p:spPr>
        <p:txBody>
          <a:bodyPr wrap="square" lIns="0" tIns="0" rIns="0" bIns="0" rtlCol="0" anchor="ctr"/>
          <a:lstStyle/>
          <a:p>
            <a:pPr indent="0" marL="0">
              <a:buNone/>
            </a:pPr>
            <a:r>
              <a:rPr lang="en-US" sz="1050" b="1" spc="100" kern="0" dirty="0">
                <a:solidFill>
                  <a:srgbClr val="00A3C4"/>
                </a:solidFill>
                <a:latin typeface="Malgun Gothic" pitchFamily="34" charset="0"/>
                <a:ea typeface="Malgun Gothic" pitchFamily="34" charset="-122"/>
                <a:cs typeface="Malgun Gothic" pitchFamily="34" charset="-120"/>
              </a:rPr>
              <a:t>실험계획법 기반 자동해석 및 데이터 확보</a:t>
            </a:r>
            <a:endParaRPr lang="en-US" sz="1050" dirty="0"/>
          </a:p>
        </p:txBody>
      </p:sp>
      <p:sp>
        <p:nvSpPr>
          <p:cNvPr id="5" name="Text 3"/>
          <p:cNvSpPr txBox="1"/>
          <p:nvPr/>
        </p:nvSpPr>
        <p:spPr>
          <a:xfrm>
            <a:off x="1124712" y="548640"/>
            <a:ext cx="10607040" cy="384048"/>
          </a:xfrm>
          <a:prstGeom prst="rect">
            <a:avLst/>
          </a:prstGeom>
          <a:noFill/>
          <a:ln/>
        </p:spPr>
        <p:txBody>
          <a:bodyPr wrap="square" lIns="0" tIns="0" rIns="0" bIns="0" rtlCol="0" anchor="ctr"/>
          <a:lstStyle/>
          <a:p>
            <a:pPr indent="0" marL="0">
              <a:buNone/>
            </a:pPr>
            <a:r>
              <a:rPr lang="en-US" sz="2200" b="1" dirty="0">
                <a:solidFill>
                  <a:srgbClr val="16305B"/>
                </a:solidFill>
                <a:latin typeface="Malgun Gothic" pitchFamily="34" charset="0"/>
                <a:ea typeface="Malgun Gothic" pitchFamily="34" charset="-122"/>
                <a:cs typeface="Malgun Gothic" pitchFamily="34" charset="-120"/>
              </a:rPr>
              <a:t>활성 변수 실험계획  —  OLHD (최적라틴방격법)</a:t>
            </a:r>
            <a:endParaRPr lang="en-US" sz="2200" dirty="0"/>
          </a:p>
        </p:txBody>
      </p:sp>
      <p:sp>
        <p:nvSpPr>
          <p:cNvPr id="6" name="Shape 4"/>
          <p:cNvSpPr/>
          <p:nvPr/>
        </p:nvSpPr>
        <p:spPr>
          <a:xfrm>
            <a:off x="502920" y="1188720"/>
            <a:ext cx="5440680" cy="5074920"/>
          </a:xfrm>
          <a:prstGeom prst="roundRect">
            <a:avLst>
              <a:gd name="adj" fmla="val 1081"/>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7" name="Shape 5"/>
          <p:cNvSpPr/>
          <p:nvPr/>
        </p:nvSpPr>
        <p:spPr>
          <a:xfrm>
            <a:off x="758952" y="1463040"/>
            <a:ext cx="82296" cy="182880"/>
          </a:xfrm>
          <a:prstGeom prst="rect">
            <a:avLst/>
          </a:prstGeom>
          <a:solidFill>
            <a:srgbClr val="00A3C4"/>
          </a:solidFill>
          <a:ln w="12700">
            <a:solidFill>
              <a:srgbClr val="00A3C4"/>
            </a:solidFill>
            <a:prstDash val="solid"/>
          </a:ln>
        </p:spPr>
      </p:sp>
      <p:sp>
        <p:nvSpPr>
          <p:cNvPr id="8" name="Text 6"/>
          <p:cNvSpPr txBox="1"/>
          <p:nvPr/>
        </p:nvSpPr>
        <p:spPr>
          <a:xfrm>
            <a:off x="923544" y="1371600"/>
            <a:ext cx="4480560" cy="365760"/>
          </a:xfrm>
          <a:prstGeom prst="rect">
            <a:avLst/>
          </a:prstGeom>
          <a:noFill/>
          <a:ln/>
        </p:spPr>
        <p:txBody>
          <a:bodyPr wrap="square" lIns="0" tIns="0" rIns="0" bIns="0" rtlCol="0" anchor="ctr"/>
          <a:lstStyle/>
          <a:p>
            <a:pPr indent="0" marL="0">
              <a:buNone/>
            </a:pPr>
            <a:r>
              <a:rPr lang="en-US" sz="1300" b="1" dirty="0">
                <a:solidFill>
                  <a:srgbClr val="16305B"/>
                </a:solidFill>
                <a:latin typeface="Malgun Gothic" pitchFamily="34" charset="0"/>
                <a:ea typeface="Malgun Gothic" pitchFamily="34" charset="-122"/>
                <a:cs typeface="Malgun Gothic" pitchFamily="34" charset="-120"/>
              </a:rPr>
              <a:t>실험점 분포  —  80점</a:t>
            </a:r>
            <a:endParaRPr lang="en-US" sz="1300" dirty="0"/>
          </a:p>
        </p:txBody>
      </p:sp>
      <p:sp>
        <p:nvSpPr>
          <p:cNvPr id="9" name="Text 7"/>
          <p:cNvSpPr txBox="1"/>
          <p:nvPr/>
        </p:nvSpPr>
        <p:spPr>
          <a:xfrm>
            <a:off x="667512" y="1865376"/>
            <a:ext cx="2514600" cy="237744"/>
          </a:xfrm>
          <a:prstGeom prst="rect">
            <a:avLst/>
          </a:prstGeom>
          <a:noFill/>
          <a:ln/>
        </p:spPr>
        <p:txBody>
          <a:bodyPr wrap="square" lIns="0" tIns="0" rIns="0" bIns="0" rtlCol="0" anchor="ctr"/>
          <a:lstStyle/>
          <a:p>
            <a:pPr algn="ctr" indent="0" marL="0">
              <a:buNone/>
            </a:pPr>
            <a:r>
              <a:rPr lang="en-US" sz="950" b="1" dirty="0">
                <a:solidFill>
                  <a:srgbClr val="16305B"/>
                </a:solidFill>
                <a:latin typeface="Malgun Gothic" pitchFamily="34" charset="0"/>
                <a:ea typeface="Malgun Gothic" pitchFamily="34" charset="-122"/>
                <a:cs typeface="Malgun Gothic" pitchFamily="34" charset="-120"/>
              </a:rPr>
              <a:t>1차 핀 개수 × 두께</a:t>
            </a:r>
            <a:endParaRPr lang="en-US" sz="950" dirty="0"/>
          </a:p>
        </p:txBody>
      </p:sp>
      <p:graphicFrame>
        <p:nvGraphicFramePr>
          <p:cNvPr id="10" name="Chart 0" descr=""/>
          <p:cNvGraphicFramePr/>
          <p:nvPr/>
        </p:nvGraphicFramePr>
        <p:xfrm>
          <a:off x="667512" y="2103120"/>
          <a:ext cx="2514600" cy="2834640"/>
        </p:xfrm>
        <a:graphic xmlns:a="http://schemas.openxmlformats.org/drawingml/2006/main">
          <a:graphicData uri="http://schemas.openxmlformats.org/drawingml/2006/chart">
            <c:chart xmlns:c="http://schemas.openxmlformats.org/drawingml/2006/chart" r:id="rId1"/>
          </a:graphicData>
        </a:graphic>
      </p:graphicFrame>
      <p:sp>
        <p:nvSpPr>
          <p:cNvPr id="11" name="Text 8"/>
          <p:cNvSpPr txBox="1"/>
          <p:nvPr/>
        </p:nvSpPr>
        <p:spPr>
          <a:xfrm>
            <a:off x="3246120" y="1865376"/>
            <a:ext cx="2514600" cy="237744"/>
          </a:xfrm>
          <a:prstGeom prst="rect">
            <a:avLst/>
          </a:prstGeom>
          <a:noFill/>
          <a:ln/>
        </p:spPr>
        <p:txBody>
          <a:bodyPr wrap="square" lIns="0" tIns="0" rIns="0" bIns="0" rtlCol="0" anchor="ctr"/>
          <a:lstStyle/>
          <a:p>
            <a:pPr algn="ctr" indent="0" marL="0">
              <a:buNone/>
            </a:pPr>
            <a:r>
              <a:rPr lang="en-US" sz="950" b="1" dirty="0">
                <a:solidFill>
                  <a:srgbClr val="16305B"/>
                </a:solidFill>
                <a:latin typeface="Malgun Gothic" pitchFamily="34" charset="0"/>
                <a:ea typeface="Malgun Gothic" pitchFamily="34" charset="-122"/>
                <a:cs typeface="Malgun Gothic" pitchFamily="34" charset="-120"/>
              </a:rPr>
              <a:t>입구 유로 × 분기 입구 두께</a:t>
            </a:r>
            <a:endParaRPr lang="en-US" sz="950" dirty="0"/>
          </a:p>
        </p:txBody>
      </p:sp>
      <p:graphicFrame>
        <p:nvGraphicFramePr>
          <p:cNvPr id="12" name="Chart 1" descr=""/>
          <p:cNvGraphicFramePr/>
          <p:nvPr/>
        </p:nvGraphicFramePr>
        <p:xfrm>
          <a:off x="3246120" y="2103120"/>
          <a:ext cx="2514600" cy="2834640"/>
        </p:xfrm>
        <a:graphic xmlns:a="http://schemas.openxmlformats.org/drawingml/2006/main">
          <a:graphicData uri="http://schemas.openxmlformats.org/drawingml/2006/chart">
            <c:chart xmlns:c="http://schemas.openxmlformats.org/drawingml/2006/chart" r:id="rId2"/>
          </a:graphicData>
        </a:graphic>
      </p:graphicFrame>
      <p:sp>
        <p:nvSpPr>
          <p:cNvPr id="13" name="Text 9"/>
          <p:cNvSpPr txBox="1"/>
          <p:nvPr/>
        </p:nvSpPr>
        <p:spPr>
          <a:xfrm>
            <a:off x="813816" y="5138928"/>
            <a:ext cx="4846320" cy="822960"/>
          </a:xfrm>
          <a:prstGeom prst="rect">
            <a:avLst/>
          </a:prstGeom>
          <a:noFill/>
          <a:ln/>
        </p:spPr>
        <p:txBody>
          <a:bodyPr wrap="square" lIns="0" tIns="0" rIns="0" bIns="0" rtlCol="0" anchor="ctr"/>
          <a:lstStyle/>
          <a:p>
            <a:pPr marL="342900" indent="-342900">
              <a:lnSpc>
                <a:spcPct val="115000"/>
              </a:lnSpc>
              <a:spcAft>
                <a:spcPts val="400"/>
              </a:spcAft>
              <a:buSzPct val="100000"/>
              <a:buChar char="•"/>
            </a:pPr>
            <a:r>
              <a:rPr lang="en-US" sz="900" dirty="0">
                <a:solidFill>
                  <a:srgbClr val="1C2733"/>
                </a:solidFill>
                <a:latin typeface="Malgun Gothic" pitchFamily="34" charset="0"/>
                <a:ea typeface="Malgun Gothic" pitchFamily="34" charset="-122"/>
                <a:cs typeface="Malgun Gothic" pitchFamily="34" charset="-120"/>
              </a:rPr>
              <a:t>왼쪽: 핀 갭 제약(핀이 많을수록 두께 상한이 낮아짐) 영역 안에만 분포</a:t>
            </a:r>
            <a:endParaRPr lang="en-US" sz="900" dirty="0"/>
          </a:p>
          <a:p>
            <a:pPr marL="342900" indent="-342900">
              <a:lnSpc>
                <a:spcPct val="115000"/>
              </a:lnSpc>
              <a:spcAft>
                <a:spcPts val="400"/>
              </a:spcAft>
              <a:buSzPct val="100000"/>
              <a:buChar char="•"/>
            </a:pPr>
            <a:r>
              <a:rPr lang="en-US" sz="900" dirty="0">
                <a:solidFill>
                  <a:srgbClr val="1C2733"/>
                </a:solidFill>
                <a:latin typeface="Malgun Gothic" pitchFamily="34" charset="0"/>
                <a:ea typeface="Malgun Gothic" pitchFamily="34" charset="-122"/>
                <a:cs typeface="Malgun Gothic" pitchFamily="34" charset="-120"/>
              </a:rPr>
              <a:t>오른쪽: 제약이 없는 변수 쌍은 설계공간 전체에 고르게 분포</a:t>
            </a:r>
            <a:endParaRPr lang="en-US" sz="900" dirty="0"/>
          </a:p>
        </p:txBody>
      </p:sp>
      <p:sp>
        <p:nvSpPr>
          <p:cNvPr id="14" name="Shape 10"/>
          <p:cNvSpPr/>
          <p:nvPr/>
        </p:nvSpPr>
        <p:spPr>
          <a:xfrm>
            <a:off x="6336792" y="1188720"/>
            <a:ext cx="5440680" cy="5074920"/>
          </a:xfrm>
          <a:prstGeom prst="roundRect">
            <a:avLst>
              <a:gd name="adj" fmla="val 1081"/>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15" name="Shape 11"/>
          <p:cNvSpPr/>
          <p:nvPr/>
        </p:nvSpPr>
        <p:spPr>
          <a:xfrm>
            <a:off x="6592824" y="1463040"/>
            <a:ext cx="82296" cy="182880"/>
          </a:xfrm>
          <a:prstGeom prst="rect">
            <a:avLst/>
          </a:prstGeom>
          <a:solidFill>
            <a:srgbClr val="00A3C4"/>
          </a:solidFill>
          <a:ln w="12700">
            <a:solidFill>
              <a:srgbClr val="00A3C4"/>
            </a:solidFill>
            <a:prstDash val="solid"/>
          </a:ln>
        </p:spPr>
      </p:sp>
      <p:sp>
        <p:nvSpPr>
          <p:cNvPr id="16" name="Text 12"/>
          <p:cNvSpPr txBox="1"/>
          <p:nvPr/>
        </p:nvSpPr>
        <p:spPr>
          <a:xfrm>
            <a:off x="6757416" y="1371600"/>
            <a:ext cx="4480560" cy="365760"/>
          </a:xfrm>
          <a:prstGeom prst="rect">
            <a:avLst/>
          </a:prstGeom>
          <a:noFill/>
          <a:ln/>
        </p:spPr>
        <p:txBody>
          <a:bodyPr wrap="square" lIns="0" tIns="0" rIns="0" bIns="0" rtlCol="0" anchor="ctr"/>
          <a:lstStyle/>
          <a:p>
            <a:pPr indent="0" marL="0">
              <a:buNone/>
            </a:pPr>
            <a:r>
              <a:rPr lang="en-US" sz="1300" b="1" dirty="0">
                <a:solidFill>
                  <a:srgbClr val="16305B"/>
                </a:solidFill>
                <a:latin typeface="Malgun Gothic" pitchFamily="34" charset="0"/>
                <a:ea typeface="Malgun Gothic" pitchFamily="34" charset="-122"/>
                <a:cs typeface="Malgun Gothic" pitchFamily="34" charset="-120"/>
              </a:rPr>
              <a:t>실험계획 요약</a:t>
            </a:r>
            <a:endParaRPr lang="en-US" sz="1300" dirty="0"/>
          </a:p>
        </p:txBody>
      </p:sp>
      <p:sp>
        <p:nvSpPr>
          <p:cNvPr id="17" name="Shape 13"/>
          <p:cNvSpPr/>
          <p:nvPr/>
        </p:nvSpPr>
        <p:spPr>
          <a:xfrm>
            <a:off x="6647688" y="1883664"/>
            <a:ext cx="1481328" cy="914400"/>
          </a:xfrm>
          <a:prstGeom prst="roundRect">
            <a:avLst>
              <a:gd name="adj" fmla="val 7000"/>
            </a:avLst>
          </a:prstGeom>
          <a:solidFill>
            <a:srgbClr val="EEF2F7"/>
          </a:solidFill>
          <a:ln w="12700">
            <a:solidFill>
              <a:srgbClr val="EEF2F7"/>
            </a:solidFill>
            <a:prstDash val="solid"/>
          </a:ln>
        </p:spPr>
      </p:sp>
      <p:sp>
        <p:nvSpPr>
          <p:cNvPr id="18" name="Text 14"/>
          <p:cNvSpPr txBox="1"/>
          <p:nvPr/>
        </p:nvSpPr>
        <p:spPr>
          <a:xfrm>
            <a:off x="6647688" y="1920240"/>
            <a:ext cx="1481328" cy="530352"/>
          </a:xfrm>
          <a:prstGeom prst="rect">
            <a:avLst/>
          </a:prstGeom>
          <a:noFill/>
          <a:ln/>
        </p:spPr>
        <p:txBody>
          <a:bodyPr wrap="square" lIns="0" tIns="0" rIns="0" bIns="0" rtlCol="0" anchor="ctr"/>
          <a:lstStyle/>
          <a:p>
            <a:pPr algn="ctr" indent="0" marL="0">
              <a:buNone/>
            </a:pPr>
            <a:r>
              <a:rPr lang="en-US" sz="2600" b="1" dirty="0">
                <a:solidFill>
                  <a:srgbClr val="16305B"/>
                </a:solidFill>
                <a:latin typeface="Malgun Gothic" pitchFamily="34" charset="0"/>
                <a:ea typeface="Malgun Gothic" pitchFamily="34" charset="-122"/>
                <a:cs typeface="Malgun Gothic" pitchFamily="34" charset="-120"/>
              </a:rPr>
              <a:t>8</a:t>
            </a:r>
            <a:endParaRPr lang="en-US" sz="2600" dirty="0"/>
          </a:p>
        </p:txBody>
      </p:sp>
      <p:sp>
        <p:nvSpPr>
          <p:cNvPr id="19" name="Text 15"/>
          <p:cNvSpPr txBox="1"/>
          <p:nvPr/>
        </p:nvSpPr>
        <p:spPr>
          <a:xfrm>
            <a:off x="6647688" y="2450592"/>
            <a:ext cx="1481328" cy="274320"/>
          </a:xfrm>
          <a:prstGeom prst="rect">
            <a:avLst/>
          </a:prstGeom>
          <a:noFill/>
          <a:ln/>
        </p:spPr>
        <p:txBody>
          <a:bodyPr wrap="square" lIns="0" tIns="0" rIns="0" bIns="0" rtlCol="0" anchor="ctr"/>
          <a:lstStyle/>
          <a:p>
            <a:pPr algn="ctr" indent="0" marL="0">
              <a:buNone/>
            </a:pPr>
            <a:r>
              <a:rPr lang="en-US" sz="900" dirty="0">
                <a:solidFill>
                  <a:srgbClr val="6B7A8F"/>
                </a:solidFill>
                <a:latin typeface="Malgun Gothic" pitchFamily="34" charset="0"/>
                <a:ea typeface="Malgun Gothic" pitchFamily="34" charset="-122"/>
                <a:cs typeface="Malgun Gothic" pitchFamily="34" charset="-120"/>
              </a:rPr>
              <a:t>활성 변수</a:t>
            </a:r>
            <a:endParaRPr lang="en-US" sz="900" dirty="0"/>
          </a:p>
        </p:txBody>
      </p:sp>
      <p:sp>
        <p:nvSpPr>
          <p:cNvPr id="20" name="Shape 16"/>
          <p:cNvSpPr/>
          <p:nvPr/>
        </p:nvSpPr>
        <p:spPr>
          <a:xfrm>
            <a:off x="8293608" y="1883664"/>
            <a:ext cx="1481328" cy="914400"/>
          </a:xfrm>
          <a:prstGeom prst="roundRect">
            <a:avLst>
              <a:gd name="adj" fmla="val 7000"/>
            </a:avLst>
          </a:prstGeom>
          <a:solidFill>
            <a:srgbClr val="16305B"/>
          </a:solidFill>
          <a:ln w="12700">
            <a:solidFill>
              <a:srgbClr val="16305B"/>
            </a:solidFill>
            <a:prstDash val="solid"/>
          </a:ln>
        </p:spPr>
      </p:sp>
      <p:sp>
        <p:nvSpPr>
          <p:cNvPr id="21" name="Text 17"/>
          <p:cNvSpPr txBox="1"/>
          <p:nvPr/>
        </p:nvSpPr>
        <p:spPr>
          <a:xfrm>
            <a:off x="8293608" y="1920240"/>
            <a:ext cx="1481328" cy="530352"/>
          </a:xfrm>
          <a:prstGeom prst="rect">
            <a:avLst/>
          </a:prstGeom>
          <a:noFill/>
          <a:ln/>
        </p:spPr>
        <p:txBody>
          <a:bodyPr wrap="square" lIns="0" tIns="0" rIns="0" bIns="0" rtlCol="0" anchor="ctr"/>
          <a:lstStyle/>
          <a:p>
            <a:pPr algn="ctr" indent="0" marL="0">
              <a:buNone/>
            </a:pPr>
            <a:r>
              <a:rPr lang="en-US" sz="2600" b="1" dirty="0">
                <a:solidFill>
                  <a:srgbClr val="FFFFFF"/>
                </a:solidFill>
                <a:latin typeface="Malgun Gothic" pitchFamily="34" charset="0"/>
                <a:ea typeface="Malgun Gothic" pitchFamily="34" charset="-122"/>
                <a:cs typeface="Malgun Gothic" pitchFamily="34" charset="-120"/>
              </a:rPr>
              <a:t>80</a:t>
            </a:r>
            <a:endParaRPr lang="en-US" sz="2600" dirty="0"/>
          </a:p>
        </p:txBody>
      </p:sp>
      <p:sp>
        <p:nvSpPr>
          <p:cNvPr id="22" name="Text 18"/>
          <p:cNvSpPr txBox="1"/>
          <p:nvPr/>
        </p:nvSpPr>
        <p:spPr>
          <a:xfrm>
            <a:off x="8293608" y="2450592"/>
            <a:ext cx="1481328" cy="274320"/>
          </a:xfrm>
          <a:prstGeom prst="rect">
            <a:avLst/>
          </a:prstGeom>
          <a:noFill/>
          <a:ln/>
        </p:spPr>
        <p:txBody>
          <a:bodyPr wrap="square" lIns="0" tIns="0" rIns="0" bIns="0" rtlCol="0" anchor="ctr"/>
          <a:lstStyle/>
          <a:p>
            <a:pPr algn="ctr" indent="0" marL="0">
              <a:buNone/>
            </a:pPr>
            <a:r>
              <a:rPr lang="en-US" sz="900" dirty="0">
                <a:solidFill>
                  <a:srgbClr val="CFE0F2"/>
                </a:solidFill>
                <a:latin typeface="Malgun Gothic" pitchFamily="34" charset="0"/>
                <a:ea typeface="Malgun Gothic" pitchFamily="34" charset="-122"/>
                <a:cs typeface="Malgun Gothic" pitchFamily="34" charset="-120"/>
              </a:rPr>
              <a:t>실험점 (10 × 8)</a:t>
            </a:r>
            <a:endParaRPr lang="en-US" sz="900" dirty="0"/>
          </a:p>
        </p:txBody>
      </p:sp>
      <p:sp>
        <p:nvSpPr>
          <p:cNvPr id="23" name="Shape 19"/>
          <p:cNvSpPr/>
          <p:nvPr/>
        </p:nvSpPr>
        <p:spPr>
          <a:xfrm>
            <a:off x="9939528" y="1883664"/>
            <a:ext cx="1481328" cy="914400"/>
          </a:xfrm>
          <a:prstGeom prst="roundRect">
            <a:avLst>
              <a:gd name="adj" fmla="val 7000"/>
            </a:avLst>
          </a:prstGeom>
          <a:solidFill>
            <a:srgbClr val="EEF2F7"/>
          </a:solidFill>
          <a:ln w="12700">
            <a:solidFill>
              <a:srgbClr val="EEF2F7"/>
            </a:solidFill>
            <a:prstDash val="solid"/>
          </a:ln>
        </p:spPr>
      </p:sp>
      <p:sp>
        <p:nvSpPr>
          <p:cNvPr id="24" name="Text 20"/>
          <p:cNvSpPr txBox="1"/>
          <p:nvPr/>
        </p:nvSpPr>
        <p:spPr>
          <a:xfrm>
            <a:off x="9939528" y="1920240"/>
            <a:ext cx="1481328" cy="530352"/>
          </a:xfrm>
          <a:prstGeom prst="rect">
            <a:avLst/>
          </a:prstGeom>
          <a:noFill/>
          <a:ln/>
        </p:spPr>
        <p:txBody>
          <a:bodyPr wrap="square" lIns="0" tIns="0" rIns="0" bIns="0" rtlCol="0" anchor="ctr"/>
          <a:lstStyle/>
          <a:p>
            <a:pPr algn="ctr" indent="0" marL="0">
              <a:buNone/>
            </a:pPr>
            <a:r>
              <a:rPr lang="en-US" sz="2600" b="1" dirty="0">
                <a:solidFill>
                  <a:srgbClr val="16305B"/>
                </a:solidFill>
                <a:latin typeface="Malgun Gothic" pitchFamily="34" charset="0"/>
                <a:ea typeface="Malgun Gothic" pitchFamily="34" charset="-122"/>
                <a:cs typeface="Malgun Gothic" pitchFamily="34" charset="-120"/>
              </a:rPr>
              <a:t>3</a:t>
            </a:r>
            <a:endParaRPr lang="en-US" sz="2600" dirty="0"/>
          </a:p>
        </p:txBody>
      </p:sp>
      <p:sp>
        <p:nvSpPr>
          <p:cNvPr id="25" name="Text 21"/>
          <p:cNvSpPr txBox="1"/>
          <p:nvPr/>
        </p:nvSpPr>
        <p:spPr>
          <a:xfrm>
            <a:off x="9939528" y="2450592"/>
            <a:ext cx="1481328" cy="274320"/>
          </a:xfrm>
          <a:prstGeom prst="rect">
            <a:avLst/>
          </a:prstGeom>
          <a:noFill/>
          <a:ln/>
        </p:spPr>
        <p:txBody>
          <a:bodyPr wrap="square" lIns="0" tIns="0" rIns="0" bIns="0" rtlCol="0" anchor="ctr"/>
          <a:lstStyle/>
          <a:p>
            <a:pPr algn="ctr" indent="0" marL="0">
              <a:buNone/>
            </a:pPr>
            <a:r>
              <a:rPr lang="en-US" sz="900" dirty="0">
                <a:solidFill>
                  <a:srgbClr val="6B7A8F"/>
                </a:solidFill>
                <a:latin typeface="Malgun Gothic" pitchFamily="34" charset="0"/>
                <a:ea typeface="Malgun Gothic" pitchFamily="34" charset="-122"/>
                <a:cs typeface="Malgun Gothic" pitchFamily="34" charset="-120"/>
              </a:rPr>
              <a:t>고정 변수</a:t>
            </a:r>
            <a:endParaRPr lang="en-US" sz="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647688" y="2999232"/>
          <a:ext cx="4846320" cy="914400"/>
        </p:xfrm>
        <a:graphic>
          <a:graphicData uri="http://schemas.openxmlformats.org/drawingml/2006/table">
            <a:tbl>
              <a:tblPr/>
              <a:tblGrid>
                <a:gridCol w="1097280"/>
                <a:gridCol w="3749040"/>
              </a:tblGrid>
              <a:tr h="329184">
                <a:tc>
                  <a:txBody>
                    <a:bodyP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구분</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c>
                  <a:txBody>
                    <a:bodyP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내용</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r>
              <a:tr h="329184">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활성 변수</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입구 유로 · 분기 입구 · 중간 유로 · 중간 입구 두께</a:t>
                      </a:r>
                      <a:endParaRPr lang="en-US" sz="950" dirty="0">
                        <a:latin typeface="Malgun Gothic" charset="0"/>
                        <a:ea typeface="Malgun Gothic" charset="0"/>
                        <a:cs typeface="Malgun Gothic" charset="0"/>
                      </a:endParaRPr>
                    </a:p>
                    <a:p>
                      <a:pPr indent="0" marL="0">
                        <a:buNone/>
                      </a:pPr>
                      <a:r>
                        <a:rPr lang="en-US" sz="950" dirty="0">
                          <a:solidFill>
                            <a:srgbClr val="1C2733"/>
                          </a:solidFill>
                          <a:latin typeface="Malgun Gothic" pitchFamily="34" charset="0"/>
                          <a:ea typeface="Malgun Gothic" pitchFamily="34" charset="-122"/>
                          <a:cs typeface="Malgun Gothic" pitchFamily="34" charset="-120"/>
                        </a:rPr>
                        <a:t>1차 · 2차 핀 두께 · 개수</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329184">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고정 변수</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입구 각도 150° · 중간 각도 115° · 출구 유로 35 mm</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329184">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실험계획법</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최적라틴방격법(OLHD) — 각 변수 범위를 80구간으로 나눠</a:t>
                      </a:r>
                      <a:endParaRPr lang="en-US" sz="950" dirty="0">
                        <a:latin typeface="Malgun Gothic" charset="0"/>
                        <a:ea typeface="Malgun Gothic" charset="0"/>
                        <a:cs typeface="Malgun Gothic" charset="0"/>
                      </a:endParaRPr>
                    </a:p>
                    <a:p>
                      <a:pPr indent="0" marL="0">
                        <a:buNone/>
                      </a:pPr>
                      <a:r>
                        <a:rPr lang="en-US" sz="950" dirty="0">
                          <a:solidFill>
                            <a:srgbClr val="1C2733"/>
                          </a:solidFill>
                          <a:latin typeface="Malgun Gothic" pitchFamily="34" charset="0"/>
                          <a:ea typeface="Malgun Gothic" pitchFamily="34" charset="-122"/>
                          <a:cs typeface="Malgun Gothic" pitchFamily="34" charset="-120"/>
                        </a:rPr>
                        <a:t>구간마다 한 점씩 + 점 간 최소 거리 최대화 → 균일 분포</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bl>
          </a:graphicData>
        </a:graphic>
      </p:graphicFrame>
      <p:sp>
        <p:nvSpPr>
          <p:cNvPr id="27" name="Shape 22"/>
          <p:cNvSpPr/>
          <p:nvPr/>
        </p:nvSpPr>
        <p:spPr>
          <a:xfrm>
            <a:off x="6647688" y="4864608"/>
            <a:ext cx="4846320" cy="1097280"/>
          </a:xfrm>
          <a:prstGeom prst="roundRect">
            <a:avLst>
              <a:gd name="adj" fmla="val 5000"/>
            </a:avLst>
          </a:prstGeom>
          <a:solidFill>
            <a:srgbClr val="E8F6FA"/>
          </a:solidFill>
          <a:ln w="9525">
            <a:solidFill>
              <a:srgbClr val="00A3C4"/>
            </a:solidFill>
            <a:prstDash val="solid"/>
          </a:ln>
        </p:spPr>
      </p:sp>
      <p:sp>
        <p:nvSpPr>
          <p:cNvPr id="28" name="Text 23"/>
          <p:cNvSpPr txBox="1"/>
          <p:nvPr/>
        </p:nvSpPr>
        <p:spPr>
          <a:xfrm>
            <a:off x="6793992" y="4864608"/>
            <a:ext cx="4572000" cy="1097280"/>
          </a:xfrm>
          <a:prstGeom prst="rect">
            <a:avLst/>
          </a:prstGeom>
          <a:noFill/>
          <a:ln/>
        </p:spPr>
        <p:txBody>
          <a:bodyPr wrap="square" lIns="0" tIns="0" rIns="0" bIns="0" rtlCol="0" anchor="ctr"/>
          <a:lstStyle/>
          <a:p>
            <a:pPr indent="0" marL="0">
              <a:lnSpc>
                <a:spcPct val="120000"/>
              </a:lnSpc>
              <a:spcAft>
                <a:spcPts val="200"/>
              </a:spcAft>
              <a:buNone/>
            </a:pPr>
            <a:r>
              <a:rPr lang="en-US" sz="930" b="1" dirty="0">
                <a:solidFill>
                  <a:srgbClr val="16305B"/>
                </a:solidFill>
                <a:latin typeface="Malgun Gothic" pitchFamily="34" charset="0"/>
                <a:ea typeface="Malgun Gothic" pitchFamily="34" charset="-122"/>
                <a:cs typeface="Malgun Gothic" pitchFamily="34" charset="-120"/>
              </a:rPr>
              <a:t>핀 개수를 먼저 고르게 배치</a:t>
            </a:r>
            <a:endParaRPr lang="en-US" sz="930" dirty="0"/>
          </a:p>
          <a:p>
            <a:pPr indent="0" marL="0">
              <a:lnSpc>
                <a:spcPct val="120000"/>
              </a:lnSpc>
              <a:spcAft>
                <a:spcPts val="200"/>
              </a:spcAft>
              <a:buNone/>
            </a:pPr>
            <a:r>
              <a:rPr lang="en-US" sz="930" dirty="0">
                <a:solidFill>
                  <a:srgbClr val="1C2733"/>
                </a:solidFill>
                <a:latin typeface="Malgun Gothic" pitchFamily="34" charset="0"/>
                <a:ea typeface="Malgun Gothic" pitchFamily="34" charset="-122"/>
                <a:cs typeface="Malgun Gothic" pitchFamily="34" charset="-120"/>
              </a:rPr>
              <a:t>핀 개수가 가장 중요한 변수라서 10~24개 전 범위에 고르게 먼저 두고, 두께는 그 개수에서 만들 수 있는 범위로 맞춤</a:t>
            </a:r>
            <a:endParaRPr lang="en-US" sz="930" dirty="0"/>
          </a:p>
          <a:p>
            <a:pPr indent="0" marL="0">
              <a:lnSpc>
                <a:spcPct val="120000"/>
              </a:lnSpc>
              <a:spcAft>
                <a:spcPts val="200"/>
              </a:spcAft>
              <a:buNone/>
            </a:pPr>
            <a:r>
              <a:rPr lang="en-US" sz="930" dirty="0">
                <a:solidFill>
                  <a:srgbClr val="6B7A8F"/>
                </a:solidFill>
                <a:latin typeface="Malgun Gothic" pitchFamily="34" charset="0"/>
                <a:ea typeface="Malgun Gothic" pitchFamily="34" charset="-122"/>
                <a:cs typeface="Malgun Gothic" pitchFamily="34" charset="-120"/>
              </a:rPr>
              <a:t>두께를 먼저 정하면 22~24개 설계가 80점 중 1~2점밖에 안 나옴</a:t>
            </a:r>
            <a:endParaRPr lang="en-US" sz="93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5F8"/>
        </a:solidFill>
      </p:bgPr>
    </p:bg>
    <p:spTree>
      <p:nvGrpSpPr>
        <p:cNvPr id="1" name=""/>
        <p:cNvGrpSpPr/>
        <p:nvPr/>
      </p:nvGrpSpPr>
      <p:grpSpPr>
        <a:xfrm>
          <a:off x="0" y="0"/>
          <a:ext cx="0" cy="0"/>
          <a:chOff x="0" y="0"/>
          <a:chExt cx="0" cy="0"/>
        </a:xfrm>
      </p:grpSpPr>
      <p:sp>
        <p:nvSpPr>
          <p:cNvPr id="2" name="Shape 0"/>
          <p:cNvSpPr/>
          <p:nvPr/>
        </p:nvSpPr>
        <p:spPr>
          <a:xfrm>
            <a:off x="502920" y="384048"/>
            <a:ext cx="475488" cy="475488"/>
          </a:xfrm>
          <a:prstGeom prst="rect">
            <a:avLst/>
          </a:prstGeom>
          <a:solidFill>
            <a:srgbClr val="16305B"/>
          </a:solidFill>
          <a:ln w="12700">
            <a:solidFill>
              <a:srgbClr val="16305B"/>
            </a:solidFill>
            <a:prstDash val="solid"/>
          </a:ln>
        </p:spPr>
      </p:sp>
      <p:sp>
        <p:nvSpPr>
          <p:cNvPr id="3" name="Text 1"/>
          <p:cNvSpPr txBox="1"/>
          <p:nvPr/>
        </p:nvSpPr>
        <p:spPr>
          <a:xfrm>
            <a:off x="502920" y="38404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04</a:t>
            </a:r>
            <a:endParaRPr lang="en-US" sz="1600" dirty="0"/>
          </a:p>
        </p:txBody>
      </p:sp>
      <p:sp>
        <p:nvSpPr>
          <p:cNvPr id="4" name="Text 2"/>
          <p:cNvSpPr txBox="1"/>
          <p:nvPr/>
        </p:nvSpPr>
        <p:spPr>
          <a:xfrm>
            <a:off x="1124712" y="365760"/>
            <a:ext cx="7315200" cy="237744"/>
          </a:xfrm>
          <a:prstGeom prst="rect">
            <a:avLst/>
          </a:prstGeom>
          <a:noFill/>
          <a:ln/>
        </p:spPr>
        <p:txBody>
          <a:bodyPr wrap="square" lIns="0" tIns="0" rIns="0" bIns="0" rtlCol="0" anchor="ctr"/>
          <a:lstStyle/>
          <a:p>
            <a:pPr indent="0" marL="0">
              <a:buNone/>
            </a:pPr>
            <a:r>
              <a:rPr lang="en-US" sz="1050" b="1" spc="100" kern="0" dirty="0">
                <a:solidFill>
                  <a:srgbClr val="00A3C4"/>
                </a:solidFill>
                <a:latin typeface="Malgun Gothic" pitchFamily="34" charset="0"/>
                <a:ea typeface="Malgun Gothic" pitchFamily="34" charset="-122"/>
                <a:cs typeface="Malgun Gothic" pitchFamily="34" charset="-120"/>
              </a:rPr>
              <a:t>머신러닝 대리모델 구축</a:t>
            </a:r>
            <a:endParaRPr lang="en-US" sz="1050" dirty="0"/>
          </a:p>
        </p:txBody>
      </p:sp>
      <p:sp>
        <p:nvSpPr>
          <p:cNvPr id="5" name="Text 3"/>
          <p:cNvSpPr txBox="1"/>
          <p:nvPr/>
        </p:nvSpPr>
        <p:spPr>
          <a:xfrm>
            <a:off x="1124712" y="548640"/>
            <a:ext cx="10607040" cy="384048"/>
          </a:xfrm>
          <a:prstGeom prst="rect">
            <a:avLst/>
          </a:prstGeom>
          <a:noFill/>
          <a:ln/>
        </p:spPr>
        <p:txBody>
          <a:bodyPr wrap="square" lIns="0" tIns="0" rIns="0" bIns="0" rtlCol="0" anchor="ctr"/>
          <a:lstStyle/>
          <a:p>
            <a:pPr indent="0" marL="0">
              <a:buNone/>
            </a:pPr>
            <a:r>
              <a:rPr lang="en-US" sz="2200" b="1" dirty="0">
                <a:solidFill>
                  <a:srgbClr val="16305B"/>
                </a:solidFill>
                <a:latin typeface="Malgun Gothic" pitchFamily="34" charset="0"/>
                <a:ea typeface="Malgun Gothic" pitchFamily="34" charset="-122"/>
                <a:cs typeface="Malgun Gothic" pitchFamily="34" charset="-120"/>
              </a:rPr>
              <a:t>대리모델  —  가우시안 프로세스 회귀 (GPR)</a:t>
            </a:r>
            <a:endParaRPr lang="en-US" sz="2200" dirty="0"/>
          </a:p>
        </p:txBody>
      </p:sp>
      <p:sp>
        <p:nvSpPr>
          <p:cNvPr id="6" name="Shape 4"/>
          <p:cNvSpPr/>
          <p:nvPr/>
        </p:nvSpPr>
        <p:spPr>
          <a:xfrm>
            <a:off x="502920" y="1188720"/>
            <a:ext cx="5440680" cy="5074920"/>
          </a:xfrm>
          <a:prstGeom prst="roundRect">
            <a:avLst>
              <a:gd name="adj" fmla="val 1081"/>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7" name="Shape 5"/>
          <p:cNvSpPr/>
          <p:nvPr/>
        </p:nvSpPr>
        <p:spPr>
          <a:xfrm>
            <a:off x="758952" y="1463040"/>
            <a:ext cx="82296" cy="182880"/>
          </a:xfrm>
          <a:prstGeom prst="rect">
            <a:avLst/>
          </a:prstGeom>
          <a:solidFill>
            <a:srgbClr val="00A3C4"/>
          </a:solidFill>
          <a:ln w="12700">
            <a:solidFill>
              <a:srgbClr val="00A3C4"/>
            </a:solidFill>
            <a:prstDash val="solid"/>
          </a:ln>
        </p:spPr>
      </p:sp>
      <p:sp>
        <p:nvSpPr>
          <p:cNvPr id="8" name="Text 6"/>
          <p:cNvSpPr txBox="1"/>
          <p:nvPr/>
        </p:nvSpPr>
        <p:spPr>
          <a:xfrm>
            <a:off x="923544" y="1371600"/>
            <a:ext cx="4480560" cy="365760"/>
          </a:xfrm>
          <a:prstGeom prst="rect">
            <a:avLst/>
          </a:prstGeom>
          <a:noFill/>
          <a:ln/>
        </p:spPr>
        <p:txBody>
          <a:bodyPr wrap="square" lIns="0" tIns="0" rIns="0" bIns="0" rtlCol="0" anchor="ctr"/>
          <a:lstStyle/>
          <a:p>
            <a:pPr indent="0" marL="0">
              <a:buNone/>
            </a:pPr>
            <a:r>
              <a:rPr lang="en-US" sz="1300" b="1" dirty="0">
                <a:solidFill>
                  <a:srgbClr val="16305B"/>
                </a:solidFill>
                <a:latin typeface="Malgun Gothic" pitchFamily="34" charset="0"/>
                <a:ea typeface="Malgun Gothic" pitchFamily="34" charset="-122"/>
                <a:cs typeface="Malgun Gothic" pitchFamily="34" charset="-120"/>
              </a:rPr>
              <a:t>개념  —  예측값과 불확실성을 함께 제공</a:t>
            </a:r>
            <a:endParaRPr lang="en-US" sz="1300" dirty="0"/>
          </a:p>
        </p:txBody>
      </p:sp>
      <p:sp>
        <p:nvSpPr>
          <p:cNvPr id="9" name="Shape 7"/>
          <p:cNvSpPr/>
          <p:nvPr/>
        </p:nvSpPr>
        <p:spPr>
          <a:xfrm>
            <a:off x="1005840" y="2057400"/>
            <a:ext cx="4480560" cy="2514600"/>
          </a:xfrm>
          <a:prstGeom prst="rect">
            <a:avLst/>
          </a:prstGeom>
          <a:solidFill>
            <a:srgbClr val="FAFBFD"/>
          </a:solidFill>
          <a:ln w="9525">
            <a:solidFill>
              <a:srgbClr val="DDE3EB"/>
            </a:solidFill>
            <a:prstDash val="solid"/>
          </a:ln>
        </p:spPr>
      </p:sp>
      <p:sp>
        <p:nvSpPr>
          <p:cNvPr id="10" name="Shape 8"/>
          <p:cNvSpPr/>
          <p:nvPr/>
        </p:nvSpPr>
        <p:spPr>
          <a:xfrm>
            <a:off x="1005840" y="2057400"/>
            <a:ext cx="4480560" cy="2514600"/>
          </a:xfrm>
          <a:custGeom>
            <a:avLst/>
            <a:gdLst/>
            <a:ahLst/>
            <a:cxnLst/>
            <a:rect l="l" t="t" r="r" b="b"/>
            <a:pathLst>
              <a:path w="4480560" h="2514600">
                <a:moveTo>
                  <a:pt x="0" y="1105074"/>
                </a:moveTo>
                <a:lnTo>
                  <a:pt x="56007" y="1213199"/>
                </a:lnTo>
                <a:lnTo>
                  <a:pt x="112014" y="1320925"/>
                </a:lnTo>
                <a:lnTo>
                  <a:pt x="168021" y="1424712"/>
                </a:lnTo>
                <a:lnTo>
                  <a:pt x="224028" y="1520172"/>
                </a:lnTo>
                <a:lnTo>
                  <a:pt x="280035" y="1386990"/>
                </a:lnTo>
                <a:lnTo>
                  <a:pt x="336042" y="1257524"/>
                </a:lnTo>
                <a:lnTo>
                  <a:pt x="392049" y="1136714"/>
                </a:lnTo>
                <a:lnTo>
                  <a:pt x="448056" y="1028762"/>
                </a:lnTo>
                <a:lnTo>
                  <a:pt x="504063" y="937158"/>
                </a:lnTo>
                <a:lnTo>
                  <a:pt x="560070" y="864720"/>
                </a:lnTo>
                <a:lnTo>
                  <a:pt x="616077" y="813620"/>
                </a:lnTo>
                <a:lnTo>
                  <a:pt x="672084" y="785388"/>
                </a:lnTo>
                <a:lnTo>
                  <a:pt x="728091" y="780880"/>
                </a:lnTo>
                <a:lnTo>
                  <a:pt x="784098" y="800197"/>
                </a:lnTo>
                <a:lnTo>
                  <a:pt x="840105" y="842546"/>
                </a:lnTo>
                <a:lnTo>
                  <a:pt x="896112" y="906037"/>
                </a:lnTo>
                <a:lnTo>
                  <a:pt x="952119" y="987421"/>
                </a:lnTo>
                <a:lnTo>
                  <a:pt x="1008126" y="1005237"/>
                </a:lnTo>
                <a:lnTo>
                  <a:pt x="1064133" y="923038"/>
                </a:lnTo>
                <a:lnTo>
                  <a:pt x="1120140" y="862076"/>
                </a:lnTo>
                <a:lnTo>
                  <a:pt x="1176147" y="826137"/>
                </a:lnTo>
                <a:lnTo>
                  <a:pt x="1232154" y="817439"/>
                </a:lnTo>
                <a:lnTo>
                  <a:pt x="1288161" y="836889"/>
                </a:lnTo>
                <a:lnTo>
                  <a:pt x="1344168" y="884243"/>
                </a:lnTo>
                <a:lnTo>
                  <a:pt x="1400175" y="958189"/>
                </a:lnTo>
                <a:lnTo>
                  <a:pt x="1456182" y="1056356"/>
                </a:lnTo>
                <a:lnTo>
                  <a:pt x="1512189" y="1175251"/>
                </a:lnTo>
                <a:lnTo>
                  <a:pt x="1568196" y="1310141"/>
                </a:lnTo>
                <a:lnTo>
                  <a:pt x="1624203" y="1454902"/>
                </a:lnTo>
                <a:lnTo>
                  <a:pt x="1680210" y="1601853"/>
                </a:lnTo>
                <a:lnTo>
                  <a:pt x="1736217" y="1655180"/>
                </a:lnTo>
                <a:lnTo>
                  <a:pt x="1792224" y="1657313"/>
                </a:lnTo>
                <a:lnTo>
                  <a:pt x="1848231" y="1674708"/>
                </a:lnTo>
                <a:lnTo>
                  <a:pt x="1904238" y="1709987"/>
                </a:lnTo>
                <a:lnTo>
                  <a:pt x="1960245" y="1763408"/>
                </a:lnTo>
                <a:lnTo>
                  <a:pt x="2016252" y="1833013"/>
                </a:lnTo>
                <a:lnTo>
                  <a:pt x="2072259" y="1914790"/>
                </a:lnTo>
                <a:lnTo>
                  <a:pt x="2128266" y="1934481"/>
                </a:lnTo>
                <a:lnTo>
                  <a:pt x="2184273" y="1835888"/>
                </a:lnTo>
                <a:lnTo>
                  <a:pt x="2240280" y="1719351"/>
                </a:lnTo>
                <a:lnTo>
                  <a:pt x="2296287" y="1591132"/>
                </a:lnTo>
                <a:lnTo>
                  <a:pt x="2352294" y="1456538"/>
                </a:lnTo>
                <a:lnTo>
                  <a:pt x="2408301" y="1319897"/>
                </a:lnTo>
                <a:lnTo>
                  <a:pt x="2464308" y="1184619"/>
                </a:lnTo>
                <a:lnTo>
                  <a:pt x="2520315" y="1053297"/>
                </a:lnTo>
                <a:lnTo>
                  <a:pt x="2576322" y="927834"/>
                </a:lnTo>
                <a:lnTo>
                  <a:pt x="2632329" y="809576"/>
                </a:lnTo>
                <a:lnTo>
                  <a:pt x="2688336" y="699433"/>
                </a:lnTo>
                <a:lnTo>
                  <a:pt x="2744343" y="597994"/>
                </a:lnTo>
                <a:lnTo>
                  <a:pt x="2800350" y="505625"/>
                </a:lnTo>
                <a:lnTo>
                  <a:pt x="2856357" y="422557"/>
                </a:lnTo>
                <a:lnTo>
                  <a:pt x="2912364" y="348954"/>
                </a:lnTo>
                <a:lnTo>
                  <a:pt x="2968371" y="284966"/>
                </a:lnTo>
                <a:lnTo>
                  <a:pt x="3024378" y="230775"/>
                </a:lnTo>
                <a:lnTo>
                  <a:pt x="3080385" y="186613"/>
                </a:lnTo>
                <a:lnTo>
                  <a:pt x="3136392" y="152779"/>
                </a:lnTo>
                <a:lnTo>
                  <a:pt x="3192399" y="129630"/>
                </a:lnTo>
                <a:lnTo>
                  <a:pt x="3248406" y="117554"/>
                </a:lnTo>
                <a:lnTo>
                  <a:pt x="3304413" y="116931"/>
                </a:lnTo>
                <a:lnTo>
                  <a:pt x="3360420" y="128059"/>
                </a:lnTo>
                <a:lnTo>
                  <a:pt x="3416427" y="151065"/>
                </a:lnTo>
                <a:lnTo>
                  <a:pt x="3472434" y="185772"/>
                </a:lnTo>
                <a:lnTo>
                  <a:pt x="3528441" y="231540"/>
                </a:lnTo>
                <a:lnTo>
                  <a:pt x="3584448" y="287065"/>
                </a:lnTo>
                <a:lnTo>
                  <a:pt x="3640455" y="350135"/>
                </a:lnTo>
                <a:lnTo>
                  <a:pt x="3696462" y="417337"/>
                </a:lnTo>
                <a:lnTo>
                  <a:pt x="3752469" y="370188"/>
                </a:lnTo>
                <a:lnTo>
                  <a:pt x="3808476" y="263714"/>
                </a:lnTo>
                <a:lnTo>
                  <a:pt x="3864483" y="182621"/>
                </a:lnTo>
                <a:lnTo>
                  <a:pt x="3920490" y="130079"/>
                </a:lnTo>
                <a:lnTo>
                  <a:pt x="3976497" y="107874"/>
                </a:lnTo>
                <a:lnTo>
                  <a:pt x="4032504" y="116581"/>
                </a:lnTo>
                <a:lnTo>
                  <a:pt x="4088511" y="155639"/>
                </a:lnTo>
                <a:lnTo>
                  <a:pt x="4144518" y="223332"/>
                </a:lnTo>
                <a:lnTo>
                  <a:pt x="4200525" y="316679"/>
                </a:lnTo>
                <a:lnTo>
                  <a:pt x="4256532" y="431228"/>
                </a:lnTo>
                <a:lnTo>
                  <a:pt x="4312539" y="355739"/>
                </a:lnTo>
                <a:lnTo>
                  <a:pt x="4368546" y="279962"/>
                </a:lnTo>
                <a:lnTo>
                  <a:pt x="4424553" y="207683"/>
                </a:lnTo>
                <a:lnTo>
                  <a:pt x="4480560" y="141382"/>
                </a:lnTo>
                <a:lnTo>
                  <a:pt x="4480560" y="981540"/>
                </a:lnTo>
                <a:lnTo>
                  <a:pt x="4424553" y="840944"/>
                </a:lnTo>
                <a:lnTo>
                  <a:pt x="4368546" y="699317"/>
                </a:lnTo>
                <a:lnTo>
                  <a:pt x="4312539" y="560941"/>
                </a:lnTo>
                <a:lnTo>
                  <a:pt x="4256532" y="431251"/>
                </a:lnTo>
                <a:lnTo>
                  <a:pt x="4200525" y="501223"/>
                </a:lnTo>
                <a:lnTo>
                  <a:pt x="4144518" y="560234"/>
                </a:lnTo>
                <a:lnTo>
                  <a:pt x="4088511" y="604058"/>
                </a:lnTo>
                <a:lnTo>
                  <a:pt x="4032504" y="629854"/>
                </a:lnTo>
                <a:lnTo>
                  <a:pt x="3976497" y="636140"/>
                </a:lnTo>
                <a:lnTo>
                  <a:pt x="3920490" y="622788"/>
                </a:lnTo>
                <a:lnTo>
                  <a:pt x="3864483" y="591012"/>
                </a:lnTo>
                <a:lnTo>
                  <a:pt x="3808476" y="543367"/>
                </a:lnTo>
                <a:lnTo>
                  <a:pt x="3752469" y="483742"/>
                </a:lnTo>
                <a:lnTo>
                  <a:pt x="3696462" y="497220"/>
                </a:lnTo>
                <a:lnTo>
                  <a:pt x="3640455" y="638482"/>
                </a:lnTo>
                <a:lnTo>
                  <a:pt x="3584448" y="787897"/>
                </a:lnTo>
                <a:lnTo>
                  <a:pt x="3528441" y="940455"/>
                </a:lnTo>
                <a:lnTo>
                  <a:pt x="3472434" y="1092192"/>
                </a:lnTo>
                <a:lnTo>
                  <a:pt x="3416427" y="1240096"/>
                </a:lnTo>
                <a:lnTo>
                  <a:pt x="3360420" y="1381973"/>
                </a:lnTo>
                <a:lnTo>
                  <a:pt x="3304413" y="1516314"/>
                </a:lnTo>
                <a:lnTo>
                  <a:pt x="3248406" y="1642144"/>
                </a:lnTo>
                <a:lnTo>
                  <a:pt x="3192399" y="1758897"/>
                </a:lnTo>
                <a:lnTo>
                  <a:pt x="3136392" y="1866293"/>
                </a:lnTo>
                <a:lnTo>
                  <a:pt x="3080385" y="1964235"/>
                </a:lnTo>
                <a:lnTo>
                  <a:pt x="3024378" y="2052723"/>
                </a:lnTo>
                <a:lnTo>
                  <a:pt x="2968371" y="2131776"/>
                </a:lnTo>
                <a:lnTo>
                  <a:pt x="2912364" y="2201379"/>
                </a:lnTo>
                <a:lnTo>
                  <a:pt x="2856357" y="2261434"/>
                </a:lnTo>
                <a:lnTo>
                  <a:pt x="2800350" y="2311731"/>
                </a:lnTo>
                <a:lnTo>
                  <a:pt x="2744343" y="2351931"/>
                </a:lnTo>
                <a:lnTo>
                  <a:pt x="2688336" y="2381567"/>
                </a:lnTo>
                <a:lnTo>
                  <a:pt x="2632329" y="2400054"/>
                </a:lnTo>
                <a:lnTo>
                  <a:pt x="2576322" y="2406726"/>
                </a:lnTo>
                <a:lnTo>
                  <a:pt x="2520315" y="2400896"/>
                </a:lnTo>
                <a:lnTo>
                  <a:pt x="2464308" y="2381933"/>
                </a:lnTo>
                <a:lnTo>
                  <a:pt x="2408301" y="2349385"/>
                </a:lnTo>
                <a:lnTo>
                  <a:pt x="2352294" y="2303132"/>
                </a:lnTo>
                <a:lnTo>
                  <a:pt x="2296287" y="2243585"/>
                </a:lnTo>
                <a:lnTo>
                  <a:pt x="2240280" y="2171936"/>
                </a:lnTo>
                <a:lnTo>
                  <a:pt x="2184273" y="2090463"/>
                </a:lnTo>
                <a:lnTo>
                  <a:pt x="2128266" y="2002891"/>
                </a:lnTo>
                <a:lnTo>
                  <a:pt x="2072259" y="2008097"/>
                </a:lnTo>
                <a:lnTo>
                  <a:pt x="2016252" y="2050146"/>
                </a:lnTo>
                <a:lnTo>
                  <a:pt x="1960245" y="2056679"/>
                </a:lnTo>
                <a:lnTo>
                  <a:pt x="1904238" y="2026558"/>
                </a:lnTo>
                <a:lnTo>
                  <a:pt x="1848231" y="1961152"/>
                </a:lnTo>
                <a:lnTo>
                  <a:pt x="1792224" y="1864177"/>
                </a:lnTo>
                <a:lnTo>
                  <a:pt x="1736217" y="1741636"/>
                </a:lnTo>
                <a:lnTo>
                  <a:pt x="1680210" y="1663196"/>
                </a:lnTo>
                <a:lnTo>
                  <a:pt x="1624203" y="1674293"/>
                </a:lnTo>
                <a:lnTo>
                  <a:pt x="1568196" y="1681918"/>
                </a:lnTo>
                <a:lnTo>
                  <a:pt x="1512189" y="1681016"/>
                </a:lnTo>
                <a:lnTo>
                  <a:pt x="1456182" y="1667950"/>
                </a:lnTo>
                <a:lnTo>
                  <a:pt x="1400175" y="1640386"/>
                </a:lnTo>
                <a:lnTo>
                  <a:pt x="1344168" y="1597184"/>
                </a:lnTo>
                <a:lnTo>
                  <a:pt x="1288161" y="1538313"/>
                </a:lnTo>
                <a:lnTo>
                  <a:pt x="1232154" y="1464803"/>
                </a:lnTo>
                <a:lnTo>
                  <a:pt x="1176147" y="1378726"/>
                </a:lnTo>
                <a:lnTo>
                  <a:pt x="1120140" y="1283208"/>
                </a:lnTo>
                <a:lnTo>
                  <a:pt x="1064133" y="1182450"/>
                </a:lnTo>
                <a:lnTo>
                  <a:pt x="1008126" y="1081741"/>
                </a:lnTo>
                <a:lnTo>
                  <a:pt x="952119" y="1102987"/>
                </a:lnTo>
                <a:lnTo>
                  <a:pt x="896112" y="1209130"/>
                </a:lnTo>
                <a:lnTo>
                  <a:pt x="840105" y="1316882"/>
                </a:lnTo>
                <a:lnTo>
                  <a:pt x="784098" y="1420384"/>
                </a:lnTo>
                <a:lnTo>
                  <a:pt x="728091" y="1514682"/>
                </a:lnTo>
                <a:lnTo>
                  <a:pt x="672084" y="1595675"/>
                </a:lnTo>
                <a:lnTo>
                  <a:pt x="616077" y="1660043"/>
                </a:lnTo>
                <a:lnTo>
                  <a:pt x="560070" y="1705191"/>
                </a:lnTo>
                <a:lnTo>
                  <a:pt x="504063" y="1729212"/>
                </a:lnTo>
                <a:lnTo>
                  <a:pt x="448056" y="1730904"/>
                </a:lnTo>
                <a:lnTo>
                  <a:pt x="392049" y="1709827"/>
                </a:lnTo>
                <a:lnTo>
                  <a:pt x="336042" y="1666434"/>
                </a:lnTo>
                <a:lnTo>
                  <a:pt x="280035" y="1602256"/>
                </a:lnTo>
                <a:lnTo>
                  <a:pt x="224028" y="1520195"/>
                </a:lnTo>
                <a:lnTo>
                  <a:pt x="168021" y="1651567"/>
                </a:lnTo>
                <a:lnTo>
                  <a:pt x="112014" y="1776273"/>
                </a:lnTo>
                <a:lnTo>
                  <a:pt x="56007" y="1891088"/>
                </a:lnTo>
                <a:lnTo>
                  <a:pt x="0" y="1994170"/>
                </a:lnTo>
                <a:close/>
              </a:path>
            </a:pathLst>
          </a:custGeom>
          <a:solidFill>
            <a:srgbClr val="00A3C4">
              <a:alpha val="28000"/>
            </a:srgbClr>
          </a:solidFill>
          <a:ln w="12700">
            <a:solidFill>
              <a:srgbClr val="00A3C4">
                <a:alpha val="0"/>
              </a:srgbClr>
            </a:solidFill>
            <a:prstDash val="solid"/>
          </a:ln>
        </p:spPr>
      </p:sp>
      <p:sp>
        <p:nvSpPr>
          <p:cNvPr id="11" name="Shape 9"/>
          <p:cNvSpPr/>
          <p:nvPr/>
        </p:nvSpPr>
        <p:spPr>
          <a:xfrm>
            <a:off x="1005840" y="2057400"/>
            <a:ext cx="4480560" cy="2514600"/>
          </a:xfrm>
          <a:custGeom>
            <a:avLst/>
            <a:gdLst/>
            <a:ahLst/>
            <a:cxnLst/>
            <a:rect l="l" t="t" r="r" b="b"/>
            <a:pathLst>
              <a:path w="4480560" h="2514600">
                <a:moveTo>
                  <a:pt x="0" y="1549622"/>
                </a:moveTo>
                <a:lnTo>
                  <a:pt x="56007" y="1552144"/>
                </a:lnTo>
                <a:lnTo>
                  <a:pt x="112014" y="1548599"/>
                </a:lnTo>
                <a:lnTo>
                  <a:pt x="168021" y="1538139"/>
                </a:lnTo>
                <a:lnTo>
                  <a:pt x="224028" y="1520183"/>
                </a:lnTo>
                <a:lnTo>
                  <a:pt x="280035" y="1494623"/>
                </a:lnTo>
                <a:lnTo>
                  <a:pt x="336042" y="1461979"/>
                </a:lnTo>
                <a:lnTo>
                  <a:pt x="392049" y="1423271"/>
                </a:lnTo>
                <a:lnTo>
                  <a:pt x="448056" y="1379833"/>
                </a:lnTo>
                <a:lnTo>
                  <a:pt x="504063" y="1333185"/>
                </a:lnTo>
                <a:lnTo>
                  <a:pt x="560070" y="1284955"/>
                </a:lnTo>
                <a:lnTo>
                  <a:pt x="616077" y="1236831"/>
                </a:lnTo>
                <a:lnTo>
                  <a:pt x="672084" y="1190531"/>
                </a:lnTo>
                <a:lnTo>
                  <a:pt x="728091" y="1147781"/>
                </a:lnTo>
                <a:lnTo>
                  <a:pt x="784098" y="1110290"/>
                </a:lnTo>
                <a:lnTo>
                  <a:pt x="840105" y="1079714"/>
                </a:lnTo>
                <a:lnTo>
                  <a:pt x="896112" y="1057583"/>
                </a:lnTo>
                <a:lnTo>
                  <a:pt x="952119" y="1045204"/>
                </a:lnTo>
                <a:lnTo>
                  <a:pt x="1008126" y="1043489"/>
                </a:lnTo>
                <a:lnTo>
                  <a:pt x="1064133" y="1052744"/>
                </a:lnTo>
                <a:lnTo>
                  <a:pt x="1120140" y="1072642"/>
                </a:lnTo>
                <a:lnTo>
                  <a:pt x="1176147" y="1102431"/>
                </a:lnTo>
                <a:lnTo>
                  <a:pt x="1232154" y="1141121"/>
                </a:lnTo>
                <a:lnTo>
                  <a:pt x="1288161" y="1187601"/>
                </a:lnTo>
                <a:lnTo>
                  <a:pt x="1344168" y="1240714"/>
                </a:lnTo>
                <a:lnTo>
                  <a:pt x="1400175" y="1299288"/>
                </a:lnTo>
                <a:lnTo>
                  <a:pt x="1456182" y="1362153"/>
                </a:lnTo>
                <a:lnTo>
                  <a:pt x="1512189" y="1428133"/>
                </a:lnTo>
                <a:lnTo>
                  <a:pt x="1568196" y="1496029"/>
                </a:lnTo>
                <a:lnTo>
                  <a:pt x="1624203" y="1564598"/>
                </a:lnTo>
                <a:lnTo>
                  <a:pt x="1680210" y="1632524"/>
                </a:lnTo>
                <a:lnTo>
                  <a:pt x="1736217" y="1698408"/>
                </a:lnTo>
                <a:lnTo>
                  <a:pt x="1792224" y="1760745"/>
                </a:lnTo>
                <a:lnTo>
                  <a:pt x="1848231" y="1817930"/>
                </a:lnTo>
                <a:lnTo>
                  <a:pt x="1904238" y="1868272"/>
                </a:lnTo>
                <a:lnTo>
                  <a:pt x="1960245" y="1910043"/>
                </a:lnTo>
                <a:lnTo>
                  <a:pt x="2016252" y="1941579"/>
                </a:lnTo>
                <a:lnTo>
                  <a:pt x="2072259" y="1961443"/>
                </a:lnTo>
                <a:lnTo>
                  <a:pt x="2128266" y="1968686"/>
                </a:lnTo>
                <a:lnTo>
                  <a:pt x="2184273" y="1963175"/>
                </a:lnTo>
                <a:lnTo>
                  <a:pt x="2240280" y="1945643"/>
                </a:lnTo>
                <a:lnTo>
                  <a:pt x="2296287" y="1917358"/>
                </a:lnTo>
                <a:lnTo>
                  <a:pt x="2352294" y="1879835"/>
                </a:lnTo>
                <a:lnTo>
                  <a:pt x="2408301" y="1834641"/>
                </a:lnTo>
                <a:lnTo>
                  <a:pt x="2464308" y="1783276"/>
                </a:lnTo>
                <a:lnTo>
                  <a:pt x="2520315" y="1727096"/>
                </a:lnTo>
                <a:lnTo>
                  <a:pt x="2576322" y="1667280"/>
                </a:lnTo>
                <a:lnTo>
                  <a:pt x="2632329" y="1604815"/>
                </a:lnTo>
                <a:lnTo>
                  <a:pt x="2688336" y="1540500"/>
                </a:lnTo>
                <a:lnTo>
                  <a:pt x="2744343" y="1474962"/>
                </a:lnTo>
                <a:lnTo>
                  <a:pt x="2800350" y="1408678"/>
                </a:lnTo>
                <a:lnTo>
                  <a:pt x="2856357" y="1341996"/>
                </a:lnTo>
                <a:lnTo>
                  <a:pt x="2912364" y="1275167"/>
                </a:lnTo>
                <a:lnTo>
                  <a:pt x="2968371" y="1208371"/>
                </a:lnTo>
                <a:lnTo>
                  <a:pt x="3024378" y="1141749"/>
                </a:lnTo>
                <a:lnTo>
                  <a:pt x="3080385" y="1075424"/>
                </a:lnTo>
                <a:lnTo>
                  <a:pt x="3136392" y="1009536"/>
                </a:lnTo>
                <a:lnTo>
                  <a:pt x="3192399" y="944264"/>
                </a:lnTo>
                <a:lnTo>
                  <a:pt x="3248406" y="879849"/>
                </a:lnTo>
                <a:lnTo>
                  <a:pt x="3304413" y="816622"/>
                </a:lnTo>
                <a:lnTo>
                  <a:pt x="3360420" y="755016"/>
                </a:lnTo>
                <a:lnTo>
                  <a:pt x="3416427" y="695580"/>
                </a:lnTo>
                <a:lnTo>
                  <a:pt x="3472434" y="638982"/>
                </a:lnTo>
                <a:lnTo>
                  <a:pt x="3528441" y="585997"/>
                </a:lnTo>
                <a:lnTo>
                  <a:pt x="3584448" y="537481"/>
                </a:lnTo>
                <a:lnTo>
                  <a:pt x="3640455" y="494309"/>
                </a:lnTo>
                <a:lnTo>
                  <a:pt x="3696462" y="457279"/>
                </a:lnTo>
                <a:lnTo>
                  <a:pt x="3752469" y="426965"/>
                </a:lnTo>
                <a:lnTo>
                  <a:pt x="3808476" y="403541"/>
                </a:lnTo>
                <a:lnTo>
                  <a:pt x="3864483" y="386817"/>
                </a:lnTo>
                <a:lnTo>
                  <a:pt x="3920490" y="376433"/>
                </a:lnTo>
                <a:lnTo>
                  <a:pt x="3976497" y="372007"/>
                </a:lnTo>
                <a:lnTo>
                  <a:pt x="4032504" y="373217"/>
                </a:lnTo>
                <a:lnTo>
                  <a:pt x="4088511" y="379849"/>
                </a:lnTo>
                <a:lnTo>
                  <a:pt x="4144518" y="391783"/>
                </a:lnTo>
                <a:lnTo>
                  <a:pt x="4200525" y="408951"/>
                </a:lnTo>
                <a:lnTo>
                  <a:pt x="4256532" y="431240"/>
                </a:lnTo>
                <a:lnTo>
                  <a:pt x="4312539" y="458340"/>
                </a:lnTo>
                <a:lnTo>
                  <a:pt x="4368546" y="489640"/>
                </a:lnTo>
                <a:lnTo>
                  <a:pt x="4424553" y="524314"/>
                </a:lnTo>
                <a:lnTo>
                  <a:pt x="4480560" y="561461"/>
                </a:lnTo>
              </a:path>
            </a:pathLst>
          </a:custGeom>
          <a:noFill/>
          <a:ln w="25400">
            <a:solidFill>
              <a:srgbClr val="16305B"/>
            </a:solidFill>
            <a:prstDash val="solid"/>
          </a:ln>
        </p:spPr>
      </p:sp>
      <p:sp>
        <p:nvSpPr>
          <p:cNvPr id="12" name="Shape 10"/>
          <p:cNvSpPr/>
          <p:nvPr/>
        </p:nvSpPr>
        <p:spPr>
          <a:xfrm>
            <a:off x="1165860" y="3513575"/>
            <a:ext cx="128016" cy="128016"/>
          </a:xfrm>
          <a:prstGeom prst="ellipse">
            <a:avLst/>
          </a:prstGeom>
          <a:solidFill>
            <a:srgbClr val="FFFFFF"/>
          </a:solidFill>
          <a:ln w="19050">
            <a:solidFill>
              <a:srgbClr val="16305B"/>
            </a:solidFill>
            <a:prstDash val="solid"/>
          </a:ln>
        </p:spPr>
      </p:sp>
      <p:sp>
        <p:nvSpPr>
          <p:cNvPr id="13" name="Shape 11"/>
          <p:cNvSpPr/>
          <p:nvPr/>
        </p:nvSpPr>
        <p:spPr>
          <a:xfrm>
            <a:off x="1927555" y="3036252"/>
            <a:ext cx="128016" cy="128016"/>
          </a:xfrm>
          <a:prstGeom prst="ellipse">
            <a:avLst/>
          </a:prstGeom>
          <a:solidFill>
            <a:srgbClr val="FFFFFF"/>
          </a:solidFill>
          <a:ln w="19050">
            <a:solidFill>
              <a:srgbClr val="16305B"/>
            </a:solidFill>
            <a:prstDash val="solid"/>
          </a:ln>
        </p:spPr>
      </p:sp>
      <p:sp>
        <p:nvSpPr>
          <p:cNvPr id="14" name="Shape 12"/>
          <p:cNvSpPr/>
          <p:nvPr/>
        </p:nvSpPr>
        <p:spPr>
          <a:xfrm>
            <a:off x="2644445" y="3652597"/>
            <a:ext cx="128016" cy="128016"/>
          </a:xfrm>
          <a:prstGeom prst="ellipse">
            <a:avLst/>
          </a:prstGeom>
          <a:solidFill>
            <a:srgbClr val="FFFFFF"/>
          </a:solidFill>
          <a:ln w="19050">
            <a:solidFill>
              <a:srgbClr val="16305B"/>
            </a:solidFill>
            <a:prstDash val="solid"/>
          </a:ln>
        </p:spPr>
      </p:sp>
      <p:sp>
        <p:nvSpPr>
          <p:cNvPr id="15" name="Shape 13"/>
          <p:cNvSpPr/>
          <p:nvPr/>
        </p:nvSpPr>
        <p:spPr>
          <a:xfrm>
            <a:off x="3047695" y="3960726"/>
            <a:ext cx="128016" cy="128016"/>
          </a:xfrm>
          <a:prstGeom prst="ellipse">
            <a:avLst/>
          </a:prstGeom>
          <a:solidFill>
            <a:srgbClr val="FFFFFF"/>
          </a:solidFill>
          <a:ln w="19050">
            <a:solidFill>
              <a:srgbClr val="16305B"/>
            </a:solidFill>
            <a:prstDash val="solid"/>
          </a:ln>
        </p:spPr>
      </p:sp>
      <p:sp>
        <p:nvSpPr>
          <p:cNvPr id="16" name="Shape 14"/>
          <p:cNvSpPr/>
          <p:nvPr/>
        </p:nvSpPr>
        <p:spPr>
          <a:xfrm>
            <a:off x="4660697" y="2437719"/>
            <a:ext cx="128016" cy="128016"/>
          </a:xfrm>
          <a:prstGeom prst="ellipse">
            <a:avLst/>
          </a:prstGeom>
          <a:solidFill>
            <a:srgbClr val="FFFFFF"/>
          </a:solidFill>
          <a:ln w="19050">
            <a:solidFill>
              <a:srgbClr val="16305B"/>
            </a:solidFill>
            <a:prstDash val="solid"/>
          </a:ln>
        </p:spPr>
      </p:sp>
      <p:sp>
        <p:nvSpPr>
          <p:cNvPr id="17" name="Shape 15"/>
          <p:cNvSpPr/>
          <p:nvPr/>
        </p:nvSpPr>
        <p:spPr>
          <a:xfrm>
            <a:off x="5198364" y="2424632"/>
            <a:ext cx="128016" cy="128016"/>
          </a:xfrm>
          <a:prstGeom prst="ellipse">
            <a:avLst/>
          </a:prstGeom>
          <a:solidFill>
            <a:srgbClr val="FFFFFF"/>
          </a:solidFill>
          <a:ln w="19050">
            <a:solidFill>
              <a:srgbClr val="16305B"/>
            </a:solidFill>
            <a:prstDash val="solid"/>
          </a:ln>
        </p:spPr>
      </p:sp>
      <p:sp>
        <p:nvSpPr>
          <p:cNvPr id="18" name="Text 16"/>
          <p:cNvSpPr txBox="1"/>
          <p:nvPr/>
        </p:nvSpPr>
        <p:spPr>
          <a:xfrm>
            <a:off x="3514954" y="2148840"/>
            <a:ext cx="1554480" cy="402336"/>
          </a:xfrm>
          <a:prstGeom prst="rect">
            <a:avLst/>
          </a:prstGeom>
          <a:noFill/>
          <a:ln/>
        </p:spPr>
        <p:txBody>
          <a:bodyPr wrap="square" lIns="0" tIns="0" rIns="0" bIns="0" rtlCol="0" anchor="ctr"/>
          <a:lstStyle/>
          <a:p>
            <a:pPr indent="0" marL="0">
              <a:lnSpc>
                <a:spcPct val="110000"/>
              </a:lnSpc>
              <a:buNone/>
            </a:pPr>
            <a:r>
              <a:rPr lang="en-US" sz="850" b="1" dirty="0">
                <a:solidFill>
                  <a:srgbClr val="0088A6"/>
                </a:solidFill>
                <a:latin typeface="Malgun Gothic" pitchFamily="34" charset="0"/>
                <a:ea typeface="Malgun Gothic" pitchFamily="34" charset="-122"/>
                <a:cs typeface="Malgun Gothic" pitchFamily="34" charset="-120"/>
              </a:rPr>
              <a:t>실험점 사이가 멀수록</a:t>
            </a:r>
            <a:endParaRPr lang="en-US" sz="850" dirty="0"/>
          </a:p>
          <a:p>
            <a:pPr indent="0" marL="0">
              <a:lnSpc>
                <a:spcPct val="110000"/>
              </a:lnSpc>
              <a:buNone/>
            </a:pPr>
            <a:r>
              <a:rPr lang="en-US" sz="850" b="1" dirty="0">
                <a:solidFill>
                  <a:srgbClr val="0088A6"/>
                </a:solidFill>
                <a:latin typeface="Malgun Gothic" pitchFamily="34" charset="0"/>
                <a:ea typeface="Malgun Gothic" pitchFamily="34" charset="-122"/>
                <a:cs typeface="Malgun Gothic" pitchFamily="34" charset="-120"/>
              </a:rPr>
              <a:t>불확실성이 커짐</a:t>
            </a:r>
            <a:endParaRPr lang="en-US" sz="850" dirty="0"/>
          </a:p>
        </p:txBody>
      </p:sp>
      <p:sp>
        <p:nvSpPr>
          <p:cNvPr id="19" name="Text 17"/>
          <p:cNvSpPr txBox="1"/>
          <p:nvPr/>
        </p:nvSpPr>
        <p:spPr>
          <a:xfrm>
            <a:off x="1005840" y="4608576"/>
            <a:ext cx="4480560" cy="201168"/>
          </a:xfrm>
          <a:prstGeom prst="rect">
            <a:avLst/>
          </a:prstGeom>
          <a:noFill/>
          <a:ln/>
        </p:spPr>
        <p:txBody>
          <a:bodyPr wrap="square" lIns="0" tIns="0" rIns="0" bIns="0" rtlCol="0" anchor="ctr"/>
          <a:lstStyle/>
          <a:p>
            <a:pPr algn="ctr" indent="0" marL="0">
              <a:buNone/>
            </a:pPr>
            <a:r>
              <a:rPr lang="en-US" sz="850" dirty="0">
                <a:solidFill>
                  <a:srgbClr val="6B7A8F"/>
                </a:solidFill>
                <a:latin typeface="Malgun Gothic" pitchFamily="34" charset="0"/>
                <a:ea typeface="Malgun Gothic" pitchFamily="34" charset="-122"/>
                <a:cs typeface="Malgun Gothic" pitchFamily="34" charset="-120"/>
              </a:rPr>
              <a:t>설계변수</a:t>
            </a:r>
            <a:endParaRPr lang="en-US" sz="850" dirty="0"/>
          </a:p>
        </p:txBody>
      </p:sp>
      <p:sp>
        <p:nvSpPr>
          <p:cNvPr id="20" name="Shape 18"/>
          <p:cNvSpPr/>
          <p:nvPr/>
        </p:nvSpPr>
        <p:spPr>
          <a:xfrm>
            <a:off x="1005840" y="5001768"/>
            <a:ext cx="118872" cy="118872"/>
          </a:xfrm>
          <a:prstGeom prst="ellipse">
            <a:avLst/>
          </a:prstGeom>
          <a:solidFill>
            <a:srgbClr val="FFFFFF"/>
          </a:solidFill>
          <a:ln w="19050">
            <a:solidFill>
              <a:srgbClr val="16305B"/>
            </a:solidFill>
            <a:prstDash val="solid"/>
          </a:ln>
        </p:spPr>
      </p:sp>
      <p:sp>
        <p:nvSpPr>
          <p:cNvPr id="21" name="Text 19"/>
          <p:cNvSpPr txBox="1"/>
          <p:nvPr/>
        </p:nvSpPr>
        <p:spPr>
          <a:xfrm>
            <a:off x="1188720" y="4956048"/>
            <a:ext cx="1554480" cy="219456"/>
          </a:xfrm>
          <a:prstGeom prst="rect">
            <a:avLst/>
          </a:prstGeom>
          <a:noFill/>
          <a:ln/>
        </p:spPr>
        <p:txBody>
          <a:bodyPr wrap="square" lIns="0" tIns="0" rIns="0" bIns="0" rtlCol="0" anchor="ctr"/>
          <a:lstStyle/>
          <a:p>
            <a:pPr indent="0" marL="0">
              <a:buNone/>
            </a:pPr>
            <a:r>
              <a:rPr lang="en-US" sz="850" dirty="0">
                <a:solidFill>
                  <a:srgbClr val="1C2733"/>
                </a:solidFill>
                <a:latin typeface="Malgun Gothic" pitchFamily="34" charset="0"/>
                <a:ea typeface="Malgun Gothic" pitchFamily="34" charset="-122"/>
                <a:cs typeface="Malgun Gothic" pitchFamily="34" charset="-120"/>
              </a:rPr>
              <a:t>해석 결과 (학습 데이터)</a:t>
            </a:r>
            <a:endParaRPr lang="en-US" sz="850" dirty="0"/>
          </a:p>
        </p:txBody>
      </p:sp>
      <p:sp>
        <p:nvSpPr>
          <p:cNvPr id="22" name="Shape 20"/>
          <p:cNvSpPr/>
          <p:nvPr/>
        </p:nvSpPr>
        <p:spPr>
          <a:xfrm>
            <a:off x="2743200" y="5065776"/>
            <a:ext cx="274320" cy="0"/>
          </a:xfrm>
          <a:prstGeom prst="line">
            <a:avLst/>
          </a:prstGeom>
          <a:noFill/>
          <a:ln w="25400">
            <a:solidFill>
              <a:srgbClr val="16305B"/>
            </a:solidFill>
            <a:prstDash val="solid"/>
          </a:ln>
        </p:spPr>
      </p:sp>
      <p:sp>
        <p:nvSpPr>
          <p:cNvPr id="23" name="Text 21"/>
          <p:cNvSpPr txBox="1"/>
          <p:nvPr/>
        </p:nvSpPr>
        <p:spPr>
          <a:xfrm>
            <a:off x="3081528" y="4956048"/>
            <a:ext cx="731520" cy="219456"/>
          </a:xfrm>
          <a:prstGeom prst="rect">
            <a:avLst/>
          </a:prstGeom>
          <a:noFill/>
          <a:ln/>
        </p:spPr>
        <p:txBody>
          <a:bodyPr wrap="square" lIns="0" tIns="0" rIns="0" bIns="0" rtlCol="0" anchor="ctr"/>
          <a:lstStyle/>
          <a:p>
            <a:pPr indent="0" marL="0">
              <a:buNone/>
            </a:pPr>
            <a:r>
              <a:rPr lang="en-US" sz="850" dirty="0">
                <a:solidFill>
                  <a:srgbClr val="1C2733"/>
                </a:solidFill>
                <a:latin typeface="Malgun Gothic" pitchFamily="34" charset="0"/>
                <a:ea typeface="Malgun Gothic" pitchFamily="34" charset="-122"/>
                <a:cs typeface="Malgun Gothic" pitchFamily="34" charset="-120"/>
              </a:rPr>
              <a:t>예측 평균</a:t>
            </a:r>
            <a:endParaRPr lang="en-US" sz="850" dirty="0"/>
          </a:p>
        </p:txBody>
      </p:sp>
      <p:sp>
        <p:nvSpPr>
          <p:cNvPr id="24" name="Shape 22"/>
          <p:cNvSpPr/>
          <p:nvPr/>
        </p:nvSpPr>
        <p:spPr>
          <a:xfrm>
            <a:off x="3749040" y="4992624"/>
            <a:ext cx="274320" cy="146304"/>
          </a:xfrm>
          <a:prstGeom prst="rect">
            <a:avLst/>
          </a:prstGeom>
          <a:solidFill>
            <a:srgbClr val="00A3C4">
              <a:alpha val="28000"/>
            </a:srgbClr>
          </a:solidFill>
          <a:ln w="12700">
            <a:solidFill>
              <a:srgbClr val="00A3C4">
                <a:alpha val="0"/>
              </a:srgbClr>
            </a:solidFill>
            <a:prstDash val="solid"/>
          </a:ln>
        </p:spPr>
      </p:sp>
      <p:sp>
        <p:nvSpPr>
          <p:cNvPr id="25" name="Text 23"/>
          <p:cNvSpPr txBox="1"/>
          <p:nvPr/>
        </p:nvSpPr>
        <p:spPr>
          <a:xfrm>
            <a:off x="4087368" y="4956048"/>
            <a:ext cx="1463040" cy="219456"/>
          </a:xfrm>
          <a:prstGeom prst="rect">
            <a:avLst/>
          </a:prstGeom>
          <a:noFill/>
          <a:ln/>
        </p:spPr>
        <p:txBody>
          <a:bodyPr wrap="square" lIns="0" tIns="0" rIns="0" bIns="0" rtlCol="0" anchor="ctr"/>
          <a:lstStyle/>
          <a:p>
            <a:pPr indent="0" marL="0">
              <a:buNone/>
            </a:pPr>
            <a:r>
              <a:rPr lang="en-US" sz="850" dirty="0">
                <a:solidFill>
                  <a:srgbClr val="1C2733"/>
                </a:solidFill>
                <a:latin typeface="Malgun Gothic" pitchFamily="34" charset="0"/>
                <a:ea typeface="Malgun Gothic" pitchFamily="34" charset="-122"/>
                <a:cs typeface="Malgun Gothic" pitchFamily="34" charset="-120"/>
              </a:rPr>
              <a:t>불확실성 (±2σ, 약 95%)</a:t>
            </a:r>
            <a:endParaRPr lang="en-US" sz="850" dirty="0"/>
          </a:p>
        </p:txBody>
      </p:sp>
      <p:sp>
        <p:nvSpPr>
          <p:cNvPr id="26" name="Shape 24"/>
          <p:cNvSpPr/>
          <p:nvPr/>
        </p:nvSpPr>
        <p:spPr>
          <a:xfrm>
            <a:off x="813816" y="5321808"/>
            <a:ext cx="4846320" cy="658368"/>
          </a:xfrm>
          <a:prstGeom prst="roundRect">
            <a:avLst>
              <a:gd name="adj" fmla="val 8333"/>
            </a:avLst>
          </a:prstGeom>
          <a:solidFill>
            <a:srgbClr val="EEF2F7"/>
          </a:solidFill>
          <a:ln w="12700">
            <a:solidFill>
              <a:srgbClr val="EEF2F7"/>
            </a:solidFill>
            <a:prstDash val="solid"/>
          </a:ln>
        </p:spPr>
      </p:sp>
      <p:sp>
        <p:nvSpPr>
          <p:cNvPr id="27" name="Text 25"/>
          <p:cNvSpPr txBox="1"/>
          <p:nvPr/>
        </p:nvSpPr>
        <p:spPr>
          <a:xfrm>
            <a:off x="960120" y="5321808"/>
            <a:ext cx="4572000" cy="658368"/>
          </a:xfrm>
          <a:prstGeom prst="rect">
            <a:avLst/>
          </a:prstGeom>
          <a:noFill/>
          <a:ln/>
        </p:spPr>
        <p:txBody>
          <a:bodyPr wrap="square" lIns="0" tIns="0" rIns="0" bIns="0" rtlCol="0" anchor="ctr"/>
          <a:lstStyle/>
          <a:p>
            <a:pPr indent="0" marL="0">
              <a:lnSpc>
                <a:spcPct val="120000"/>
              </a:lnSpc>
              <a:buNone/>
            </a:pPr>
            <a:r>
              <a:rPr lang="en-US" sz="950" dirty="0">
                <a:solidFill>
                  <a:srgbClr val="16305B"/>
                </a:solidFill>
                <a:latin typeface="Malgun Gothic" pitchFamily="34" charset="0"/>
                <a:ea typeface="Malgun Gothic" pitchFamily="34" charset="-122"/>
                <a:cs typeface="Malgun Gothic" pitchFamily="34" charset="-120"/>
              </a:rPr>
              <a:t>해석(1회 약 17분) 없이도 아무 설계나 성능을 수 초 안에 예측하고,</a:t>
            </a:r>
            <a:endParaRPr lang="en-US" sz="950" dirty="0"/>
          </a:p>
          <a:p>
            <a:pPr indent="0" marL="0">
              <a:lnSpc>
                <a:spcPct val="120000"/>
              </a:lnSpc>
              <a:buNone/>
            </a:pPr>
            <a:r>
              <a:rPr lang="en-US" sz="950" dirty="0">
                <a:solidFill>
                  <a:srgbClr val="16305B"/>
                </a:solidFill>
                <a:latin typeface="Malgun Gothic" pitchFamily="34" charset="0"/>
                <a:ea typeface="Malgun Gothic" pitchFamily="34" charset="-122"/>
                <a:cs typeface="Malgun Gothic" pitchFamily="34" charset="-120"/>
              </a:rPr>
              <a:t>그 예측을 얼마나 믿을 수 있는지까지 함께 알려줌</a:t>
            </a:r>
            <a:endParaRPr lang="en-US" sz="950" dirty="0"/>
          </a:p>
        </p:txBody>
      </p:sp>
      <p:sp>
        <p:nvSpPr>
          <p:cNvPr id="28" name="Shape 26"/>
          <p:cNvSpPr/>
          <p:nvPr/>
        </p:nvSpPr>
        <p:spPr>
          <a:xfrm>
            <a:off x="6336792" y="1188720"/>
            <a:ext cx="5440680" cy="5074920"/>
          </a:xfrm>
          <a:prstGeom prst="roundRect">
            <a:avLst>
              <a:gd name="adj" fmla="val 1081"/>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29" name="Shape 27"/>
          <p:cNvSpPr/>
          <p:nvPr/>
        </p:nvSpPr>
        <p:spPr>
          <a:xfrm>
            <a:off x="6592824" y="1463040"/>
            <a:ext cx="82296" cy="182880"/>
          </a:xfrm>
          <a:prstGeom prst="rect">
            <a:avLst/>
          </a:prstGeom>
          <a:solidFill>
            <a:srgbClr val="00A3C4"/>
          </a:solidFill>
          <a:ln w="12700">
            <a:solidFill>
              <a:srgbClr val="00A3C4"/>
            </a:solidFill>
            <a:prstDash val="solid"/>
          </a:ln>
        </p:spPr>
      </p:sp>
      <p:sp>
        <p:nvSpPr>
          <p:cNvPr id="30" name="Text 28"/>
          <p:cNvSpPr txBox="1"/>
          <p:nvPr/>
        </p:nvSpPr>
        <p:spPr>
          <a:xfrm>
            <a:off x="6757416" y="1371600"/>
            <a:ext cx="4480560" cy="365760"/>
          </a:xfrm>
          <a:prstGeom prst="rect">
            <a:avLst/>
          </a:prstGeom>
          <a:noFill/>
          <a:ln/>
        </p:spPr>
        <p:txBody>
          <a:bodyPr wrap="square" lIns="0" tIns="0" rIns="0" bIns="0" rtlCol="0" anchor="ctr"/>
          <a:lstStyle/>
          <a:p>
            <a:pPr indent="0" marL="0">
              <a:buNone/>
            </a:pPr>
            <a:r>
              <a:rPr lang="en-US" sz="1300" b="1" dirty="0">
                <a:solidFill>
                  <a:srgbClr val="16305B"/>
                </a:solidFill>
                <a:latin typeface="Malgun Gothic" pitchFamily="34" charset="0"/>
                <a:ea typeface="Malgun Gothic" pitchFamily="34" charset="-122"/>
                <a:cs typeface="Malgun Gothic" pitchFamily="34" charset="-120"/>
              </a:rPr>
              <a:t>GPR을 쓴 이유</a:t>
            </a:r>
            <a:endParaRPr lang="en-US" sz="1300" dirty="0"/>
          </a:p>
        </p:txBody>
      </p:sp>
      <p:sp>
        <p:nvSpPr>
          <p:cNvPr id="31" name="Shape 29"/>
          <p:cNvSpPr/>
          <p:nvPr/>
        </p:nvSpPr>
        <p:spPr>
          <a:xfrm>
            <a:off x="6665976" y="1956816"/>
            <a:ext cx="64008" cy="237744"/>
          </a:xfrm>
          <a:prstGeom prst="rect">
            <a:avLst/>
          </a:prstGeom>
          <a:solidFill>
            <a:srgbClr val="16305B"/>
          </a:solidFill>
          <a:ln w="12700">
            <a:solidFill>
              <a:srgbClr val="16305B"/>
            </a:solidFill>
            <a:prstDash val="solid"/>
          </a:ln>
        </p:spPr>
      </p:sp>
      <p:sp>
        <p:nvSpPr>
          <p:cNvPr id="32" name="Text 30"/>
          <p:cNvSpPr txBox="1"/>
          <p:nvPr/>
        </p:nvSpPr>
        <p:spPr>
          <a:xfrm>
            <a:off x="6839712" y="1865376"/>
            <a:ext cx="1691640" cy="420624"/>
          </a:xfrm>
          <a:prstGeom prst="rect">
            <a:avLst/>
          </a:prstGeom>
          <a:noFill/>
          <a:ln/>
        </p:spPr>
        <p:txBody>
          <a:bodyPr wrap="square" lIns="0" tIns="0" rIns="0" bIns="0" rtlCol="0" anchor="ctr"/>
          <a:lstStyle/>
          <a:p>
            <a:pPr indent="0" marL="0">
              <a:buNone/>
            </a:pPr>
            <a:r>
              <a:rPr lang="en-US" sz="1000" b="1" dirty="0">
                <a:solidFill>
                  <a:srgbClr val="16305B"/>
                </a:solidFill>
                <a:latin typeface="Malgun Gothic" pitchFamily="34" charset="0"/>
                <a:ea typeface="Malgun Gothic" pitchFamily="34" charset="-122"/>
                <a:cs typeface="Malgun Gothic" pitchFamily="34" charset="-120"/>
              </a:rPr>
              <a:t>예측값 + 불확실성</a:t>
            </a:r>
            <a:endParaRPr lang="en-US" sz="1000" dirty="0"/>
          </a:p>
        </p:txBody>
      </p:sp>
      <p:sp>
        <p:nvSpPr>
          <p:cNvPr id="33" name="Text 31"/>
          <p:cNvSpPr txBox="1"/>
          <p:nvPr/>
        </p:nvSpPr>
        <p:spPr>
          <a:xfrm>
            <a:off x="8531352" y="1865376"/>
            <a:ext cx="2971800" cy="420624"/>
          </a:xfrm>
          <a:prstGeom prst="rect">
            <a:avLst/>
          </a:prstGeom>
          <a:noFill/>
          <a:ln/>
        </p:spPr>
        <p:txBody>
          <a:bodyPr wrap="square" lIns="0" tIns="0" rIns="0" bIns="0" rtlCol="0" anchor="ctr"/>
          <a:lstStyle/>
          <a:p>
            <a:pPr indent="0" marL="0">
              <a:buNone/>
            </a:pPr>
            <a:r>
              <a:rPr lang="en-US" sz="930" dirty="0">
                <a:solidFill>
                  <a:srgbClr val="1C2733"/>
                </a:solidFill>
                <a:latin typeface="Malgun Gothic" pitchFamily="34" charset="0"/>
                <a:ea typeface="Malgun Gothic" pitchFamily="34" charset="-122"/>
                <a:cs typeface="Malgun Gothic" pitchFamily="34" charset="-120"/>
              </a:rPr>
              <a:t>예측과 함께 신뢰구간을 제공</a:t>
            </a:r>
            <a:endParaRPr lang="en-US" sz="930" dirty="0"/>
          </a:p>
        </p:txBody>
      </p:sp>
      <p:sp>
        <p:nvSpPr>
          <p:cNvPr id="34" name="Shape 32"/>
          <p:cNvSpPr/>
          <p:nvPr/>
        </p:nvSpPr>
        <p:spPr>
          <a:xfrm>
            <a:off x="6665976" y="2414016"/>
            <a:ext cx="64008" cy="237744"/>
          </a:xfrm>
          <a:prstGeom prst="rect">
            <a:avLst/>
          </a:prstGeom>
          <a:solidFill>
            <a:srgbClr val="16305B"/>
          </a:solidFill>
          <a:ln w="12700">
            <a:solidFill>
              <a:srgbClr val="16305B"/>
            </a:solidFill>
            <a:prstDash val="solid"/>
          </a:ln>
        </p:spPr>
      </p:sp>
      <p:sp>
        <p:nvSpPr>
          <p:cNvPr id="35" name="Text 33"/>
          <p:cNvSpPr txBox="1"/>
          <p:nvPr/>
        </p:nvSpPr>
        <p:spPr>
          <a:xfrm>
            <a:off x="6839712" y="2322576"/>
            <a:ext cx="1691640" cy="420624"/>
          </a:xfrm>
          <a:prstGeom prst="rect">
            <a:avLst/>
          </a:prstGeom>
          <a:noFill/>
          <a:ln/>
        </p:spPr>
        <p:txBody>
          <a:bodyPr wrap="square" lIns="0" tIns="0" rIns="0" bIns="0" rtlCol="0" anchor="ctr"/>
          <a:lstStyle/>
          <a:p>
            <a:pPr indent="0" marL="0">
              <a:buNone/>
            </a:pPr>
            <a:r>
              <a:rPr lang="en-US" sz="1000" b="1" dirty="0">
                <a:solidFill>
                  <a:srgbClr val="16305B"/>
                </a:solidFill>
                <a:latin typeface="Malgun Gothic" pitchFamily="34" charset="0"/>
                <a:ea typeface="Malgun Gothic" pitchFamily="34" charset="-122"/>
                <a:cs typeface="Malgun Gothic" pitchFamily="34" charset="-120"/>
              </a:rPr>
              <a:t>적은 데이터로 학습</a:t>
            </a:r>
            <a:endParaRPr lang="en-US" sz="1000" dirty="0"/>
          </a:p>
        </p:txBody>
      </p:sp>
      <p:sp>
        <p:nvSpPr>
          <p:cNvPr id="36" name="Text 34"/>
          <p:cNvSpPr txBox="1"/>
          <p:nvPr/>
        </p:nvSpPr>
        <p:spPr>
          <a:xfrm>
            <a:off x="8531352" y="2322576"/>
            <a:ext cx="2971800" cy="420624"/>
          </a:xfrm>
          <a:prstGeom prst="rect">
            <a:avLst/>
          </a:prstGeom>
          <a:noFill/>
          <a:ln/>
        </p:spPr>
        <p:txBody>
          <a:bodyPr wrap="square" lIns="0" tIns="0" rIns="0" bIns="0" rtlCol="0" anchor="ctr"/>
          <a:lstStyle/>
          <a:p>
            <a:pPr indent="0" marL="0">
              <a:buNone/>
            </a:pPr>
            <a:r>
              <a:rPr lang="en-US" sz="930" dirty="0">
                <a:solidFill>
                  <a:srgbClr val="1C2733"/>
                </a:solidFill>
                <a:latin typeface="Malgun Gothic" pitchFamily="34" charset="0"/>
                <a:ea typeface="Malgun Gothic" pitchFamily="34" charset="-122"/>
                <a:cs typeface="Malgun Gothic" pitchFamily="34" charset="-120"/>
              </a:rPr>
              <a:t>해석 수십 ~ 수백 점 규모에 적합</a:t>
            </a:r>
            <a:endParaRPr lang="en-US" sz="930" dirty="0"/>
          </a:p>
        </p:txBody>
      </p:sp>
      <p:sp>
        <p:nvSpPr>
          <p:cNvPr id="37" name="Shape 35"/>
          <p:cNvSpPr/>
          <p:nvPr/>
        </p:nvSpPr>
        <p:spPr>
          <a:xfrm>
            <a:off x="6665976" y="2871216"/>
            <a:ext cx="64008" cy="237744"/>
          </a:xfrm>
          <a:prstGeom prst="rect">
            <a:avLst/>
          </a:prstGeom>
          <a:solidFill>
            <a:srgbClr val="16305B"/>
          </a:solidFill>
          <a:ln w="12700">
            <a:solidFill>
              <a:srgbClr val="16305B"/>
            </a:solidFill>
            <a:prstDash val="solid"/>
          </a:ln>
        </p:spPr>
      </p:sp>
      <p:sp>
        <p:nvSpPr>
          <p:cNvPr id="38" name="Text 36"/>
          <p:cNvSpPr txBox="1"/>
          <p:nvPr/>
        </p:nvSpPr>
        <p:spPr>
          <a:xfrm>
            <a:off x="6839712" y="2779776"/>
            <a:ext cx="1691640" cy="420624"/>
          </a:xfrm>
          <a:prstGeom prst="rect">
            <a:avLst/>
          </a:prstGeom>
          <a:noFill/>
          <a:ln/>
        </p:spPr>
        <p:txBody>
          <a:bodyPr wrap="square" lIns="0" tIns="0" rIns="0" bIns="0" rtlCol="0" anchor="ctr"/>
          <a:lstStyle/>
          <a:p>
            <a:pPr indent="0" marL="0">
              <a:buNone/>
            </a:pPr>
            <a:r>
              <a:rPr lang="en-US" sz="1000" b="1" dirty="0">
                <a:solidFill>
                  <a:srgbClr val="16305B"/>
                </a:solidFill>
                <a:latin typeface="Malgun Gothic" pitchFamily="34" charset="0"/>
                <a:ea typeface="Malgun Gothic" pitchFamily="34" charset="-122"/>
                <a:cs typeface="Malgun Gothic" pitchFamily="34" charset="-120"/>
              </a:rPr>
              <a:t>민감도 해석</a:t>
            </a:r>
            <a:endParaRPr lang="en-US" sz="1000" dirty="0"/>
          </a:p>
        </p:txBody>
      </p:sp>
      <p:sp>
        <p:nvSpPr>
          <p:cNvPr id="39" name="Text 37"/>
          <p:cNvSpPr txBox="1"/>
          <p:nvPr/>
        </p:nvSpPr>
        <p:spPr>
          <a:xfrm>
            <a:off x="8531352" y="2779776"/>
            <a:ext cx="2971800" cy="420624"/>
          </a:xfrm>
          <a:prstGeom prst="rect">
            <a:avLst/>
          </a:prstGeom>
          <a:noFill/>
          <a:ln/>
        </p:spPr>
        <p:txBody>
          <a:bodyPr wrap="square" lIns="0" tIns="0" rIns="0" bIns="0" rtlCol="0" anchor="ctr"/>
          <a:lstStyle/>
          <a:p>
            <a:pPr indent="0" marL="0">
              <a:buNone/>
            </a:pPr>
            <a:r>
              <a:rPr lang="en-US" sz="930" dirty="0">
                <a:solidFill>
                  <a:srgbClr val="1C2733"/>
                </a:solidFill>
                <a:latin typeface="Malgun Gothic" pitchFamily="34" charset="0"/>
                <a:ea typeface="Malgun Gothic" pitchFamily="34" charset="-122"/>
                <a:cs typeface="Malgun Gothic" pitchFamily="34" charset="-120"/>
              </a:rPr>
              <a:t>학습된 모델로 Sobol 지수 · 교호작용 산출 (03)</a:t>
            </a:r>
            <a:endParaRPr lang="en-US" sz="930" dirty="0"/>
          </a:p>
        </p:txBody>
      </p:sp>
      <p:sp>
        <p:nvSpPr>
          <p:cNvPr id="40" name="Shape 38"/>
          <p:cNvSpPr/>
          <p:nvPr/>
        </p:nvSpPr>
        <p:spPr>
          <a:xfrm>
            <a:off x="6665976" y="3328416"/>
            <a:ext cx="64008" cy="237744"/>
          </a:xfrm>
          <a:prstGeom prst="rect">
            <a:avLst/>
          </a:prstGeom>
          <a:solidFill>
            <a:srgbClr val="00A3C4"/>
          </a:solidFill>
          <a:ln w="12700">
            <a:solidFill>
              <a:srgbClr val="00A3C4"/>
            </a:solidFill>
            <a:prstDash val="solid"/>
          </a:ln>
        </p:spPr>
      </p:sp>
      <p:sp>
        <p:nvSpPr>
          <p:cNvPr id="41" name="Text 39"/>
          <p:cNvSpPr txBox="1"/>
          <p:nvPr/>
        </p:nvSpPr>
        <p:spPr>
          <a:xfrm>
            <a:off x="6839712" y="3236976"/>
            <a:ext cx="1691640" cy="420624"/>
          </a:xfrm>
          <a:prstGeom prst="rect">
            <a:avLst/>
          </a:prstGeom>
          <a:noFill/>
          <a:ln/>
        </p:spPr>
        <p:txBody>
          <a:bodyPr wrap="square" lIns="0" tIns="0" rIns="0" bIns="0" rtlCol="0" anchor="ctr"/>
          <a:lstStyle/>
          <a:p>
            <a:pPr indent="0" marL="0">
              <a:buNone/>
            </a:pPr>
            <a:r>
              <a:rPr lang="en-US" sz="1000" b="1" dirty="0">
                <a:solidFill>
                  <a:srgbClr val="16305B"/>
                </a:solidFill>
                <a:latin typeface="Malgun Gothic" pitchFamily="34" charset="0"/>
                <a:ea typeface="Malgun Gothic" pitchFamily="34" charset="-122"/>
                <a:cs typeface="Malgun Gothic" pitchFamily="34" charset="-120"/>
              </a:rPr>
              <a:t>추가 해석 위치 선정</a:t>
            </a:r>
            <a:endParaRPr lang="en-US" sz="1000" dirty="0"/>
          </a:p>
        </p:txBody>
      </p:sp>
      <p:sp>
        <p:nvSpPr>
          <p:cNvPr id="42" name="Text 40"/>
          <p:cNvSpPr txBox="1"/>
          <p:nvPr/>
        </p:nvSpPr>
        <p:spPr>
          <a:xfrm>
            <a:off x="8531352" y="3236976"/>
            <a:ext cx="2971800" cy="420624"/>
          </a:xfrm>
          <a:prstGeom prst="rect">
            <a:avLst/>
          </a:prstGeom>
          <a:noFill/>
          <a:ln/>
        </p:spPr>
        <p:txBody>
          <a:bodyPr wrap="square" lIns="0" tIns="0" rIns="0" bIns="0" rtlCol="0" anchor="ctr"/>
          <a:lstStyle/>
          <a:p>
            <a:pPr indent="0" marL="0">
              <a:buNone/>
            </a:pPr>
            <a:r>
              <a:rPr lang="en-US" sz="930" dirty="0">
                <a:solidFill>
                  <a:srgbClr val="1C2733"/>
                </a:solidFill>
                <a:latin typeface="Malgun Gothic" pitchFamily="34" charset="0"/>
                <a:ea typeface="Malgun Gothic" pitchFamily="34" charset="-122"/>
                <a:cs typeface="Malgun Gothic" pitchFamily="34" charset="-120"/>
              </a:rPr>
              <a:t>불확실성이 큰 곳을 다음 해석 후보로 (차월)</a:t>
            </a:r>
            <a:endParaRPr lang="en-US" sz="930" dirty="0"/>
          </a:p>
        </p:txBody>
      </p:sp>
      <p:sp>
        <p:nvSpPr>
          <p:cNvPr id="43" name="Text 41"/>
          <p:cNvSpPr txBox="1"/>
          <p:nvPr/>
        </p:nvSpPr>
        <p:spPr>
          <a:xfrm>
            <a:off x="6647688" y="3803904"/>
            <a:ext cx="4846320" cy="274320"/>
          </a:xfrm>
          <a:prstGeom prst="rect">
            <a:avLst/>
          </a:prstGeom>
          <a:noFill/>
          <a:ln/>
        </p:spPr>
        <p:txBody>
          <a:bodyPr wrap="square" lIns="0" tIns="0" rIns="0" bIns="0" rtlCol="0" anchor="ctr"/>
          <a:lstStyle/>
          <a:p>
            <a:pPr indent="0" marL="0">
              <a:buNone/>
            </a:pPr>
            <a:r>
              <a:rPr lang="en-US" sz="1100" b="1" dirty="0">
                <a:solidFill>
                  <a:srgbClr val="16305B"/>
                </a:solidFill>
                <a:latin typeface="Malgun Gothic" pitchFamily="34" charset="0"/>
                <a:ea typeface="Malgun Gothic" pitchFamily="34" charset="-122"/>
                <a:cs typeface="Malgun Gothic" pitchFamily="34" charset="-120"/>
              </a:rPr>
              <a:t>학습 구성</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647688" y="4114800"/>
          <a:ext cx="4846320" cy="914400"/>
        </p:xfrm>
        <a:graphic>
          <a:graphicData uri="http://schemas.openxmlformats.org/drawingml/2006/table">
            <a:tbl>
              <a:tblPr/>
              <a:tblGrid>
                <a:gridCol w="1097280"/>
                <a:gridCol w="3749040"/>
              </a:tblGrid>
              <a:tr h="329184">
                <a:tc>
                  <a:txBody>
                    <a:bodyP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항목</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c>
                  <a:txBody>
                    <a:bodyP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내용</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r>
              <a:tr h="329184">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입력</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활성 변수 8개 (0 ~ 1 정규화)</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329184">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출력</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응답 7개 → 응답별 모델 1개</a:t>
                      </a:r>
                      <a:endParaRPr lang="en-US" sz="950" dirty="0">
                        <a:latin typeface="Malgun Gothic" charset="0"/>
                        <a:ea typeface="Malgun Gothic" charset="0"/>
                        <a:cs typeface="Malgun Gothic" charset="0"/>
                      </a:endParaRPr>
                    </a:p>
                    <a:p>
                      <a:pPr indent="0" marL="0">
                        <a:buNone/>
                      </a:pPr>
                      <a:r>
                        <a:rPr lang="en-US" sz="950" dirty="0">
                          <a:solidFill>
                            <a:srgbClr val="1C2733"/>
                          </a:solidFill>
                          <a:latin typeface="Malgun Gothic" pitchFamily="34" charset="0"/>
                          <a:ea typeface="Malgun Gothic" pitchFamily="34" charset="-122"/>
                          <a:cs typeface="Malgun Gothic" pitchFamily="34" charset="-120"/>
                        </a:rPr>
                        <a:t>(목적함수 5 + 제약조건 2)</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329184">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커널</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Matern(ν = 2.5) + ARD(변수별 길이척도)</a:t>
                      </a:r>
                      <a:endParaRPr lang="en-US" sz="950" dirty="0">
                        <a:latin typeface="Malgun Gothic" charset="0"/>
                        <a:ea typeface="Malgun Gothic" charset="0"/>
                        <a:cs typeface="Malgun Gothic" charset="0"/>
                      </a:endParaRPr>
                    </a:p>
                    <a:p>
                      <a:pPr indent="0" marL="0">
                        <a:buNone/>
                      </a:pPr>
                      <a:r>
                        <a:rPr lang="en-US" sz="950" dirty="0">
                          <a:solidFill>
                            <a:srgbClr val="1C2733"/>
                          </a:solidFill>
                          <a:latin typeface="Malgun Gothic" pitchFamily="34" charset="0"/>
                          <a:ea typeface="Malgun Gothic" pitchFamily="34" charset="-122"/>
                          <a:cs typeface="Malgun Gothic" pitchFamily="34" charset="-120"/>
                        </a:rPr>
                        <a:t>— 매끄러운 응답 가정, 변수마다 민감도 따로 학습</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329184">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전처리</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차압은 로그 변환 (값의 범위가 넓음)</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5F8"/>
        </a:solidFill>
      </p:bgPr>
    </p:bg>
    <p:spTree>
      <p:nvGrpSpPr>
        <p:cNvPr id="1" name=""/>
        <p:cNvGrpSpPr/>
        <p:nvPr/>
      </p:nvGrpSpPr>
      <p:grpSpPr>
        <a:xfrm>
          <a:off x="0" y="0"/>
          <a:ext cx="0" cy="0"/>
          <a:chOff x="0" y="0"/>
          <a:chExt cx="0" cy="0"/>
        </a:xfrm>
      </p:grpSpPr>
      <p:sp>
        <p:nvSpPr>
          <p:cNvPr id="2" name="Shape 0"/>
          <p:cNvSpPr/>
          <p:nvPr/>
        </p:nvSpPr>
        <p:spPr>
          <a:xfrm>
            <a:off x="502920" y="384048"/>
            <a:ext cx="475488" cy="475488"/>
          </a:xfrm>
          <a:prstGeom prst="rect">
            <a:avLst/>
          </a:prstGeom>
          <a:solidFill>
            <a:srgbClr val="16305B"/>
          </a:solidFill>
          <a:ln w="12700">
            <a:solidFill>
              <a:srgbClr val="16305B"/>
            </a:solidFill>
            <a:prstDash val="solid"/>
          </a:ln>
        </p:spPr>
      </p:sp>
      <p:sp>
        <p:nvSpPr>
          <p:cNvPr id="3" name="Text 1"/>
          <p:cNvSpPr txBox="1"/>
          <p:nvPr/>
        </p:nvSpPr>
        <p:spPr>
          <a:xfrm>
            <a:off x="502920" y="38404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04</a:t>
            </a:r>
            <a:endParaRPr lang="en-US" sz="1600" dirty="0"/>
          </a:p>
        </p:txBody>
      </p:sp>
      <p:sp>
        <p:nvSpPr>
          <p:cNvPr id="4" name="Text 2"/>
          <p:cNvSpPr txBox="1"/>
          <p:nvPr/>
        </p:nvSpPr>
        <p:spPr>
          <a:xfrm>
            <a:off x="1124712" y="365760"/>
            <a:ext cx="7315200" cy="237744"/>
          </a:xfrm>
          <a:prstGeom prst="rect">
            <a:avLst/>
          </a:prstGeom>
          <a:noFill/>
          <a:ln/>
        </p:spPr>
        <p:txBody>
          <a:bodyPr wrap="square" lIns="0" tIns="0" rIns="0" bIns="0" rtlCol="0" anchor="ctr"/>
          <a:lstStyle/>
          <a:p>
            <a:pPr indent="0" marL="0">
              <a:buNone/>
            </a:pPr>
            <a:r>
              <a:rPr lang="en-US" sz="1050" b="1" spc="100" kern="0" dirty="0">
                <a:solidFill>
                  <a:srgbClr val="00A3C4"/>
                </a:solidFill>
                <a:latin typeface="Malgun Gothic" pitchFamily="34" charset="0"/>
                <a:ea typeface="Malgun Gothic" pitchFamily="34" charset="-122"/>
                <a:cs typeface="Malgun Gothic" pitchFamily="34" charset="-120"/>
              </a:rPr>
              <a:t>머신러닝 대리모델 구축</a:t>
            </a:r>
            <a:endParaRPr lang="en-US" sz="1050" dirty="0"/>
          </a:p>
        </p:txBody>
      </p:sp>
      <p:sp>
        <p:nvSpPr>
          <p:cNvPr id="5" name="Text 3"/>
          <p:cNvSpPr txBox="1"/>
          <p:nvPr/>
        </p:nvSpPr>
        <p:spPr>
          <a:xfrm>
            <a:off x="1124712" y="548640"/>
            <a:ext cx="10607040" cy="384048"/>
          </a:xfrm>
          <a:prstGeom prst="rect">
            <a:avLst/>
          </a:prstGeom>
          <a:noFill/>
          <a:ln/>
        </p:spPr>
        <p:txBody>
          <a:bodyPr wrap="square" lIns="0" tIns="0" rIns="0" bIns="0" rtlCol="0" anchor="ctr"/>
          <a:lstStyle/>
          <a:p>
            <a:pPr indent="0" marL="0">
              <a:buNone/>
            </a:pPr>
            <a:r>
              <a:rPr lang="en-US" sz="2200" b="1" dirty="0">
                <a:solidFill>
                  <a:srgbClr val="16305B"/>
                </a:solidFill>
                <a:latin typeface="Malgun Gothic" pitchFamily="34" charset="0"/>
                <a:ea typeface="Malgun Gothic" pitchFamily="34" charset="-122"/>
                <a:cs typeface="Malgun Gothic" pitchFamily="34" charset="-120"/>
              </a:rPr>
              <a:t>예측값 · 실측값 비교  —  10-fold 교차검증</a:t>
            </a:r>
            <a:endParaRPr lang="en-US" sz="2200" dirty="0"/>
          </a:p>
        </p:txBody>
      </p:sp>
      <p:sp>
        <p:nvSpPr>
          <p:cNvPr id="6" name="Shape 4"/>
          <p:cNvSpPr/>
          <p:nvPr/>
        </p:nvSpPr>
        <p:spPr>
          <a:xfrm>
            <a:off x="502920" y="1133856"/>
            <a:ext cx="2651760" cy="2331720"/>
          </a:xfrm>
          <a:prstGeom prst="roundRect">
            <a:avLst>
              <a:gd name="adj" fmla="val 1961"/>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7" name="Text 5"/>
          <p:cNvSpPr txBox="1"/>
          <p:nvPr/>
        </p:nvSpPr>
        <p:spPr>
          <a:xfrm>
            <a:off x="630936" y="1207008"/>
            <a:ext cx="1554480" cy="256032"/>
          </a:xfrm>
          <a:prstGeom prst="rect">
            <a:avLst/>
          </a:prstGeom>
          <a:noFill/>
          <a:ln/>
        </p:spPr>
        <p:txBody>
          <a:bodyPr wrap="square" lIns="0" tIns="0" rIns="0" bIns="0" rtlCol="0" anchor="ctr"/>
          <a:lstStyle/>
          <a:p>
            <a:pPr indent="0" marL="0">
              <a:buNone/>
            </a:pPr>
            <a:r>
              <a:rPr lang="en-US" sz="1000" b="1" dirty="0">
                <a:solidFill>
                  <a:srgbClr val="16305B"/>
                </a:solidFill>
                <a:latin typeface="Malgun Gothic" pitchFamily="34" charset="0"/>
                <a:ea typeface="Malgun Gothic" pitchFamily="34" charset="-122"/>
                <a:cs typeface="Malgun Gothic" pitchFamily="34" charset="-120"/>
              </a:rPr>
              <a:t>차압</a:t>
            </a:r>
            <a:pPr indent="0" marL="0">
              <a:buNone/>
            </a:pPr>
            <a:r>
              <a:rPr lang="en-US" sz="800" dirty="0">
                <a:solidFill>
                  <a:srgbClr val="6B7A8F"/>
                </a:solidFill>
                <a:latin typeface="Malgun Gothic" pitchFamily="34" charset="0"/>
                <a:ea typeface="Malgun Gothic" pitchFamily="34" charset="-122"/>
                <a:cs typeface="Malgun Gothic" pitchFamily="34" charset="-120"/>
              </a:rPr>
              <a:t>  [Pa]</a:t>
            </a:r>
            <a:endParaRPr lang="en-US" sz="1000" dirty="0"/>
          </a:p>
        </p:txBody>
      </p:sp>
      <p:sp>
        <p:nvSpPr>
          <p:cNvPr id="8" name="Text 6"/>
          <p:cNvSpPr txBox="1"/>
          <p:nvPr/>
        </p:nvSpPr>
        <p:spPr>
          <a:xfrm>
            <a:off x="2103120" y="1207008"/>
            <a:ext cx="914400" cy="256032"/>
          </a:xfrm>
          <a:prstGeom prst="rect">
            <a:avLst/>
          </a:prstGeom>
          <a:noFill/>
          <a:ln/>
        </p:spPr>
        <p:txBody>
          <a:bodyPr wrap="square" lIns="0" tIns="0" rIns="0" bIns="0" rtlCol="0" anchor="ctr"/>
          <a:lstStyle/>
          <a:p>
            <a:pPr algn="r" indent="0" marL="0">
              <a:buNone/>
            </a:pPr>
            <a:r>
              <a:rPr lang="en-US" sz="1000" b="1" dirty="0">
                <a:solidFill>
                  <a:srgbClr val="16305B"/>
                </a:solidFill>
                <a:latin typeface="Malgun Gothic" pitchFamily="34" charset="0"/>
                <a:ea typeface="Malgun Gothic" pitchFamily="34" charset="-122"/>
                <a:cs typeface="Malgun Gothic" pitchFamily="34" charset="-120"/>
              </a:rPr>
              <a:t>R² 0.972</a:t>
            </a:r>
            <a:endParaRPr lang="en-US" sz="1000" dirty="0"/>
          </a:p>
        </p:txBody>
      </p:sp>
      <p:graphicFrame>
        <p:nvGraphicFramePr>
          <p:cNvPr id="9" name="Chart 0" descr=""/>
          <p:cNvGraphicFramePr/>
          <p:nvPr/>
        </p:nvGraphicFramePr>
        <p:xfrm>
          <a:off x="539496" y="1463040"/>
          <a:ext cx="2578608" cy="1947672"/>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3346704" y="1133856"/>
            <a:ext cx="2651760" cy="2331720"/>
          </a:xfrm>
          <a:prstGeom prst="roundRect">
            <a:avLst>
              <a:gd name="adj" fmla="val 1961"/>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11" name="Text 8"/>
          <p:cNvSpPr txBox="1"/>
          <p:nvPr/>
        </p:nvSpPr>
        <p:spPr>
          <a:xfrm>
            <a:off x="3474720" y="1207008"/>
            <a:ext cx="1554480" cy="256032"/>
          </a:xfrm>
          <a:prstGeom prst="rect">
            <a:avLst/>
          </a:prstGeom>
          <a:noFill/>
          <a:ln/>
        </p:spPr>
        <p:txBody>
          <a:bodyPr wrap="square" lIns="0" tIns="0" rIns="0" bIns="0" rtlCol="0" anchor="ctr"/>
          <a:lstStyle/>
          <a:p>
            <a:pPr indent="0" marL="0">
              <a:buNone/>
            </a:pPr>
            <a:r>
              <a:rPr lang="en-US" sz="1000" b="1" dirty="0">
                <a:solidFill>
                  <a:srgbClr val="16305B"/>
                </a:solidFill>
                <a:latin typeface="Malgun Gothic" pitchFamily="34" charset="0"/>
                <a:ea typeface="Malgun Gothic" pitchFamily="34" charset="-122"/>
                <a:cs typeface="Malgun Gothic" pitchFamily="34" charset="-120"/>
              </a:rPr>
              <a:t>온도편차</a:t>
            </a:r>
            <a:pPr indent="0" marL="0">
              <a:buNone/>
            </a:pPr>
            <a:r>
              <a:rPr lang="en-US" sz="800" dirty="0">
                <a:solidFill>
                  <a:srgbClr val="6B7A8F"/>
                </a:solidFill>
                <a:latin typeface="Malgun Gothic" pitchFamily="34" charset="0"/>
                <a:ea typeface="Malgun Gothic" pitchFamily="34" charset="-122"/>
                <a:cs typeface="Malgun Gothic" pitchFamily="34" charset="-120"/>
              </a:rPr>
              <a:t>  [°C]</a:t>
            </a:r>
            <a:endParaRPr lang="en-US" sz="1000" dirty="0"/>
          </a:p>
        </p:txBody>
      </p:sp>
      <p:sp>
        <p:nvSpPr>
          <p:cNvPr id="12" name="Text 9"/>
          <p:cNvSpPr txBox="1"/>
          <p:nvPr/>
        </p:nvSpPr>
        <p:spPr>
          <a:xfrm>
            <a:off x="4946904" y="1207008"/>
            <a:ext cx="914400" cy="256032"/>
          </a:xfrm>
          <a:prstGeom prst="rect">
            <a:avLst/>
          </a:prstGeom>
          <a:noFill/>
          <a:ln/>
        </p:spPr>
        <p:txBody>
          <a:bodyPr wrap="square" lIns="0" tIns="0" rIns="0" bIns="0" rtlCol="0" anchor="ctr"/>
          <a:lstStyle/>
          <a:p>
            <a:pPr algn="r" indent="0" marL="0">
              <a:buNone/>
            </a:pPr>
            <a:r>
              <a:rPr lang="en-US" sz="1000" b="1" dirty="0">
                <a:solidFill>
                  <a:srgbClr val="16305B"/>
                </a:solidFill>
                <a:latin typeface="Malgun Gothic" pitchFamily="34" charset="0"/>
                <a:ea typeface="Malgun Gothic" pitchFamily="34" charset="-122"/>
                <a:cs typeface="Malgun Gothic" pitchFamily="34" charset="-120"/>
              </a:rPr>
              <a:t>R² 0.989</a:t>
            </a:r>
            <a:endParaRPr lang="en-US" sz="1000" dirty="0"/>
          </a:p>
        </p:txBody>
      </p:sp>
      <p:graphicFrame>
        <p:nvGraphicFramePr>
          <p:cNvPr id="13" name="Chart 1" descr=""/>
          <p:cNvGraphicFramePr/>
          <p:nvPr/>
        </p:nvGraphicFramePr>
        <p:xfrm>
          <a:off x="3383280" y="1463040"/>
          <a:ext cx="2578608" cy="1947672"/>
        </p:xfrm>
        <a:graphic xmlns:a="http://schemas.openxmlformats.org/drawingml/2006/main">
          <a:graphicData uri="http://schemas.openxmlformats.org/drawingml/2006/chart">
            <c:chart xmlns:c="http://schemas.openxmlformats.org/drawingml/2006/chart" r:id="rId2"/>
          </a:graphicData>
        </a:graphic>
      </p:graphicFrame>
      <p:sp>
        <p:nvSpPr>
          <p:cNvPr id="14" name="Shape 10"/>
          <p:cNvSpPr/>
          <p:nvPr/>
        </p:nvSpPr>
        <p:spPr>
          <a:xfrm>
            <a:off x="6190488" y="1133856"/>
            <a:ext cx="2651760" cy="2331720"/>
          </a:xfrm>
          <a:prstGeom prst="roundRect">
            <a:avLst>
              <a:gd name="adj" fmla="val 1961"/>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15" name="Text 11"/>
          <p:cNvSpPr txBox="1"/>
          <p:nvPr/>
        </p:nvSpPr>
        <p:spPr>
          <a:xfrm>
            <a:off x="6318504" y="1207008"/>
            <a:ext cx="1554480" cy="256032"/>
          </a:xfrm>
          <a:prstGeom prst="rect">
            <a:avLst/>
          </a:prstGeom>
          <a:noFill/>
          <a:ln/>
        </p:spPr>
        <p:txBody>
          <a:bodyPr wrap="square" lIns="0" tIns="0" rIns="0" bIns="0" rtlCol="0" anchor="ctr"/>
          <a:lstStyle/>
          <a:p>
            <a:pPr indent="0" marL="0">
              <a:buNone/>
            </a:pPr>
            <a:r>
              <a:rPr lang="en-US" sz="1000" b="1" dirty="0">
                <a:solidFill>
                  <a:srgbClr val="16305B"/>
                </a:solidFill>
                <a:latin typeface="Malgun Gothic" pitchFamily="34" charset="0"/>
                <a:ea typeface="Malgun Gothic" pitchFamily="34" charset="-122"/>
                <a:cs typeface="Malgun Gothic" pitchFamily="34" charset="-120"/>
              </a:rPr>
              <a:t>최고온도</a:t>
            </a:r>
            <a:pPr indent="0" marL="0">
              <a:buNone/>
            </a:pPr>
            <a:r>
              <a:rPr lang="en-US" sz="800" dirty="0">
                <a:solidFill>
                  <a:srgbClr val="6B7A8F"/>
                </a:solidFill>
                <a:latin typeface="Malgun Gothic" pitchFamily="34" charset="0"/>
                <a:ea typeface="Malgun Gothic" pitchFamily="34" charset="-122"/>
                <a:cs typeface="Malgun Gothic" pitchFamily="34" charset="-120"/>
              </a:rPr>
              <a:t>  [°C]</a:t>
            </a:r>
            <a:endParaRPr lang="en-US" sz="1000" dirty="0"/>
          </a:p>
        </p:txBody>
      </p:sp>
      <p:sp>
        <p:nvSpPr>
          <p:cNvPr id="16" name="Text 12"/>
          <p:cNvSpPr txBox="1"/>
          <p:nvPr/>
        </p:nvSpPr>
        <p:spPr>
          <a:xfrm>
            <a:off x="7790688" y="1207008"/>
            <a:ext cx="914400" cy="256032"/>
          </a:xfrm>
          <a:prstGeom prst="rect">
            <a:avLst/>
          </a:prstGeom>
          <a:noFill/>
          <a:ln/>
        </p:spPr>
        <p:txBody>
          <a:bodyPr wrap="square" lIns="0" tIns="0" rIns="0" bIns="0" rtlCol="0" anchor="ctr"/>
          <a:lstStyle/>
          <a:p>
            <a:pPr algn="r" indent="0" marL="0">
              <a:buNone/>
            </a:pPr>
            <a:r>
              <a:rPr lang="en-US" sz="1000" b="1" dirty="0">
                <a:solidFill>
                  <a:srgbClr val="16305B"/>
                </a:solidFill>
                <a:latin typeface="Malgun Gothic" pitchFamily="34" charset="0"/>
                <a:ea typeface="Malgun Gothic" pitchFamily="34" charset="-122"/>
                <a:cs typeface="Malgun Gothic" pitchFamily="34" charset="-120"/>
              </a:rPr>
              <a:t>R² 0.971</a:t>
            </a:r>
            <a:endParaRPr lang="en-US" sz="1000" dirty="0"/>
          </a:p>
        </p:txBody>
      </p:sp>
      <p:graphicFrame>
        <p:nvGraphicFramePr>
          <p:cNvPr id="17" name="Chart 2" descr=""/>
          <p:cNvGraphicFramePr/>
          <p:nvPr/>
        </p:nvGraphicFramePr>
        <p:xfrm>
          <a:off x="6227064" y="1463040"/>
          <a:ext cx="2578608" cy="1947672"/>
        </p:xfrm>
        <a:graphic xmlns:a="http://schemas.openxmlformats.org/drawingml/2006/main">
          <a:graphicData uri="http://schemas.openxmlformats.org/drawingml/2006/chart">
            <c:chart xmlns:c="http://schemas.openxmlformats.org/drawingml/2006/chart" r:id="rId3"/>
          </a:graphicData>
        </a:graphic>
      </p:graphicFrame>
      <p:sp>
        <p:nvSpPr>
          <p:cNvPr id="18" name="Shape 13"/>
          <p:cNvSpPr/>
          <p:nvPr/>
        </p:nvSpPr>
        <p:spPr>
          <a:xfrm>
            <a:off x="9034272" y="1133856"/>
            <a:ext cx="2651760" cy="2331720"/>
          </a:xfrm>
          <a:prstGeom prst="roundRect">
            <a:avLst>
              <a:gd name="adj" fmla="val 1961"/>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19" name="Text 14"/>
          <p:cNvSpPr txBox="1"/>
          <p:nvPr/>
        </p:nvSpPr>
        <p:spPr>
          <a:xfrm>
            <a:off x="9162288" y="1207008"/>
            <a:ext cx="1554480" cy="256032"/>
          </a:xfrm>
          <a:prstGeom prst="rect">
            <a:avLst/>
          </a:prstGeom>
          <a:noFill/>
          <a:ln/>
        </p:spPr>
        <p:txBody>
          <a:bodyPr wrap="square" lIns="0" tIns="0" rIns="0" bIns="0" rtlCol="0" anchor="ctr"/>
          <a:lstStyle/>
          <a:p>
            <a:pPr indent="0" marL="0">
              <a:buNone/>
            </a:pPr>
            <a:r>
              <a:rPr lang="en-US" sz="1000" b="1" dirty="0">
                <a:solidFill>
                  <a:srgbClr val="16305B"/>
                </a:solidFill>
                <a:latin typeface="Malgun Gothic" pitchFamily="34" charset="0"/>
                <a:ea typeface="Malgun Gothic" pitchFamily="34" charset="-122"/>
                <a:cs typeface="Malgun Gothic" pitchFamily="34" charset="-120"/>
              </a:rPr>
              <a:t>1차 균일도</a:t>
            </a:r>
            <a:pPr indent="0" marL="0">
              <a:buNone/>
            </a:pPr>
            <a:r>
              <a:rPr lang="en-US" sz="800" dirty="0">
                <a:solidFill>
                  <a:srgbClr val="6B7A8F"/>
                </a:solidFill>
                <a:latin typeface="Malgun Gothic" pitchFamily="34" charset="0"/>
                <a:ea typeface="Malgun Gothic" pitchFamily="34" charset="-122"/>
                <a:cs typeface="Malgun Gothic" pitchFamily="34" charset="-120"/>
              </a:rPr>
              <a:t>  [LPM]</a:t>
            </a:r>
            <a:endParaRPr lang="en-US" sz="1000" dirty="0"/>
          </a:p>
        </p:txBody>
      </p:sp>
      <p:sp>
        <p:nvSpPr>
          <p:cNvPr id="20" name="Text 15"/>
          <p:cNvSpPr txBox="1"/>
          <p:nvPr/>
        </p:nvSpPr>
        <p:spPr>
          <a:xfrm>
            <a:off x="10634472" y="1207008"/>
            <a:ext cx="914400" cy="256032"/>
          </a:xfrm>
          <a:prstGeom prst="rect">
            <a:avLst/>
          </a:prstGeom>
          <a:noFill/>
          <a:ln/>
        </p:spPr>
        <p:txBody>
          <a:bodyPr wrap="square" lIns="0" tIns="0" rIns="0" bIns="0" rtlCol="0" anchor="ctr"/>
          <a:lstStyle/>
          <a:p>
            <a:pPr algn="r" indent="0" marL="0">
              <a:buNone/>
            </a:pPr>
            <a:r>
              <a:rPr lang="en-US" sz="1000" b="1" dirty="0">
                <a:solidFill>
                  <a:srgbClr val="16305B"/>
                </a:solidFill>
                <a:latin typeface="Malgun Gothic" pitchFamily="34" charset="0"/>
                <a:ea typeface="Malgun Gothic" pitchFamily="34" charset="-122"/>
                <a:cs typeface="Malgun Gothic" pitchFamily="34" charset="-120"/>
              </a:rPr>
              <a:t>R² 0.977</a:t>
            </a:r>
            <a:endParaRPr lang="en-US" sz="1000" dirty="0"/>
          </a:p>
        </p:txBody>
      </p:sp>
      <p:graphicFrame>
        <p:nvGraphicFramePr>
          <p:cNvPr id="21" name="Chart 3" descr=""/>
          <p:cNvGraphicFramePr/>
          <p:nvPr/>
        </p:nvGraphicFramePr>
        <p:xfrm>
          <a:off x="9070848" y="1463040"/>
          <a:ext cx="2578608" cy="1947672"/>
        </p:xfrm>
        <a:graphic xmlns:a="http://schemas.openxmlformats.org/drawingml/2006/main">
          <a:graphicData uri="http://schemas.openxmlformats.org/drawingml/2006/chart">
            <c:chart xmlns:c="http://schemas.openxmlformats.org/drawingml/2006/chart" r:id="rId4"/>
          </a:graphicData>
        </a:graphic>
      </p:graphicFrame>
      <p:sp>
        <p:nvSpPr>
          <p:cNvPr id="22" name="Shape 16"/>
          <p:cNvSpPr/>
          <p:nvPr/>
        </p:nvSpPr>
        <p:spPr>
          <a:xfrm>
            <a:off x="502920" y="3611880"/>
            <a:ext cx="2651760" cy="2331720"/>
          </a:xfrm>
          <a:prstGeom prst="roundRect">
            <a:avLst>
              <a:gd name="adj" fmla="val 1961"/>
            </a:avLst>
          </a:prstGeom>
          <a:solidFill>
            <a:srgbClr val="FFFFFF"/>
          </a:solidFill>
          <a:ln w="15875">
            <a:solidFill>
              <a:srgbClr val="00A3C4"/>
            </a:solidFill>
            <a:prstDash val="solid"/>
          </a:ln>
          <a:effectLst>
            <a:outerShdw sx="100000" sy="100000" kx="0" ky="0" algn="bl" rotWithShape="0" blurRad="101600" dist="12700" dir="5400000">
              <a:srgbClr val="9AA8BC">
                <a:alpha val="18000"/>
              </a:srgbClr>
            </a:outerShdw>
          </a:effectLst>
        </p:spPr>
      </p:sp>
      <p:sp>
        <p:nvSpPr>
          <p:cNvPr id="23" name="Text 17"/>
          <p:cNvSpPr txBox="1"/>
          <p:nvPr/>
        </p:nvSpPr>
        <p:spPr>
          <a:xfrm>
            <a:off x="630936" y="3685032"/>
            <a:ext cx="1554480" cy="256032"/>
          </a:xfrm>
          <a:prstGeom prst="rect">
            <a:avLst/>
          </a:prstGeom>
          <a:noFill/>
          <a:ln/>
        </p:spPr>
        <p:txBody>
          <a:bodyPr wrap="square" lIns="0" tIns="0" rIns="0" bIns="0" rtlCol="0" anchor="ctr"/>
          <a:lstStyle/>
          <a:p>
            <a:pPr indent="0" marL="0">
              <a:buNone/>
            </a:pPr>
            <a:r>
              <a:rPr lang="en-US" sz="1000" b="1" dirty="0">
                <a:solidFill>
                  <a:srgbClr val="16305B"/>
                </a:solidFill>
                <a:latin typeface="Malgun Gothic" pitchFamily="34" charset="0"/>
                <a:ea typeface="Malgun Gothic" pitchFamily="34" charset="-122"/>
                <a:cs typeface="Malgun Gothic" pitchFamily="34" charset="-120"/>
              </a:rPr>
              <a:t>2차 균일도</a:t>
            </a:r>
            <a:pPr indent="0" marL="0">
              <a:buNone/>
            </a:pPr>
            <a:r>
              <a:rPr lang="en-US" sz="800" dirty="0">
                <a:solidFill>
                  <a:srgbClr val="6B7A8F"/>
                </a:solidFill>
                <a:latin typeface="Malgun Gothic" pitchFamily="34" charset="0"/>
                <a:ea typeface="Malgun Gothic" pitchFamily="34" charset="-122"/>
                <a:cs typeface="Malgun Gothic" pitchFamily="34" charset="-120"/>
              </a:rPr>
              <a:t>  [LPM]</a:t>
            </a:r>
            <a:endParaRPr lang="en-US" sz="1000" dirty="0"/>
          </a:p>
        </p:txBody>
      </p:sp>
      <p:sp>
        <p:nvSpPr>
          <p:cNvPr id="24" name="Text 18"/>
          <p:cNvSpPr txBox="1"/>
          <p:nvPr/>
        </p:nvSpPr>
        <p:spPr>
          <a:xfrm>
            <a:off x="2103120" y="3685032"/>
            <a:ext cx="914400" cy="256032"/>
          </a:xfrm>
          <a:prstGeom prst="rect">
            <a:avLst/>
          </a:prstGeom>
          <a:noFill/>
          <a:ln/>
        </p:spPr>
        <p:txBody>
          <a:bodyPr wrap="square" lIns="0" tIns="0" rIns="0" bIns="0" rtlCol="0" anchor="ctr"/>
          <a:lstStyle/>
          <a:p>
            <a:pPr algn="r" indent="0" marL="0">
              <a:buNone/>
            </a:pPr>
            <a:r>
              <a:rPr lang="en-US" sz="1000" b="1" dirty="0">
                <a:solidFill>
                  <a:srgbClr val="0088A6"/>
                </a:solidFill>
                <a:latin typeface="Malgun Gothic" pitchFamily="34" charset="0"/>
                <a:ea typeface="Malgun Gothic" pitchFamily="34" charset="-122"/>
                <a:cs typeface="Malgun Gothic" pitchFamily="34" charset="-120"/>
              </a:rPr>
              <a:t>R² 0.893</a:t>
            </a:r>
            <a:endParaRPr lang="en-US" sz="1000" dirty="0"/>
          </a:p>
        </p:txBody>
      </p:sp>
      <p:graphicFrame>
        <p:nvGraphicFramePr>
          <p:cNvPr id="25" name="Chart 4" descr=""/>
          <p:cNvGraphicFramePr/>
          <p:nvPr/>
        </p:nvGraphicFramePr>
        <p:xfrm>
          <a:off x="539496" y="3941064"/>
          <a:ext cx="2578608" cy="1947672"/>
        </p:xfrm>
        <a:graphic xmlns:a="http://schemas.openxmlformats.org/drawingml/2006/main">
          <a:graphicData uri="http://schemas.openxmlformats.org/drawingml/2006/chart">
            <c:chart xmlns:c="http://schemas.openxmlformats.org/drawingml/2006/chart" r:id="rId5"/>
          </a:graphicData>
        </a:graphic>
      </p:graphicFrame>
      <p:sp>
        <p:nvSpPr>
          <p:cNvPr id="26" name="Shape 19"/>
          <p:cNvSpPr/>
          <p:nvPr/>
        </p:nvSpPr>
        <p:spPr>
          <a:xfrm>
            <a:off x="3346704" y="3611880"/>
            <a:ext cx="2651760" cy="2331720"/>
          </a:xfrm>
          <a:prstGeom prst="roundRect">
            <a:avLst>
              <a:gd name="adj" fmla="val 1961"/>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27" name="Text 20"/>
          <p:cNvSpPr txBox="1"/>
          <p:nvPr/>
        </p:nvSpPr>
        <p:spPr>
          <a:xfrm>
            <a:off x="3474720" y="3685032"/>
            <a:ext cx="1554480" cy="256032"/>
          </a:xfrm>
          <a:prstGeom prst="rect">
            <a:avLst/>
          </a:prstGeom>
          <a:noFill/>
          <a:ln/>
        </p:spPr>
        <p:txBody>
          <a:bodyPr wrap="square" lIns="0" tIns="0" rIns="0" bIns="0" rtlCol="0" anchor="ctr"/>
          <a:lstStyle/>
          <a:p>
            <a:pPr indent="0" marL="0">
              <a:buNone/>
            </a:pPr>
            <a:r>
              <a:rPr lang="en-US" sz="1000" b="1" dirty="0">
                <a:solidFill>
                  <a:srgbClr val="16305B"/>
                </a:solidFill>
                <a:latin typeface="Malgun Gothic" pitchFamily="34" charset="0"/>
                <a:ea typeface="Malgun Gothic" pitchFamily="34" charset="-122"/>
                <a:cs typeface="Malgun Gothic" pitchFamily="34" charset="-120"/>
              </a:rPr>
              <a:t>분기비</a:t>
            </a:r>
            <a:pPr indent="0" marL="0">
              <a:buNone/>
            </a:pPr>
            <a:r>
              <a:rPr lang="en-US" sz="800" dirty="0">
                <a:solidFill>
                  <a:srgbClr val="6B7A8F"/>
                </a:solidFill>
                <a:latin typeface="Malgun Gothic" pitchFamily="34" charset="0"/>
                <a:ea typeface="Malgun Gothic" pitchFamily="34" charset="-122"/>
                <a:cs typeface="Malgun Gothic" pitchFamily="34" charset="-120"/>
              </a:rPr>
              <a:t>  [-]</a:t>
            </a:r>
            <a:endParaRPr lang="en-US" sz="1000" dirty="0"/>
          </a:p>
        </p:txBody>
      </p:sp>
      <p:sp>
        <p:nvSpPr>
          <p:cNvPr id="28" name="Text 21"/>
          <p:cNvSpPr txBox="1"/>
          <p:nvPr/>
        </p:nvSpPr>
        <p:spPr>
          <a:xfrm>
            <a:off x="4946904" y="3685032"/>
            <a:ext cx="914400" cy="256032"/>
          </a:xfrm>
          <a:prstGeom prst="rect">
            <a:avLst/>
          </a:prstGeom>
          <a:noFill/>
          <a:ln/>
        </p:spPr>
        <p:txBody>
          <a:bodyPr wrap="square" lIns="0" tIns="0" rIns="0" bIns="0" rtlCol="0" anchor="ctr"/>
          <a:lstStyle/>
          <a:p>
            <a:pPr algn="r" indent="0" marL="0">
              <a:buNone/>
            </a:pPr>
            <a:r>
              <a:rPr lang="en-US" sz="1000" b="1" dirty="0">
                <a:solidFill>
                  <a:srgbClr val="16305B"/>
                </a:solidFill>
                <a:latin typeface="Malgun Gothic" pitchFamily="34" charset="0"/>
                <a:ea typeface="Malgun Gothic" pitchFamily="34" charset="-122"/>
                <a:cs typeface="Malgun Gothic" pitchFamily="34" charset="-120"/>
              </a:rPr>
              <a:t>R² 0.956</a:t>
            </a:r>
            <a:endParaRPr lang="en-US" sz="1000" dirty="0"/>
          </a:p>
        </p:txBody>
      </p:sp>
      <p:graphicFrame>
        <p:nvGraphicFramePr>
          <p:cNvPr id="29" name="Chart 5" descr=""/>
          <p:cNvGraphicFramePr/>
          <p:nvPr/>
        </p:nvGraphicFramePr>
        <p:xfrm>
          <a:off x="3383280" y="3941064"/>
          <a:ext cx="2578608" cy="1947672"/>
        </p:xfrm>
        <a:graphic xmlns:a="http://schemas.openxmlformats.org/drawingml/2006/main">
          <a:graphicData uri="http://schemas.openxmlformats.org/drawingml/2006/chart">
            <c:chart xmlns:c="http://schemas.openxmlformats.org/drawingml/2006/chart" r:id="rId6"/>
          </a:graphicData>
        </a:graphic>
      </p:graphicFrame>
      <p:sp>
        <p:nvSpPr>
          <p:cNvPr id="30" name="Shape 22"/>
          <p:cNvSpPr/>
          <p:nvPr/>
        </p:nvSpPr>
        <p:spPr>
          <a:xfrm>
            <a:off x="6190488" y="3611880"/>
            <a:ext cx="2651760" cy="2331720"/>
          </a:xfrm>
          <a:prstGeom prst="roundRect">
            <a:avLst>
              <a:gd name="adj" fmla="val 1961"/>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31" name="Text 23"/>
          <p:cNvSpPr txBox="1"/>
          <p:nvPr/>
        </p:nvSpPr>
        <p:spPr>
          <a:xfrm>
            <a:off x="6318504" y="3685032"/>
            <a:ext cx="1554480" cy="256032"/>
          </a:xfrm>
          <a:prstGeom prst="rect">
            <a:avLst/>
          </a:prstGeom>
          <a:noFill/>
          <a:ln/>
        </p:spPr>
        <p:txBody>
          <a:bodyPr wrap="square" lIns="0" tIns="0" rIns="0" bIns="0" rtlCol="0" anchor="ctr"/>
          <a:lstStyle/>
          <a:p>
            <a:pPr indent="0" marL="0">
              <a:buNone/>
            </a:pPr>
            <a:r>
              <a:rPr lang="en-US" sz="1000" b="1" dirty="0">
                <a:solidFill>
                  <a:srgbClr val="16305B"/>
                </a:solidFill>
                <a:latin typeface="Malgun Gothic" pitchFamily="34" charset="0"/>
                <a:ea typeface="Malgun Gothic" pitchFamily="34" charset="-122"/>
                <a:cs typeface="Malgun Gothic" pitchFamily="34" charset="-120"/>
              </a:rPr>
              <a:t>중량</a:t>
            </a:r>
            <a:pPr indent="0" marL="0">
              <a:buNone/>
            </a:pPr>
            <a:r>
              <a:rPr lang="en-US" sz="800" dirty="0">
                <a:solidFill>
                  <a:srgbClr val="6B7A8F"/>
                </a:solidFill>
                <a:latin typeface="Malgun Gothic" pitchFamily="34" charset="0"/>
                <a:ea typeface="Malgun Gothic" pitchFamily="34" charset="-122"/>
                <a:cs typeface="Malgun Gothic" pitchFamily="34" charset="-120"/>
              </a:rPr>
              <a:t>  [kg]</a:t>
            </a:r>
            <a:endParaRPr lang="en-US" sz="1000" dirty="0"/>
          </a:p>
        </p:txBody>
      </p:sp>
      <p:sp>
        <p:nvSpPr>
          <p:cNvPr id="32" name="Text 24"/>
          <p:cNvSpPr txBox="1"/>
          <p:nvPr/>
        </p:nvSpPr>
        <p:spPr>
          <a:xfrm>
            <a:off x="7790688" y="3685032"/>
            <a:ext cx="914400" cy="256032"/>
          </a:xfrm>
          <a:prstGeom prst="rect">
            <a:avLst/>
          </a:prstGeom>
          <a:noFill/>
          <a:ln/>
        </p:spPr>
        <p:txBody>
          <a:bodyPr wrap="square" lIns="0" tIns="0" rIns="0" bIns="0" rtlCol="0" anchor="ctr"/>
          <a:lstStyle/>
          <a:p>
            <a:pPr algn="r" indent="0" marL="0">
              <a:buNone/>
            </a:pPr>
            <a:r>
              <a:rPr lang="en-US" sz="1000" b="1" dirty="0">
                <a:solidFill>
                  <a:srgbClr val="16305B"/>
                </a:solidFill>
                <a:latin typeface="Malgun Gothic" pitchFamily="34" charset="0"/>
                <a:ea typeface="Malgun Gothic" pitchFamily="34" charset="-122"/>
                <a:cs typeface="Malgun Gothic" pitchFamily="34" charset="-120"/>
              </a:rPr>
              <a:t>R² 1.000</a:t>
            </a:r>
            <a:endParaRPr lang="en-US" sz="1000" dirty="0"/>
          </a:p>
        </p:txBody>
      </p:sp>
      <p:graphicFrame>
        <p:nvGraphicFramePr>
          <p:cNvPr id="33" name="Chart 6" descr=""/>
          <p:cNvGraphicFramePr/>
          <p:nvPr/>
        </p:nvGraphicFramePr>
        <p:xfrm>
          <a:off x="6227064" y="3941064"/>
          <a:ext cx="2578608" cy="1947672"/>
        </p:xfrm>
        <a:graphic xmlns:a="http://schemas.openxmlformats.org/drawingml/2006/main">
          <a:graphicData uri="http://schemas.openxmlformats.org/drawingml/2006/chart">
            <c:chart xmlns:c="http://schemas.openxmlformats.org/drawingml/2006/chart" r:id="rId7"/>
          </a:graphicData>
        </a:graphic>
      </p:graphicFrame>
      <p:sp>
        <p:nvSpPr>
          <p:cNvPr id="34" name="Shape 25"/>
          <p:cNvSpPr/>
          <p:nvPr/>
        </p:nvSpPr>
        <p:spPr>
          <a:xfrm>
            <a:off x="9034272" y="3611880"/>
            <a:ext cx="2651760" cy="2331720"/>
          </a:xfrm>
          <a:prstGeom prst="roundRect">
            <a:avLst>
              <a:gd name="adj" fmla="val 1961"/>
            </a:avLst>
          </a:prstGeom>
          <a:solidFill>
            <a:srgbClr val="16305B"/>
          </a:solidFill>
          <a:ln w="12700">
            <a:solidFill>
              <a:srgbClr val="16305B"/>
            </a:solidFill>
            <a:prstDash val="solid"/>
          </a:ln>
        </p:spPr>
      </p:sp>
      <p:sp>
        <p:nvSpPr>
          <p:cNvPr id="35" name="Text 26"/>
          <p:cNvSpPr txBox="1"/>
          <p:nvPr/>
        </p:nvSpPr>
        <p:spPr>
          <a:xfrm>
            <a:off x="9217152" y="3739896"/>
            <a:ext cx="2286000" cy="256032"/>
          </a:xfrm>
          <a:prstGeom prst="rect">
            <a:avLst/>
          </a:prstGeom>
          <a:noFill/>
          <a:ln/>
        </p:spPr>
        <p:txBody>
          <a:bodyPr wrap="square" lIns="0" tIns="0" rIns="0" bIns="0" rtlCol="0" anchor="ctr"/>
          <a:lstStyle/>
          <a:p>
            <a:pPr indent="0" marL="0">
              <a:buNone/>
            </a:pPr>
            <a:r>
              <a:rPr lang="en-US" sz="1000" dirty="0">
                <a:solidFill>
                  <a:srgbClr val="CFE0F2"/>
                </a:solidFill>
                <a:latin typeface="Malgun Gothic" pitchFamily="34" charset="0"/>
                <a:ea typeface="Malgun Gothic" pitchFamily="34" charset="-122"/>
                <a:cs typeface="Malgun Gothic" pitchFamily="34" charset="-120"/>
              </a:rPr>
              <a:t>교차검증 R²  (결정계수)</a:t>
            </a:r>
            <a:endParaRPr lang="en-US" sz="1000" dirty="0"/>
          </a:p>
        </p:txBody>
      </p:sp>
      <p:sp>
        <p:nvSpPr>
          <p:cNvPr id="36" name="Text 27"/>
          <p:cNvSpPr txBox="1"/>
          <p:nvPr/>
        </p:nvSpPr>
        <p:spPr>
          <a:xfrm>
            <a:off x="9217152" y="3977640"/>
            <a:ext cx="2286000" cy="502920"/>
          </a:xfrm>
          <a:prstGeom prst="rect">
            <a:avLst/>
          </a:prstGeom>
          <a:noFill/>
          <a:ln/>
        </p:spPr>
        <p:txBody>
          <a:bodyPr wrap="square" lIns="0" tIns="0" rIns="0" bIns="0" rtlCol="0" anchor="ctr"/>
          <a:lstStyle/>
          <a:p>
            <a:pPr indent="0" marL="0">
              <a:buNone/>
            </a:pPr>
            <a:r>
              <a:rPr lang="en-US" sz="2600" b="1" dirty="0">
                <a:solidFill>
                  <a:srgbClr val="FFFFFF"/>
                </a:solidFill>
                <a:latin typeface="Malgun Gothic" pitchFamily="34" charset="0"/>
                <a:ea typeface="Malgun Gothic" pitchFamily="34" charset="-122"/>
                <a:cs typeface="Malgun Gothic" pitchFamily="34" charset="-120"/>
              </a:rPr>
              <a:t>0.89 ~ 1.00</a:t>
            </a:r>
            <a:endParaRPr lang="en-US" sz="2600" dirty="0"/>
          </a:p>
        </p:txBody>
      </p:sp>
      <p:sp>
        <p:nvSpPr>
          <p:cNvPr id="37" name="Text 28"/>
          <p:cNvSpPr txBox="1"/>
          <p:nvPr/>
        </p:nvSpPr>
        <p:spPr>
          <a:xfrm>
            <a:off x="9217152" y="4526280"/>
            <a:ext cx="2286000" cy="1298448"/>
          </a:xfrm>
          <a:prstGeom prst="rect">
            <a:avLst/>
          </a:prstGeom>
          <a:noFill/>
          <a:ln/>
        </p:spPr>
        <p:txBody>
          <a:bodyPr wrap="square" lIns="0" tIns="0" rIns="0" bIns="0" rtlCol="0" anchor="t"/>
          <a:lstStyle/>
          <a:p>
            <a:pPr indent="0" marL="0">
              <a:lnSpc>
                <a:spcPct val="120000"/>
              </a:lnSpc>
              <a:spcAft>
                <a:spcPts val="300"/>
              </a:spcAft>
              <a:buNone/>
            </a:pPr>
            <a:r>
              <a:rPr lang="en-US" sz="900" b="1" dirty="0">
                <a:solidFill>
                  <a:srgbClr val="7FD6E8"/>
                </a:solidFill>
                <a:latin typeface="Malgun Gothic" pitchFamily="34" charset="0"/>
                <a:ea typeface="Malgun Gothic" pitchFamily="34" charset="-122"/>
                <a:cs typeface="Malgun Gothic" pitchFamily="34" charset="-120"/>
              </a:rPr>
              <a:t>1에 가까울수록 정확 — 0.9 = 응답 변동의 90%를 설명</a:t>
            </a:r>
            <a:endParaRPr lang="en-US" sz="900" dirty="0"/>
          </a:p>
          <a:p>
            <a:pPr indent="0" marL="0">
              <a:lnSpc>
                <a:spcPct val="120000"/>
              </a:lnSpc>
              <a:spcAft>
                <a:spcPts val="300"/>
              </a:spcAft>
              <a:buNone/>
            </a:pPr>
            <a:r>
              <a:rPr lang="en-US" sz="900" dirty="0">
                <a:solidFill>
                  <a:srgbClr val="FFFFFF"/>
                </a:solidFill>
                <a:latin typeface="Malgun Gothic" pitchFamily="34" charset="0"/>
                <a:ea typeface="Malgun Gothic" pitchFamily="34" charset="-122"/>
                <a:cs typeface="Malgun Gothic" pitchFamily="34" charset="-120"/>
              </a:rPr>
              <a:t>10-fold: 80점을 10묶음으로 나눠 한 묶음씩 빼고 학습 → 뺀 묶음을 예측</a:t>
            </a:r>
            <a:endParaRPr lang="en-US" sz="900" dirty="0"/>
          </a:p>
          <a:p>
            <a:pPr indent="0" marL="0">
              <a:lnSpc>
                <a:spcPct val="120000"/>
              </a:lnSpc>
              <a:spcAft>
                <a:spcPts val="300"/>
              </a:spcAft>
              <a:buNone/>
            </a:pPr>
            <a:r>
              <a:rPr lang="en-US" sz="900" b="1" dirty="0">
                <a:solidFill>
                  <a:srgbClr val="FFFFFF"/>
                </a:solidFill>
                <a:latin typeface="Malgun Gothic" pitchFamily="34" charset="0"/>
                <a:ea typeface="Malgun Gothic" pitchFamily="34" charset="-122"/>
                <a:cs typeface="Malgun Gothic" pitchFamily="34" charset="-120"/>
              </a:rPr>
              <a:t>→ 학습에 안 쓴 설계에 대한 정확도</a:t>
            </a:r>
            <a:endParaRPr lang="en-US" sz="900" dirty="0"/>
          </a:p>
        </p:txBody>
      </p:sp>
      <p:sp>
        <p:nvSpPr>
          <p:cNvPr id="38" name="Text 29"/>
          <p:cNvSpPr txBox="1"/>
          <p:nvPr/>
        </p:nvSpPr>
        <p:spPr>
          <a:xfrm>
            <a:off x="502920" y="6236208"/>
            <a:ext cx="11183112" cy="237744"/>
          </a:xfrm>
          <a:prstGeom prst="rect">
            <a:avLst/>
          </a:prstGeom>
          <a:noFill/>
          <a:ln/>
        </p:spPr>
        <p:txBody>
          <a:bodyPr wrap="square" lIns="0" tIns="0" rIns="0" bIns="0" rtlCol="0" anchor="ctr"/>
          <a:lstStyle/>
          <a:p>
            <a:pPr indent="0" marL="0">
              <a:buNone/>
            </a:pPr>
            <a:r>
              <a:rPr lang="en-US" sz="850" i="1" dirty="0">
                <a:solidFill>
                  <a:srgbClr val="6B7A8F"/>
                </a:solidFill>
                <a:latin typeface="Malgun Gothic" pitchFamily="34" charset="0"/>
                <a:ea typeface="Malgun Gothic" pitchFamily="34" charset="-122"/>
                <a:cs typeface="Malgun Gothic" pitchFamily="34" charset="-120"/>
              </a:rPr>
              <a:t>점 = 설계 1개  ·  빨간 선 = 예측값 = 실측값 (선에 가까울수록 정확)</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F5F8"/>
        </a:solidFill>
      </p:bgPr>
    </p:bg>
    <p:spTree>
      <p:nvGrpSpPr>
        <p:cNvPr id="1" name=""/>
        <p:cNvGrpSpPr/>
        <p:nvPr/>
      </p:nvGrpSpPr>
      <p:grpSpPr>
        <a:xfrm>
          <a:off x="0" y="0"/>
          <a:ext cx="0" cy="0"/>
          <a:chOff x="0" y="0"/>
          <a:chExt cx="0" cy="0"/>
        </a:xfrm>
      </p:grpSpPr>
      <p:sp>
        <p:nvSpPr>
          <p:cNvPr id="2" name="Shape 0"/>
          <p:cNvSpPr/>
          <p:nvPr/>
        </p:nvSpPr>
        <p:spPr>
          <a:xfrm>
            <a:off x="502920" y="384048"/>
            <a:ext cx="475488" cy="475488"/>
          </a:xfrm>
          <a:prstGeom prst="rect">
            <a:avLst/>
          </a:prstGeom>
          <a:solidFill>
            <a:srgbClr val="16305B"/>
          </a:solidFill>
          <a:ln w="12700">
            <a:solidFill>
              <a:srgbClr val="16305B"/>
            </a:solidFill>
            <a:prstDash val="solid"/>
          </a:ln>
        </p:spPr>
      </p:sp>
      <p:sp>
        <p:nvSpPr>
          <p:cNvPr id="3" name="Text 1"/>
          <p:cNvSpPr txBox="1"/>
          <p:nvPr/>
        </p:nvSpPr>
        <p:spPr>
          <a:xfrm>
            <a:off x="502920" y="38404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04</a:t>
            </a:r>
            <a:endParaRPr lang="en-US" sz="1600" dirty="0"/>
          </a:p>
        </p:txBody>
      </p:sp>
      <p:sp>
        <p:nvSpPr>
          <p:cNvPr id="4" name="Text 2"/>
          <p:cNvSpPr txBox="1"/>
          <p:nvPr/>
        </p:nvSpPr>
        <p:spPr>
          <a:xfrm>
            <a:off x="1124712" y="365760"/>
            <a:ext cx="7315200" cy="237744"/>
          </a:xfrm>
          <a:prstGeom prst="rect">
            <a:avLst/>
          </a:prstGeom>
          <a:noFill/>
          <a:ln/>
        </p:spPr>
        <p:txBody>
          <a:bodyPr wrap="square" lIns="0" tIns="0" rIns="0" bIns="0" rtlCol="0" anchor="ctr"/>
          <a:lstStyle/>
          <a:p>
            <a:pPr indent="0" marL="0">
              <a:buNone/>
            </a:pPr>
            <a:r>
              <a:rPr lang="en-US" sz="1050" b="1" spc="100" kern="0" dirty="0">
                <a:solidFill>
                  <a:srgbClr val="00A3C4"/>
                </a:solidFill>
                <a:latin typeface="Malgun Gothic" pitchFamily="34" charset="0"/>
                <a:ea typeface="Malgun Gothic" pitchFamily="34" charset="-122"/>
                <a:cs typeface="Malgun Gothic" pitchFamily="34" charset="-120"/>
              </a:rPr>
              <a:t>머신러닝 대리모델 구축</a:t>
            </a:r>
            <a:endParaRPr lang="en-US" sz="1050" dirty="0"/>
          </a:p>
        </p:txBody>
      </p:sp>
      <p:sp>
        <p:nvSpPr>
          <p:cNvPr id="5" name="Text 3"/>
          <p:cNvSpPr txBox="1"/>
          <p:nvPr/>
        </p:nvSpPr>
        <p:spPr>
          <a:xfrm>
            <a:off x="1124712" y="548640"/>
            <a:ext cx="10607040" cy="384048"/>
          </a:xfrm>
          <a:prstGeom prst="rect">
            <a:avLst/>
          </a:prstGeom>
          <a:noFill/>
          <a:ln/>
        </p:spPr>
        <p:txBody>
          <a:bodyPr wrap="square" lIns="0" tIns="0" rIns="0" bIns="0" rtlCol="0" anchor="ctr"/>
          <a:lstStyle/>
          <a:p>
            <a:pPr indent="0" marL="0">
              <a:buNone/>
            </a:pPr>
            <a:r>
              <a:rPr lang="en-US" sz="2200" b="1" dirty="0">
                <a:solidFill>
                  <a:srgbClr val="16305B"/>
                </a:solidFill>
                <a:latin typeface="Malgun Gothic" pitchFamily="34" charset="0"/>
                <a:ea typeface="Malgun Gothic" pitchFamily="34" charset="-122"/>
                <a:cs typeface="Malgun Gothic" pitchFamily="34" charset="-120"/>
              </a:rPr>
              <a:t>변수별 민감도 및 교호작용  —  Sobol 지수</a:t>
            </a:r>
            <a:endParaRPr lang="en-US" sz="2200" dirty="0"/>
          </a:p>
        </p:txBody>
      </p:sp>
      <p:sp>
        <p:nvSpPr>
          <p:cNvPr id="6" name="Shape 4"/>
          <p:cNvSpPr/>
          <p:nvPr/>
        </p:nvSpPr>
        <p:spPr>
          <a:xfrm>
            <a:off x="502920" y="1188720"/>
            <a:ext cx="5440680" cy="4160520"/>
          </a:xfrm>
          <a:prstGeom prst="roundRect">
            <a:avLst>
              <a:gd name="adj" fmla="val 1319"/>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7" name="Shape 5"/>
          <p:cNvSpPr/>
          <p:nvPr/>
        </p:nvSpPr>
        <p:spPr>
          <a:xfrm>
            <a:off x="758952" y="1463040"/>
            <a:ext cx="82296" cy="182880"/>
          </a:xfrm>
          <a:prstGeom prst="rect">
            <a:avLst/>
          </a:prstGeom>
          <a:solidFill>
            <a:srgbClr val="00A3C4"/>
          </a:solidFill>
          <a:ln w="12700">
            <a:solidFill>
              <a:srgbClr val="00A3C4"/>
            </a:solidFill>
            <a:prstDash val="solid"/>
          </a:ln>
        </p:spPr>
      </p:sp>
      <p:sp>
        <p:nvSpPr>
          <p:cNvPr id="8" name="Text 6"/>
          <p:cNvSpPr txBox="1"/>
          <p:nvPr/>
        </p:nvSpPr>
        <p:spPr>
          <a:xfrm>
            <a:off x="923544" y="1371600"/>
            <a:ext cx="4480560" cy="365760"/>
          </a:xfrm>
          <a:prstGeom prst="rect">
            <a:avLst/>
          </a:prstGeom>
          <a:noFill/>
          <a:ln/>
        </p:spPr>
        <p:txBody>
          <a:bodyPr wrap="square" lIns="0" tIns="0" rIns="0" bIns="0" rtlCol="0" anchor="ctr"/>
          <a:lstStyle/>
          <a:p>
            <a:pPr indent="0" marL="0">
              <a:buNone/>
            </a:pPr>
            <a:r>
              <a:rPr lang="en-US" sz="1300" b="1" dirty="0">
                <a:solidFill>
                  <a:srgbClr val="16305B"/>
                </a:solidFill>
                <a:latin typeface="Malgun Gothic" pitchFamily="34" charset="0"/>
                <a:ea typeface="Malgun Gothic" pitchFamily="34" charset="-122"/>
                <a:cs typeface="Malgun Gothic" pitchFamily="34" charset="-120"/>
              </a:rPr>
              <a:t>응답별 1순위 변수  —  DSD vs GPR</a:t>
            </a:r>
            <a:endParaRPr lang="en-US" sz="13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813816" y="1865376"/>
          <a:ext cx="4846320" cy="914400"/>
        </p:xfrm>
        <a:graphic>
          <a:graphicData uri="http://schemas.openxmlformats.org/drawingml/2006/table">
            <a:tbl>
              <a:tblPr/>
              <a:tblGrid>
                <a:gridCol w="960120"/>
                <a:gridCol w="1508760"/>
                <a:gridCol w="1737360"/>
                <a:gridCol w="640080"/>
              </a:tblGrid>
              <a:tr h="329184">
                <a:tc>
                  <a:txBody>
                    <a:bodyP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응답</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c>
                  <a:txBody>
                    <a:bodyP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DSD 기여율 (29회)</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c>
                  <a:txBody>
                    <a:bodyP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GPR Sobol S1 (80점)</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c>
                  <a:txBody>
                    <a:bodyPr/>
                    <a:lstStyle/>
                    <a:p>
                      <a:pPr algn="ctr" indent="0" marL="0">
                        <a:buNone/>
                      </a:pPr>
                      <a:r>
                        <a:rPr lang="en-US" sz="950" b="1" dirty="0">
                          <a:solidFill>
                            <a:srgbClr val="16305B"/>
                          </a:solidFill>
                          <a:latin typeface="Malgun Gothic" pitchFamily="34" charset="0"/>
                          <a:ea typeface="Malgun Gothic" pitchFamily="34" charset="-122"/>
                          <a:cs typeface="Malgun Gothic" pitchFamily="34" charset="-120"/>
                        </a:rPr>
                        <a:t>일치</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r>
              <a:tr h="329184">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차압</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1차 핀 개수</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1차 핀 개수</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algn="ctr" indent="0" marL="0">
                        <a:buNone/>
                      </a:pPr>
                      <a:r>
                        <a:rPr lang="en-US" sz="950" b="1" dirty="0">
                          <a:solidFill>
                            <a:srgbClr val="16305B"/>
                          </a:solidFill>
                          <a:latin typeface="Malgun Gothic" pitchFamily="34" charset="0"/>
                          <a:ea typeface="Malgun Gothic" pitchFamily="34" charset="-122"/>
                          <a:cs typeface="Malgun Gothic" pitchFamily="34" charset="-120"/>
                        </a:rPr>
                        <a:t>●</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329184">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온도편차</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2차 핀 개수</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2차 핀 개수</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algn="ctr" indent="0" marL="0">
                        <a:buNone/>
                      </a:pPr>
                      <a:r>
                        <a:rPr lang="en-US" sz="950" b="1" dirty="0">
                          <a:solidFill>
                            <a:srgbClr val="16305B"/>
                          </a:solidFill>
                          <a:latin typeface="Malgun Gothic" pitchFamily="34" charset="0"/>
                          <a:ea typeface="Malgun Gothic" pitchFamily="34" charset="-122"/>
                          <a:cs typeface="Malgun Gothic" pitchFamily="34" charset="-120"/>
                        </a:rPr>
                        <a:t>●</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329184">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최고온도</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1차 핀 개수</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1차 핀 개수</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algn="ctr" indent="0" marL="0">
                        <a:buNone/>
                      </a:pPr>
                      <a:r>
                        <a:rPr lang="en-US" sz="950" b="1" dirty="0">
                          <a:solidFill>
                            <a:srgbClr val="16305B"/>
                          </a:solidFill>
                          <a:latin typeface="Malgun Gothic" pitchFamily="34" charset="0"/>
                          <a:ea typeface="Malgun Gothic" pitchFamily="34" charset="-122"/>
                          <a:cs typeface="Malgun Gothic" pitchFamily="34" charset="-120"/>
                        </a:rPr>
                        <a:t>●</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329184">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1차 균일도</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1차 핀 개수</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1차 핀 개수</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algn="ctr" indent="0" marL="0">
                        <a:buNone/>
                      </a:pPr>
                      <a:r>
                        <a:rPr lang="en-US" sz="950" b="1" dirty="0">
                          <a:solidFill>
                            <a:srgbClr val="16305B"/>
                          </a:solidFill>
                          <a:latin typeface="Malgun Gothic" pitchFamily="34" charset="0"/>
                          <a:ea typeface="Malgun Gothic" pitchFamily="34" charset="-122"/>
                          <a:cs typeface="Malgun Gothic" pitchFamily="34" charset="-120"/>
                        </a:rPr>
                        <a:t>●</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329184">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2차 균일도</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2차 핀 개수</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2차 핀 개수</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algn="ctr" indent="0" marL="0">
                        <a:buNone/>
                      </a:pPr>
                      <a:r>
                        <a:rPr lang="en-US" sz="950" b="1" dirty="0">
                          <a:solidFill>
                            <a:srgbClr val="16305B"/>
                          </a:solidFill>
                          <a:latin typeface="Malgun Gothic" pitchFamily="34" charset="0"/>
                          <a:ea typeface="Malgun Gothic" pitchFamily="34" charset="-122"/>
                          <a:cs typeface="Malgun Gothic" pitchFamily="34" charset="-120"/>
                        </a:rPr>
                        <a:t>●</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329184">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분기비</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분기 입구 두께</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분기 입구 두께</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algn="ctr" indent="0" marL="0">
                        <a:buNone/>
                      </a:pPr>
                      <a:r>
                        <a:rPr lang="en-US" sz="950" b="1" dirty="0">
                          <a:solidFill>
                            <a:srgbClr val="16305B"/>
                          </a:solidFill>
                          <a:latin typeface="Malgun Gothic" pitchFamily="34" charset="0"/>
                          <a:ea typeface="Malgun Gothic" pitchFamily="34" charset="-122"/>
                          <a:cs typeface="Malgun Gothic" pitchFamily="34" charset="-120"/>
                        </a:rPr>
                        <a:t>●</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329184">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중량</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1차 핀 개수</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1차 핀 두께</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algn="ctr" indent="0" marL="0">
                        <a:buNone/>
                      </a:pPr>
                      <a:r>
                        <a:rPr lang="en-US" sz="950" b="1" dirty="0">
                          <a:solidFill>
                            <a:srgbClr val="0088A6"/>
                          </a:solidFill>
                          <a:latin typeface="Malgun Gothic" pitchFamily="34" charset="0"/>
                          <a:ea typeface="Malgun Gothic" pitchFamily="34" charset="-122"/>
                          <a:cs typeface="Malgun Gothic" pitchFamily="34" charset="-120"/>
                        </a:rPr>
                        <a:t>△</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bl>
          </a:graphicData>
        </a:graphic>
      </p:graphicFrame>
      <p:sp>
        <p:nvSpPr>
          <p:cNvPr id="10" name="Text 7"/>
          <p:cNvSpPr txBox="1"/>
          <p:nvPr/>
        </p:nvSpPr>
        <p:spPr>
          <a:xfrm>
            <a:off x="813816" y="4572000"/>
            <a:ext cx="4846320" cy="219456"/>
          </a:xfrm>
          <a:prstGeom prst="rect">
            <a:avLst/>
          </a:prstGeom>
          <a:noFill/>
          <a:ln/>
        </p:spPr>
        <p:txBody>
          <a:bodyPr wrap="square" lIns="0" tIns="0" rIns="0" bIns="0" rtlCol="0" anchor="ctr"/>
          <a:lstStyle/>
          <a:p>
            <a:pPr indent="0" marL="0">
              <a:buNone/>
            </a:pPr>
            <a:r>
              <a:rPr lang="en-US" sz="850" dirty="0">
                <a:solidFill>
                  <a:srgbClr val="6B7A8F"/>
                </a:solidFill>
                <a:latin typeface="Malgun Gothic" pitchFamily="34" charset="0"/>
                <a:ea typeface="Malgun Gothic" pitchFamily="34" charset="-122"/>
                <a:cs typeface="Malgun Gothic" pitchFamily="34" charset="-120"/>
              </a:rPr>
              <a:t>● 일치   △ 중량은 핀 변수 4개가 19 ~ 25%로 비슷해 순위 차이가 의미 없음</a:t>
            </a:r>
            <a:endParaRPr lang="en-US" sz="850" dirty="0"/>
          </a:p>
        </p:txBody>
      </p:sp>
      <p:sp>
        <p:nvSpPr>
          <p:cNvPr id="11" name="Text 8"/>
          <p:cNvSpPr txBox="1"/>
          <p:nvPr/>
        </p:nvSpPr>
        <p:spPr>
          <a:xfrm>
            <a:off x="813816" y="4828032"/>
            <a:ext cx="4846320" cy="384048"/>
          </a:xfrm>
          <a:prstGeom prst="rect">
            <a:avLst/>
          </a:prstGeom>
          <a:noFill/>
          <a:ln/>
        </p:spPr>
        <p:txBody>
          <a:bodyPr wrap="square" lIns="0" tIns="0" rIns="0" bIns="0" rtlCol="0" anchor="ctr"/>
          <a:lstStyle/>
          <a:p>
            <a:pPr indent="0" marL="0">
              <a:buNone/>
            </a:pPr>
            <a:r>
              <a:rPr lang="en-US" sz="1800" b="1" dirty="0">
                <a:solidFill>
                  <a:srgbClr val="16305B"/>
                </a:solidFill>
                <a:latin typeface="Malgun Gothic" pitchFamily="34" charset="0"/>
                <a:ea typeface="Malgun Gothic" pitchFamily="34" charset="-122"/>
                <a:cs typeface="Malgun Gothic" pitchFamily="34" charset="-120"/>
              </a:rPr>
              <a:t>6 / 7</a:t>
            </a:r>
            <a:pPr indent="0" marL="0">
              <a:buNone/>
            </a:pPr>
            <a:r>
              <a:rPr lang="en-US" sz="950" dirty="0">
                <a:solidFill>
                  <a:srgbClr val="1C2733"/>
                </a:solidFill>
                <a:latin typeface="Malgun Gothic" pitchFamily="34" charset="0"/>
                <a:ea typeface="Malgun Gothic" pitchFamily="34" charset="-122"/>
                <a:cs typeface="Malgun Gothic" pitchFamily="34" charset="-120"/>
              </a:rPr>
              <a:t>   응답에서 1순위 일치 — 서로 다른 방법 · 데이터로 같은 결론</a:t>
            </a:r>
            <a:endParaRPr lang="en-US" sz="1800" dirty="0"/>
          </a:p>
        </p:txBody>
      </p:sp>
      <p:sp>
        <p:nvSpPr>
          <p:cNvPr id="12" name="Shape 9"/>
          <p:cNvSpPr/>
          <p:nvPr/>
        </p:nvSpPr>
        <p:spPr>
          <a:xfrm>
            <a:off x="6336792" y="1188720"/>
            <a:ext cx="5440680" cy="4160520"/>
          </a:xfrm>
          <a:prstGeom prst="roundRect">
            <a:avLst>
              <a:gd name="adj" fmla="val 1319"/>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13" name="Shape 10"/>
          <p:cNvSpPr/>
          <p:nvPr/>
        </p:nvSpPr>
        <p:spPr>
          <a:xfrm>
            <a:off x="6592824" y="1463040"/>
            <a:ext cx="82296" cy="182880"/>
          </a:xfrm>
          <a:prstGeom prst="rect">
            <a:avLst/>
          </a:prstGeom>
          <a:solidFill>
            <a:srgbClr val="00A3C4"/>
          </a:solidFill>
          <a:ln w="12700">
            <a:solidFill>
              <a:srgbClr val="00A3C4"/>
            </a:solidFill>
            <a:prstDash val="solid"/>
          </a:ln>
        </p:spPr>
      </p:sp>
      <p:sp>
        <p:nvSpPr>
          <p:cNvPr id="14" name="Text 11"/>
          <p:cNvSpPr txBox="1"/>
          <p:nvPr/>
        </p:nvSpPr>
        <p:spPr>
          <a:xfrm>
            <a:off x="6757416" y="1371600"/>
            <a:ext cx="4480560" cy="365760"/>
          </a:xfrm>
          <a:prstGeom prst="rect">
            <a:avLst/>
          </a:prstGeom>
          <a:noFill/>
          <a:ln/>
        </p:spPr>
        <p:txBody>
          <a:bodyPr wrap="square" lIns="0" tIns="0" rIns="0" bIns="0" rtlCol="0" anchor="ctr"/>
          <a:lstStyle/>
          <a:p>
            <a:pPr indent="0" marL="0">
              <a:buNone/>
            </a:pPr>
            <a:r>
              <a:rPr lang="en-US" sz="1300" b="1" dirty="0">
                <a:solidFill>
                  <a:srgbClr val="16305B"/>
                </a:solidFill>
                <a:latin typeface="Malgun Gothic" pitchFamily="34" charset="0"/>
                <a:ea typeface="Malgun Gothic" pitchFamily="34" charset="-122"/>
                <a:cs typeface="Malgun Gothic" pitchFamily="34" charset="-120"/>
              </a:rPr>
              <a:t>교호작용 비율  —  1 − ΣS1</a:t>
            </a:r>
            <a:endParaRPr lang="en-US" sz="1300" dirty="0"/>
          </a:p>
        </p:txBody>
      </p:sp>
      <p:sp>
        <p:nvSpPr>
          <p:cNvPr id="15" name="Text 12"/>
          <p:cNvSpPr txBox="1"/>
          <p:nvPr/>
        </p:nvSpPr>
        <p:spPr>
          <a:xfrm>
            <a:off x="6647688" y="1755648"/>
            <a:ext cx="4846320" cy="329184"/>
          </a:xfrm>
          <a:prstGeom prst="rect">
            <a:avLst/>
          </a:prstGeom>
          <a:noFill/>
          <a:ln/>
        </p:spPr>
        <p:txBody>
          <a:bodyPr wrap="square" lIns="0" tIns="0" rIns="0" bIns="0" rtlCol="0" anchor="ctr"/>
          <a:lstStyle/>
          <a:p>
            <a:pPr indent="0" marL="0">
              <a:lnSpc>
                <a:spcPct val="110000"/>
              </a:lnSpc>
              <a:buNone/>
            </a:pPr>
            <a:r>
              <a:rPr lang="en-US" sz="860" dirty="0">
                <a:solidFill>
                  <a:srgbClr val="6B7A8F"/>
                </a:solidFill>
                <a:latin typeface="Malgun Gothic" pitchFamily="34" charset="0"/>
                <a:ea typeface="Malgun Gothic" pitchFamily="34" charset="-122"/>
                <a:cs typeface="Malgun Gothic" pitchFamily="34" charset="-120"/>
              </a:rPr>
              <a:t>응답 변동 중 주효과(S1)로 설명되지 않는 부분 = 변수끼리 얽힌 효과</a:t>
            </a:r>
            <a:endParaRPr lang="en-US" sz="860" dirty="0"/>
          </a:p>
        </p:txBody>
      </p:sp>
      <p:sp>
        <p:nvSpPr>
          <p:cNvPr id="16" name="Text 13"/>
          <p:cNvSpPr txBox="1"/>
          <p:nvPr/>
        </p:nvSpPr>
        <p:spPr>
          <a:xfrm>
            <a:off x="6647688" y="2157984"/>
            <a:ext cx="1005840" cy="256032"/>
          </a:xfrm>
          <a:prstGeom prst="rect">
            <a:avLst/>
          </a:prstGeom>
          <a:noFill/>
          <a:ln/>
        </p:spPr>
        <p:txBody>
          <a:bodyPr wrap="square" lIns="0" tIns="0" rIns="0" bIns="0" rtlCol="0" anchor="ctr"/>
          <a:lstStyle/>
          <a:p>
            <a:pPr algn="r" indent="0" marL="0">
              <a:buNone/>
            </a:pPr>
            <a:r>
              <a:rPr lang="en-US" sz="950" dirty="0">
                <a:solidFill>
                  <a:srgbClr val="1C2733"/>
                </a:solidFill>
                <a:latin typeface="Malgun Gothic" pitchFamily="34" charset="0"/>
                <a:ea typeface="Malgun Gothic" pitchFamily="34" charset="-122"/>
                <a:cs typeface="Malgun Gothic" pitchFamily="34" charset="-120"/>
              </a:rPr>
              <a:t>차압</a:t>
            </a:r>
            <a:endParaRPr lang="en-US" sz="950" dirty="0"/>
          </a:p>
        </p:txBody>
      </p:sp>
      <p:sp>
        <p:nvSpPr>
          <p:cNvPr id="17" name="Shape 14"/>
          <p:cNvSpPr/>
          <p:nvPr/>
        </p:nvSpPr>
        <p:spPr>
          <a:xfrm>
            <a:off x="7708392" y="2203704"/>
            <a:ext cx="3154680" cy="164592"/>
          </a:xfrm>
          <a:prstGeom prst="rect">
            <a:avLst/>
          </a:prstGeom>
          <a:solidFill>
            <a:srgbClr val="F0F3F7"/>
          </a:solidFill>
          <a:ln w="12700">
            <a:solidFill>
              <a:srgbClr val="F0F3F7"/>
            </a:solidFill>
            <a:prstDash val="solid"/>
          </a:ln>
        </p:spPr>
      </p:sp>
      <p:sp>
        <p:nvSpPr>
          <p:cNvPr id="18" name="Shape 15"/>
          <p:cNvSpPr/>
          <p:nvPr/>
        </p:nvSpPr>
        <p:spPr>
          <a:xfrm>
            <a:off x="7708392" y="2203704"/>
            <a:ext cx="1173541" cy="164592"/>
          </a:xfrm>
          <a:prstGeom prst="rect">
            <a:avLst/>
          </a:prstGeom>
          <a:solidFill>
            <a:srgbClr val="9FB0C6"/>
          </a:solidFill>
          <a:ln w="12700">
            <a:solidFill>
              <a:srgbClr val="9FB0C6"/>
            </a:solidFill>
            <a:prstDash val="solid"/>
          </a:ln>
        </p:spPr>
      </p:sp>
      <p:sp>
        <p:nvSpPr>
          <p:cNvPr id="19" name="Text 16"/>
          <p:cNvSpPr txBox="1"/>
          <p:nvPr/>
        </p:nvSpPr>
        <p:spPr>
          <a:xfrm>
            <a:off x="10917936" y="2157984"/>
            <a:ext cx="502920" cy="256032"/>
          </a:xfrm>
          <a:prstGeom prst="rect">
            <a:avLst/>
          </a:prstGeom>
          <a:noFill/>
          <a:ln/>
        </p:spPr>
        <p:txBody>
          <a:bodyPr wrap="square" lIns="0" tIns="0" rIns="0" bIns="0" rtlCol="0" anchor="ctr"/>
          <a:lstStyle/>
          <a:p>
            <a:pPr indent="0" marL="0">
              <a:buNone/>
            </a:pPr>
            <a:r>
              <a:rPr lang="en-US" sz="950" b="1" dirty="0">
                <a:solidFill>
                  <a:srgbClr val="6B7A8F"/>
                </a:solidFill>
                <a:latin typeface="Malgun Gothic" pitchFamily="34" charset="0"/>
                <a:ea typeface="Malgun Gothic" pitchFamily="34" charset="-122"/>
                <a:cs typeface="Malgun Gothic" pitchFamily="34" charset="-120"/>
              </a:rPr>
              <a:t>7%</a:t>
            </a:r>
            <a:endParaRPr lang="en-US" sz="950" dirty="0"/>
          </a:p>
        </p:txBody>
      </p:sp>
      <p:sp>
        <p:nvSpPr>
          <p:cNvPr id="20" name="Text 17"/>
          <p:cNvSpPr txBox="1"/>
          <p:nvPr/>
        </p:nvSpPr>
        <p:spPr>
          <a:xfrm>
            <a:off x="6647688" y="2482596"/>
            <a:ext cx="1005840" cy="256032"/>
          </a:xfrm>
          <a:prstGeom prst="rect">
            <a:avLst/>
          </a:prstGeom>
          <a:noFill/>
          <a:ln/>
        </p:spPr>
        <p:txBody>
          <a:bodyPr wrap="square" lIns="0" tIns="0" rIns="0" bIns="0" rtlCol="0" anchor="ctr"/>
          <a:lstStyle/>
          <a:p>
            <a:pPr algn="r" indent="0" marL="0">
              <a:buNone/>
            </a:pPr>
            <a:r>
              <a:rPr lang="en-US" sz="950" dirty="0">
                <a:solidFill>
                  <a:srgbClr val="1C2733"/>
                </a:solidFill>
                <a:latin typeface="Malgun Gothic" pitchFamily="34" charset="0"/>
                <a:ea typeface="Malgun Gothic" pitchFamily="34" charset="-122"/>
                <a:cs typeface="Malgun Gothic" pitchFamily="34" charset="-120"/>
              </a:rPr>
              <a:t>온도편차</a:t>
            </a:r>
            <a:endParaRPr lang="en-US" sz="950" dirty="0"/>
          </a:p>
        </p:txBody>
      </p:sp>
      <p:sp>
        <p:nvSpPr>
          <p:cNvPr id="21" name="Shape 18"/>
          <p:cNvSpPr/>
          <p:nvPr/>
        </p:nvSpPr>
        <p:spPr>
          <a:xfrm>
            <a:off x="7708392" y="2528316"/>
            <a:ext cx="3154680" cy="164592"/>
          </a:xfrm>
          <a:prstGeom prst="rect">
            <a:avLst/>
          </a:prstGeom>
          <a:solidFill>
            <a:srgbClr val="F0F3F7"/>
          </a:solidFill>
          <a:ln w="12700">
            <a:solidFill>
              <a:srgbClr val="F0F3F7"/>
            </a:solidFill>
            <a:prstDash val="solid"/>
          </a:ln>
        </p:spPr>
      </p:sp>
      <p:sp>
        <p:nvSpPr>
          <p:cNvPr id="22" name="Shape 19"/>
          <p:cNvSpPr/>
          <p:nvPr/>
        </p:nvSpPr>
        <p:spPr>
          <a:xfrm>
            <a:off x="7708392" y="2528316"/>
            <a:ext cx="403799" cy="164592"/>
          </a:xfrm>
          <a:prstGeom prst="rect">
            <a:avLst/>
          </a:prstGeom>
          <a:solidFill>
            <a:srgbClr val="9FB0C6"/>
          </a:solidFill>
          <a:ln w="12700">
            <a:solidFill>
              <a:srgbClr val="9FB0C6"/>
            </a:solidFill>
            <a:prstDash val="solid"/>
          </a:ln>
        </p:spPr>
      </p:sp>
      <p:sp>
        <p:nvSpPr>
          <p:cNvPr id="23" name="Text 20"/>
          <p:cNvSpPr txBox="1"/>
          <p:nvPr/>
        </p:nvSpPr>
        <p:spPr>
          <a:xfrm>
            <a:off x="10917936" y="2482596"/>
            <a:ext cx="502920" cy="256032"/>
          </a:xfrm>
          <a:prstGeom prst="rect">
            <a:avLst/>
          </a:prstGeom>
          <a:noFill/>
          <a:ln/>
        </p:spPr>
        <p:txBody>
          <a:bodyPr wrap="square" lIns="0" tIns="0" rIns="0" bIns="0" rtlCol="0" anchor="ctr"/>
          <a:lstStyle/>
          <a:p>
            <a:pPr indent="0" marL="0">
              <a:buNone/>
            </a:pPr>
            <a:r>
              <a:rPr lang="en-US" sz="950" b="1" dirty="0">
                <a:solidFill>
                  <a:srgbClr val="6B7A8F"/>
                </a:solidFill>
                <a:latin typeface="Malgun Gothic" pitchFamily="34" charset="0"/>
                <a:ea typeface="Malgun Gothic" pitchFamily="34" charset="-122"/>
                <a:cs typeface="Malgun Gothic" pitchFamily="34" charset="-120"/>
              </a:rPr>
              <a:t>3%</a:t>
            </a:r>
            <a:endParaRPr lang="en-US" sz="950" dirty="0"/>
          </a:p>
        </p:txBody>
      </p:sp>
      <p:sp>
        <p:nvSpPr>
          <p:cNvPr id="24" name="Text 21"/>
          <p:cNvSpPr txBox="1"/>
          <p:nvPr/>
        </p:nvSpPr>
        <p:spPr>
          <a:xfrm>
            <a:off x="6647688" y="2807208"/>
            <a:ext cx="1005840" cy="256032"/>
          </a:xfrm>
          <a:prstGeom prst="rect">
            <a:avLst/>
          </a:prstGeom>
          <a:noFill/>
          <a:ln/>
        </p:spPr>
        <p:txBody>
          <a:bodyPr wrap="square" lIns="0" tIns="0" rIns="0" bIns="0" rtlCol="0" anchor="ctr"/>
          <a:lstStyle/>
          <a:p>
            <a:pPr algn="r" indent="0" marL="0">
              <a:buNone/>
            </a:pPr>
            <a:r>
              <a:rPr lang="en-US" sz="950" dirty="0">
                <a:solidFill>
                  <a:srgbClr val="1C2733"/>
                </a:solidFill>
                <a:latin typeface="Malgun Gothic" pitchFamily="34" charset="0"/>
                <a:ea typeface="Malgun Gothic" pitchFamily="34" charset="-122"/>
                <a:cs typeface="Malgun Gothic" pitchFamily="34" charset="-120"/>
              </a:rPr>
              <a:t>최고온도</a:t>
            </a:r>
            <a:endParaRPr lang="en-US" sz="950" dirty="0"/>
          </a:p>
        </p:txBody>
      </p:sp>
      <p:sp>
        <p:nvSpPr>
          <p:cNvPr id="25" name="Shape 22"/>
          <p:cNvSpPr/>
          <p:nvPr/>
        </p:nvSpPr>
        <p:spPr>
          <a:xfrm>
            <a:off x="7708392" y="2852928"/>
            <a:ext cx="3154680" cy="164592"/>
          </a:xfrm>
          <a:prstGeom prst="rect">
            <a:avLst/>
          </a:prstGeom>
          <a:solidFill>
            <a:srgbClr val="F0F3F7"/>
          </a:solidFill>
          <a:ln w="12700">
            <a:solidFill>
              <a:srgbClr val="F0F3F7"/>
            </a:solidFill>
            <a:prstDash val="solid"/>
          </a:ln>
        </p:spPr>
      </p:sp>
      <p:sp>
        <p:nvSpPr>
          <p:cNvPr id="26" name="Shape 23"/>
          <p:cNvSpPr/>
          <p:nvPr/>
        </p:nvSpPr>
        <p:spPr>
          <a:xfrm>
            <a:off x="7708392" y="2852928"/>
            <a:ext cx="559956" cy="164592"/>
          </a:xfrm>
          <a:prstGeom prst="rect">
            <a:avLst/>
          </a:prstGeom>
          <a:solidFill>
            <a:srgbClr val="9FB0C6"/>
          </a:solidFill>
          <a:ln w="12700">
            <a:solidFill>
              <a:srgbClr val="9FB0C6"/>
            </a:solidFill>
            <a:prstDash val="solid"/>
          </a:ln>
        </p:spPr>
      </p:sp>
      <p:sp>
        <p:nvSpPr>
          <p:cNvPr id="27" name="Text 24"/>
          <p:cNvSpPr txBox="1"/>
          <p:nvPr/>
        </p:nvSpPr>
        <p:spPr>
          <a:xfrm>
            <a:off x="10917936" y="2807208"/>
            <a:ext cx="502920" cy="256032"/>
          </a:xfrm>
          <a:prstGeom prst="rect">
            <a:avLst/>
          </a:prstGeom>
          <a:noFill/>
          <a:ln/>
        </p:spPr>
        <p:txBody>
          <a:bodyPr wrap="square" lIns="0" tIns="0" rIns="0" bIns="0" rtlCol="0" anchor="ctr"/>
          <a:lstStyle/>
          <a:p>
            <a:pPr indent="0" marL="0">
              <a:buNone/>
            </a:pPr>
            <a:r>
              <a:rPr lang="en-US" sz="950" b="1" dirty="0">
                <a:solidFill>
                  <a:srgbClr val="6B7A8F"/>
                </a:solidFill>
                <a:latin typeface="Malgun Gothic" pitchFamily="34" charset="0"/>
                <a:ea typeface="Malgun Gothic" pitchFamily="34" charset="-122"/>
                <a:cs typeface="Malgun Gothic" pitchFamily="34" charset="-120"/>
              </a:rPr>
              <a:t>4%</a:t>
            </a:r>
            <a:endParaRPr lang="en-US" sz="950" dirty="0"/>
          </a:p>
        </p:txBody>
      </p:sp>
      <p:sp>
        <p:nvSpPr>
          <p:cNvPr id="28" name="Text 25"/>
          <p:cNvSpPr txBox="1"/>
          <p:nvPr/>
        </p:nvSpPr>
        <p:spPr>
          <a:xfrm>
            <a:off x="6647688" y="3131820"/>
            <a:ext cx="1005840" cy="256032"/>
          </a:xfrm>
          <a:prstGeom prst="rect">
            <a:avLst/>
          </a:prstGeom>
          <a:noFill/>
          <a:ln/>
        </p:spPr>
        <p:txBody>
          <a:bodyPr wrap="square" lIns="0" tIns="0" rIns="0" bIns="0" rtlCol="0" anchor="ctr"/>
          <a:lstStyle/>
          <a:p>
            <a:pPr algn="r" indent="0" marL="0">
              <a:buNone/>
            </a:pPr>
            <a:r>
              <a:rPr lang="en-US" sz="950" b="1" dirty="0">
                <a:solidFill>
                  <a:srgbClr val="16305B"/>
                </a:solidFill>
                <a:latin typeface="Malgun Gothic" pitchFamily="34" charset="0"/>
                <a:ea typeface="Malgun Gothic" pitchFamily="34" charset="-122"/>
                <a:cs typeface="Malgun Gothic" pitchFamily="34" charset="-120"/>
              </a:rPr>
              <a:t>1차 균일도</a:t>
            </a:r>
            <a:endParaRPr lang="en-US" sz="950" dirty="0"/>
          </a:p>
        </p:txBody>
      </p:sp>
      <p:sp>
        <p:nvSpPr>
          <p:cNvPr id="29" name="Shape 26"/>
          <p:cNvSpPr/>
          <p:nvPr/>
        </p:nvSpPr>
        <p:spPr>
          <a:xfrm>
            <a:off x="7708392" y="3177540"/>
            <a:ext cx="3154680" cy="164592"/>
          </a:xfrm>
          <a:prstGeom prst="rect">
            <a:avLst/>
          </a:prstGeom>
          <a:solidFill>
            <a:srgbClr val="F0F3F7"/>
          </a:solidFill>
          <a:ln w="12700">
            <a:solidFill>
              <a:srgbClr val="F0F3F7"/>
            </a:solidFill>
            <a:prstDash val="solid"/>
          </a:ln>
        </p:spPr>
      </p:sp>
      <p:sp>
        <p:nvSpPr>
          <p:cNvPr id="30" name="Shape 27"/>
          <p:cNvSpPr/>
          <p:nvPr/>
        </p:nvSpPr>
        <p:spPr>
          <a:xfrm>
            <a:off x="7708392" y="3177540"/>
            <a:ext cx="1993758" cy="164592"/>
          </a:xfrm>
          <a:prstGeom prst="rect">
            <a:avLst/>
          </a:prstGeom>
          <a:solidFill>
            <a:srgbClr val="00A3C4"/>
          </a:solidFill>
          <a:ln w="12700">
            <a:solidFill>
              <a:srgbClr val="00A3C4"/>
            </a:solidFill>
            <a:prstDash val="solid"/>
          </a:ln>
        </p:spPr>
      </p:sp>
      <p:sp>
        <p:nvSpPr>
          <p:cNvPr id="31" name="Text 28"/>
          <p:cNvSpPr txBox="1"/>
          <p:nvPr/>
        </p:nvSpPr>
        <p:spPr>
          <a:xfrm>
            <a:off x="10917936" y="3131820"/>
            <a:ext cx="502920" cy="256032"/>
          </a:xfrm>
          <a:prstGeom prst="rect">
            <a:avLst/>
          </a:prstGeom>
          <a:noFill/>
          <a:ln/>
        </p:spPr>
        <p:txBody>
          <a:bodyPr wrap="square" lIns="0" tIns="0" rIns="0" bIns="0" rtlCol="0" anchor="ctr"/>
          <a:lstStyle/>
          <a:p>
            <a:pPr indent="0" marL="0">
              <a:buNone/>
            </a:pPr>
            <a:r>
              <a:rPr lang="en-US" sz="950" b="1" dirty="0">
                <a:solidFill>
                  <a:srgbClr val="0088A6"/>
                </a:solidFill>
                <a:latin typeface="Malgun Gothic" pitchFamily="34" charset="0"/>
                <a:ea typeface="Malgun Gothic" pitchFamily="34" charset="-122"/>
                <a:cs typeface="Malgun Gothic" pitchFamily="34" charset="-120"/>
              </a:rPr>
              <a:t>13%</a:t>
            </a:r>
            <a:endParaRPr lang="en-US" sz="950" dirty="0"/>
          </a:p>
        </p:txBody>
      </p:sp>
      <p:sp>
        <p:nvSpPr>
          <p:cNvPr id="32" name="Text 29"/>
          <p:cNvSpPr txBox="1"/>
          <p:nvPr/>
        </p:nvSpPr>
        <p:spPr>
          <a:xfrm>
            <a:off x="6647688" y="3456432"/>
            <a:ext cx="1005840" cy="256032"/>
          </a:xfrm>
          <a:prstGeom prst="rect">
            <a:avLst/>
          </a:prstGeom>
          <a:noFill/>
          <a:ln/>
        </p:spPr>
        <p:txBody>
          <a:bodyPr wrap="square" lIns="0" tIns="0" rIns="0" bIns="0" rtlCol="0" anchor="ctr"/>
          <a:lstStyle/>
          <a:p>
            <a:pPr algn="r" indent="0" marL="0">
              <a:buNone/>
            </a:pPr>
            <a:r>
              <a:rPr lang="en-US" sz="950" b="1" dirty="0">
                <a:solidFill>
                  <a:srgbClr val="16305B"/>
                </a:solidFill>
                <a:latin typeface="Malgun Gothic" pitchFamily="34" charset="0"/>
                <a:ea typeface="Malgun Gothic" pitchFamily="34" charset="-122"/>
                <a:cs typeface="Malgun Gothic" pitchFamily="34" charset="-120"/>
              </a:rPr>
              <a:t>2차 균일도</a:t>
            </a:r>
            <a:endParaRPr lang="en-US" sz="950" dirty="0"/>
          </a:p>
        </p:txBody>
      </p:sp>
      <p:sp>
        <p:nvSpPr>
          <p:cNvPr id="33" name="Shape 30"/>
          <p:cNvSpPr/>
          <p:nvPr/>
        </p:nvSpPr>
        <p:spPr>
          <a:xfrm>
            <a:off x="7708392" y="3502152"/>
            <a:ext cx="3154680" cy="164592"/>
          </a:xfrm>
          <a:prstGeom prst="rect">
            <a:avLst/>
          </a:prstGeom>
          <a:solidFill>
            <a:srgbClr val="F0F3F7"/>
          </a:solidFill>
          <a:ln w="12700">
            <a:solidFill>
              <a:srgbClr val="F0F3F7"/>
            </a:solidFill>
            <a:prstDash val="solid"/>
          </a:ln>
        </p:spPr>
      </p:sp>
      <p:sp>
        <p:nvSpPr>
          <p:cNvPr id="34" name="Shape 31"/>
          <p:cNvSpPr/>
          <p:nvPr/>
        </p:nvSpPr>
        <p:spPr>
          <a:xfrm>
            <a:off x="7708392" y="3502152"/>
            <a:ext cx="2943316" cy="164592"/>
          </a:xfrm>
          <a:prstGeom prst="rect">
            <a:avLst/>
          </a:prstGeom>
          <a:solidFill>
            <a:srgbClr val="00A3C4"/>
          </a:solidFill>
          <a:ln w="12700">
            <a:solidFill>
              <a:srgbClr val="00A3C4"/>
            </a:solidFill>
            <a:prstDash val="solid"/>
          </a:ln>
        </p:spPr>
      </p:sp>
      <p:sp>
        <p:nvSpPr>
          <p:cNvPr id="35" name="Text 32"/>
          <p:cNvSpPr txBox="1"/>
          <p:nvPr/>
        </p:nvSpPr>
        <p:spPr>
          <a:xfrm>
            <a:off x="10917936" y="3456432"/>
            <a:ext cx="502920" cy="256032"/>
          </a:xfrm>
          <a:prstGeom prst="rect">
            <a:avLst/>
          </a:prstGeom>
          <a:noFill/>
          <a:ln/>
        </p:spPr>
        <p:txBody>
          <a:bodyPr wrap="square" lIns="0" tIns="0" rIns="0" bIns="0" rtlCol="0" anchor="ctr"/>
          <a:lstStyle/>
          <a:p>
            <a:pPr indent="0" marL="0">
              <a:buNone/>
            </a:pPr>
            <a:r>
              <a:rPr lang="en-US" sz="950" b="1" dirty="0">
                <a:solidFill>
                  <a:srgbClr val="0088A6"/>
                </a:solidFill>
                <a:latin typeface="Malgun Gothic" pitchFamily="34" charset="0"/>
                <a:ea typeface="Malgun Gothic" pitchFamily="34" charset="-122"/>
                <a:cs typeface="Malgun Gothic" pitchFamily="34" charset="-120"/>
              </a:rPr>
              <a:t>19%</a:t>
            </a:r>
            <a:endParaRPr lang="en-US" sz="950" dirty="0"/>
          </a:p>
        </p:txBody>
      </p:sp>
      <p:sp>
        <p:nvSpPr>
          <p:cNvPr id="36" name="Text 33"/>
          <p:cNvSpPr txBox="1"/>
          <p:nvPr/>
        </p:nvSpPr>
        <p:spPr>
          <a:xfrm>
            <a:off x="6647688" y="3781044"/>
            <a:ext cx="1005840" cy="256032"/>
          </a:xfrm>
          <a:prstGeom prst="rect">
            <a:avLst/>
          </a:prstGeom>
          <a:noFill/>
          <a:ln/>
        </p:spPr>
        <p:txBody>
          <a:bodyPr wrap="square" lIns="0" tIns="0" rIns="0" bIns="0" rtlCol="0" anchor="ctr"/>
          <a:lstStyle/>
          <a:p>
            <a:pPr algn="r" indent="0" marL="0">
              <a:buNone/>
            </a:pPr>
            <a:r>
              <a:rPr lang="en-US" sz="950" dirty="0">
                <a:solidFill>
                  <a:srgbClr val="1C2733"/>
                </a:solidFill>
                <a:latin typeface="Malgun Gothic" pitchFamily="34" charset="0"/>
                <a:ea typeface="Malgun Gothic" pitchFamily="34" charset="-122"/>
                <a:cs typeface="Malgun Gothic" pitchFamily="34" charset="-120"/>
              </a:rPr>
              <a:t>분기비</a:t>
            </a:r>
            <a:endParaRPr lang="en-US" sz="950" dirty="0"/>
          </a:p>
        </p:txBody>
      </p:sp>
      <p:sp>
        <p:nvSpPr>
          <p:cNvPr id="37" name="Shape 34"/>
          <p:cNvSpPr/>
          <p:nvPr/>
        </p:nvSpPr>
        <p:spPr>
          <a:xfrm>
            <a:off x="7708392" y="3826764"/>
            <a:ext cx="3154680" cy="164592"/>
          </a:xfrm>
          <a:prstGeom prst="rect">
            <a:avLst/>
          </a:prstGeom>
          <a:solidFill>
            <a:srgbClr val="F0F3F7"/>
          </a:solidFill>
          <a:ln w="12700">
            <a:solidFill>
              <a:srgbClr val="F0F3F7"/>
            </a:solidFill>
            <a:prstDash val="solid"/>
          </a:ln>
        </p:spPr>
      </p:sp>
      <p:sp>
        <p:nvSpPr>
          <p:cNvPr id="38" name="Shape 35"/>
          <p:cNvSpPr/>
          <p:nvPr/>
        </p:nvSpPr>
        <p:spPr>
          <a:xfrm>
            <a:off x="7708392" y="3826764"/>
            <a:ext cx="615163" cy="164592"/>
          </a:xfrm>
          <a:prstGeom prst="rect">
            <a:avLst/>
          </a:prstGeom>
          <a:solidFill>
            <a:srgbClr val="9FB0C6"/>
          </a:solidFill>
          <a:ln w="12700">
            <a:solidFill>
              <a:srgbClr val="9FB0C6"/>
            </a:solidFill>
            <a:prstDash val="solid"/>
          </a:ln>
        </p:spPr>
      </p:sp>
      <p:sp>
        <p:nvSpPr>
          <p:cNvPr id="39" name="Text 36"/>
          <p:cNvSpPr txBox="1"/>
          <p:nvPr/>
        </p:nvSpPr>
        <p:spPr>
          <a:xfrm>
            <a:off x="10917936" y="3781044"/>
            <a:ext cx="502920" cy="256032"/>
          </a:xfrm>
          <a:prstGeom prst="rect">
            <a:avLst/>
          </a:prstGeom>
          <a:noFill/>
          <a:ln/>
        </p:spPr>
        <p:txBody>
          <a:bodyPr wrap="square" lIns="0" tIns="0" rIns="0" bIns="0" rtlCol="0" anchor="ctr"/>
          <a:lstStyle/>
          <a:p>
            <a:pPr indent="0" marL="0">
              <a:buNone/>
            </a:pPr>
            <a:r>
              <a:rPr lang="en-US" sz="950" b="1" dirty="0">
                <a:solidFill>
                  <a:srgbClr val="6B7A8F"/>
                </a:solidFill>
                <a:latin typeface="Malgun Gothic" pitchFamily="34" charset="0"/>
                <a:ea typeface="Malgun Gothic" pitchFamily="34" charset="-122"/>
                <a:cs typeface="Malgun Gothic" pitchFamily="34" charset="-120"/>
              </a:rPr>
              <a:t>4%</a:t>
            </a:r>
            <a:endParaRPr lang="en-US" sz="950" dirty="0"/>
          </a:p>
        </p:txBody>
      </p:sp>
      <p:sp>
        <p:nvSpPr>
          <p:cNvPr id="40" name="Text 37"/>
          <p:cNvSpPr txBox="1"/>
          <p:nvPr/>
        </p:nvSpPr>
        <p:spPr>
          <a:xfrm>
            <a:off x="6647688" y="4105656"/>
            <a:ext cx="1005840" cy="256032"/>
          </a:xfrm>
          <a:prstGeom prst="rect">
            <a:avLst/>
          </a:prstGeom>
          <a:noFill/>
          <a:ln/>
        </p:spPr>
        <p:txBody>
          <a:bodyPr wrap="square" lIns="0" tIns="0" rIns="0" bIns="0" rtlCol="0" anchor="ctr"/>
          <a:lstStyle/>
          <a:p>
            <a:pPr algn="r" indent="0" marL="0">
              <a:buNone/>
            </a:pPr>
            <a:r>
              <a:rPr lang="en-US" sz="950" dirty="0">
                <a:solidFill>
                  <a:srgbClr val="1C2733"/>
                </a:solidFill>
                <a:latin typeface="Malgun Gothic" pitchFamily="34" charset="0"/>
                <a:ea typeface="Malgun Gothic" pitchFamily="34" charset="-122"/>
                <a:cs typeface="Malgun Gothic" pitchFamily="34" charset="-120"/>
              </a:rPr>
              <a:t>중량</a:t>
            </a:r>
            <a:endParaRPr lang="en-US" sz="950" dirty="0"/>
          </a:p>
        </p:txBody>
      </p:sp>
      <p:sp>
        <p:nvSpPr>
          <p:cNvPr id="41" name="Shape 38"/>
          <p:cNvSpPr/>
          <p:nvPr/>
        </p:nvSpPr>
        <p:spPr>
          <a:xfrm>
            <a:off x="7708392" y="4151376"/>
            <a:ext cx="3154680" cy="164592"/>
          </a:xfrm>
          <a:prstGeom prst="rect">
            <a:avLst/>
          </a:prstGeom>
          <a:solidFill>
            <a:srgbClr val="F0F3F7"/>
          </a:solidFill>
          <a:ln w="12700">
            <a:solidFill>
              <a:srgbClr val="F0F3F7"/>
            </a:solidFill>
            <a:prstDash val="solid"/>
          </a:ln>
        </p:spPr>
      </p:sp>
      <p:sp>
        <p:nvSpPr>
          <p:cNvPr id="42" name="Shape 39"/>
          <p:cNvSpPr/>
          <p:nvPr/>
        </p:nvSpPr>
        <p:spPr>
          <a:xfrm>
            <a:off x="7708392" y="4151376"/>
            <a:ext cx="1104138" cy="164592"/>
          </a:xfrm>
          <a:prstGeom prst="rect">
            <a:avLst/>
          </a:prstGeom>
          <a:solidFill>
            <a:srgbClr val="9FB0C6"/>
          </a:solidFill>
          <a:ln w="12700">
            <a:solidFill>
              <a:srgbClr val="9FB0C6"/>
            </a:solidFill>
            <a:prstDash val="solid"/>
          </a:ln>
        </p:spPr>
      </p:sp>
      <p:sp>
        <p:nvSpPr>
          <p:cNvPr id="43" name="Text 40"/>
          <p:cNvSpPr txBox="1"/>
          <p:nvPr/>
        </p:nvSpPr>
        <p:spPr>
          <a:xfrm>
            <a:off x="10917936" y="4105656"/>
            <a:ext cx="502920" cy="256032"/>
          </a:xfrm>
          <a:prstGeom prst="rect">
            <a:avLst/>
          </a:prstGeom>
          <a:noFill/>
          <a:ln/>
        </p:spPr>
        <p:txBody>
          <a:bodyPr wrap="square" lIns="0" tIns="0" rIns="0" bIns="0" rtlCol="0" anchor="ctr"/>
          <a:lstStyle/>
          <a:p>
            <a:pPr indent="0" marL="0">
              <a:buNone/>
            </a:pPr>
            <a:r>
              <a:rPr lang="en-US" sz="950" b="1" dirty="0">
                <a:solidFill>
                  <a:srgbClr val="6B7A8F"/>
                </a:solidFill>
                <a:latin typeface="Malgun Gothic" pitchFamily="34" charset="0"/>
                <a:ea typeface="Malgun Gothic" pitchFamily="34" charset="-122"/>
                <a:cs typeface="Malgun Gothic" pitchFamily="34" charset="-120"/>
              </a:rPr>
              <a:t>7%</a:t>
            </a:r>
            <a:endParaRPr lang="en-US" sz="950" dirty="0"/>
          </a:p>
        </p:txBody>
      </p:sp>
      <p:sp>
        <p:nvSpPr>
          <p:cNvPr id="44" name="Shape 41"/>
          <p:cNvSpPr/>
          <p:nvPr/>
        </p:nvSpPr>
        <p:spPr>
          <a:xfrm>
            <a:off x="6647688" y="4480560"/>
            <a:ext cx="4846320" cy="731520"/>
          </a:xfrm>
          <a:prstGeom prst="roundRect">
            <a:avLst>
              <a:gd name="adj" fmla="val 7500"/>
            </a:avLst>
          </a:prstGeom>
          <a:solidFill>
            <a:srgbClr val="E8F6FA"/>
          </a:solidFill>
          <a:ln w="9525">
            <a:solidFill>
              <a:srgbClr val="00A3C4"/>
            </a:solidFill>
            <a:prstDash val="solid"/>
          </a:ln>
        </p:spPr>
      </p:sp>
      <p:sp>
        <p:nvSpPr>
          <p:cNvPr id="45" name="Text 42"/>
          <p:cNvSpPr txBox="1"/>
          <p:nvPr/>
        </p:nvSpPr>
        <p:spPr>
          <a:xfrm>
            <a:off x="6793992" y="4480560"/>
            <a:ext cx="4572000" cy="731520"/>
          </a:xfrm>
          <a:prstGeom prst="rect">
            <a:avLst/>
          </a:prstGeom>
          <a:noFill/>
          <a:ln/>
        </p:spPr>
        <p:txBody>
          <a:bodyPr wrap="square" lIns="0" tIns="0" rIns="0" bIns="0" rtlCol="0" anchor="ctr"/>
          <a:lstStyle/>
          <a:p>
            <a:pPr indent="0" marL="0">
              <a:lnSpc>
                <a:spcPct val="120000"/>
              </a:lnSpc>
              <a:buNone/>
            </a:pPr>
            <a:r>
              <a:rPr lang="en-US" sz="920" b="1" dirty="0">
                <a:solidFill>
                  <a:srgbClr val="16305B"/>
                </a:solidFill>
                <a:latin typeface="Malgun Gothic" pitchFamily="34" charset="0"/>
                <a:ea typeface="Malgun Gothic" pitchFamily="34" charset="-122"/>
                <a:cs typeface="Malgun Gothic" pitchFamily="34" charset="-120"/>
              </a:rPr>
              <a:t>예) 2차 균일도 — 분기 입구 두께: 주효과 지수 S1 7% → 총효과 지수 ST 18%</a:t>
            </a:r>
            <a:endParaRPr lang="en-US" sz="920" dirty="0"/>
          </a:p>
          <a:p>
            <a:pPr indent="0" marL="0">
              <a:lnSpc>
                <a:spcPct val="120000"/>
              </a:lnSpc>
              <a:buNone/>
            </a:pPr>
            <a:r>
              <a:rPr lang="en-US" sz="920" dirty="0">
                <a:solidFill>
                  <a:srgbClr val="1C2733"/>
                </a:solidFill>
                <a:latin typeface="Malgun Gothic" pitchFamily="34" charset="0"/>
                <a:ea typeface="Malgun Gothic" pitchFamily="34" charset="-122"/>
                <a:cs typeface="Malgun Gothic" pitchFamily="34" charset="-120"/>
              </a:rPr>
              <a:t>균일도는 변수별 개별 조정으로 최적점 탐색 곤란 → 대리모델 기반 최적화</a:t>
            </a:r>
            <a:endParaRPr lang="en-US" sz="920" dirty="0"/>
          </a:p>
        </p:txBody>
      </p:sp>
      <p:sp>
        <p:nvSpPr>
          <p:cNvPr id="46" name="Shape 43"/>
          <p:cNvSpPr/>
          <p:nvPr/>
        </p:nvSpPr>
        <p:spPr>
          <a:xfrm>
            <a:off x="502920" y="5541264"/>
            <a:ext cx="11183112" cy="841248"/>
          </a:xfrm>
          <a:prstGeom prst="roundRect">
            <a:avLst>
              <a:gd name="adj" fmla="val 6522"/>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47" name="Shape 44"/>
          <p:cNvSpPr/>
          <p:nvPr/>
        </p:nvSpPr>
        <p:spPr>
          <a:xfrm>
            <a:off x="832104" y="5724144"/>
            <a:ext cx="64008" cy="164592"/>
          </a:xfrm>
          <a:prstGeom prst="rect">
            <a:avLst/>
          </a:prstGeom>
          <a:solidFill>
            <a:srgbClr val="00A3C4"/>
          </a:solidFill>
          <a:ln w="12700">
            <a:solidFill>
              <a:srgbClr val="00A3C4"/>
            </a:solidFill>
            <a:prstDash val="solid"/>
          </a:ln>
        </p:spPr>
      </p:sp>
      <p:sp>
        <p:nvSpPr>
          <p:cNvPr id="48" name="Text 45"/>
          <p:cNvSpPr txBox="1"/>
          <p:nvPr/>
        </p:nvSpPr>
        <p:spPr>
          <a:xfrm>
            <a:off x="978408" y="5669280"/>
            <a:ext cx="3291840" cy="256032"/>
          </a:xfrm>
          <a:prstGeom prst="rect">
            <a:avLst/>
          </a:prstGeom>
          <a:noFill/>
          <a:ln/>
        </p:spPr>
        <p:txBody>
          <a:bodyPr wrap="square" lIns="0" tIns="0" rIns="0" bIns="0" rtlCol="0" anchor="ctr"/>
          <a:lstStyle/>
          <a:p>
            <a:pPr indent="0" marL="0">
              <a:buNone/>
            </a:pPr>
            <a:r>
              <a:rPr lang="en-US" sz="1050" b="1" dirty="0">
                <a:solidFill>
                  <a:srgbClr val="16305B"/>
                </a:solidFill>
                <a:latin typeface="Malgun Gothic" pitchFamily="34" charset="0"/>
                <a:ea typeface="Malgun Gothic" pitchFamily="34" charset="-122"/>
                <a:cs typeface="Malgun Gothic" pitchFamily="34" charset="-120"/>
              </a:rPr>
              <a:t>핀 개수가 성능을 좌우</a:t>
            </a:r>
            <a:endParaRPr lang="en-US" sz="1050" dirty="0"/>
          </a:p>
        </p:txBody>
      </p:sp>
      <p:sp>
        <p:nvSpPr>
          <p:cNvPr id="49" name="Text 46"/>
          <p:cNvSpPr txBox="1"/>
          <p:nvPr/>
        </p:nvSpPr>
        <p:spPr>
          <a:xfrm>
            <a:off x="978408" y="5943600"/>
            <a:ext cx="3383280" cy="310896"/>
          </a:xfrm>
          <a:prstGeom prst="rect">
            <a:avLst/>
          </a:prstGeom>
          <a:noFill/>
          <a:ln/>
        </p:spPr>
        <p:txBody>
          <a:bodyPr wrap="square" lIns="0" tIns="0" rIns="0" bIns="0" rtlCol="0" anchor="ctr"/>
          <a:lstStyle/>
          <a:p>
            <a:pPr indent="0" marL="0">
              <a:buNone/>
            </a:pPr>
            <a:r>
              <a:rPr lang="en-US" sz="950" dirty="0">
                <a:solidFill>
                  <a:srgbClr val="6B7A8F"/>
                </a:solidFill>
                <a:latin typeface="Malgun Gothic" pitchFamily="34" charset="0"/>
                <a:ea typeface="Malgun Gothic" pitchFamily="34" charset="-122"/>
                <a:cs typeface="Malgun Gothic" pitchFamily="34" charset="-120"/>
              </a:rPr>
              <a:t>1 · 2차 핀 개수가 응답 5개에서 1순위</a:t>
            </a:r>
            <a:endParaRPr lang="en-US" sz="950" dirty="0"/>
          </a:p>
        </p:txBody>
      </p:sp>
      <p:sp>
        <p:nvSpPr>
          <p:cNvPr id="50" name="Shape 47"/>
          <p:cNvSpPr/>
          <p:nvPr/>
        </p:nvSpPr>
        <p:spPr>
          <a:xfrm>
            <a:off x="4489704" y="5724144"/>
            <a:ext cx="64008" cy="164592"/>
          </a:xfrm>
          <a:prstGeom prst="rect">
            <a:avLst/>
          </a:prstGeom>
          <a:solidFill>
            <a:srgbClr val="00A3C4"/>
          </a:solidFill>
          <a:ln w="12700">
            <a:solidFill>
              <a:srgbClr val="00A3C4"/>
            </a:solidFill>
            <a:prstDash val="solid"/>
          </a:ln>
        </p:spPr>
      </p:sp>
      <p:sp>
        <p:nvSpPr>
          <p:cNvPr id="51" name="Text 48"/>
          <p:cNvSpPr txBox="1"/>
          <p:nvPr/>
        </p:nvSpPr>
        <p:spPr>
          <a:xfrm>
            <a:off x="4636008" y="5669280"/>
            <a:ext cx="3291840" cy="256032"/>
          </a:xfrm>
          <a:prstGeom prst="rect">
            <a:avLst/>
          </a:prstGeom>
          <a:noFill/>
          <a:ln/>
        </p:spPr>
        <p:txBody>
          <a:bodyPr wrap="square" lIns="0" tIns="0" rIns="0" bIns="0" rtlCol="0" anchor="ctr"/>
          <a:lstStyle/>
          <a:p>
            <a:pPr indent="0" marL="0">
              <a:buNone/>
            </a:pPr>
            <a:r>
              <a:rPr lang="en-US" sz="1050" b="1" dirty="0">
                <a:solidFill>
                  <a:srgbClr val="16305B"/>
                </a:solidFill>
                <a:latin typeface="Malgun Gothic" pitchFamily="34" charset="0"/>
                <a:ea typeface="Malgun Gothic" pitchFamily="34" charset="-122"/>
                <a:cs typeface="Malgun Gothic" pitchFamily="34" charset="-120"/>
              </a:rPr>
              <a:t>DSD와 GPR 결론 일치</a:t>
            </a:r>
            <a:endParaRPr lang="en-US" sz="1050" dirty="0"/>
          </a:p>
        </p:txBody>
      </p:sp>
      <p:sp>
        <p:nvSpPr>
          <p:cNvPr id="52" name="Text 49"/>
          <p:cNvSpPr txBox="1"/>
          <p:nvPr/>
        </p:nvSpPr>
        <p:spPr>
          <a:xfrm>
            <a:off x="4636008" y="5943600"/>
            <a:ext cx="3383280" cy="310896"/>
          </a:xfrm>
          <a:prstGeom prst="rect">
            <a:avLst/>
          </a:prstGeom>
          <a:noFill/>
          <a:ln/>
        </p:spPr>
        <p:txBody>
          <a:bodyPr wrap="square" lIns="0" tIns="0" rIns="0" bIns="0" rtlCol="0" anchor="ctr"/>
          <a:lstStyle/>
          <a:p>
            <a:pPr indent="0" marL="0">
              <a:buNone/>
            </a:pPr>
            <a:r>
              <a:rPr lang="en-US" sz="950" dirty="0">
                <a:solidFill>
                  <a:srgbClr val="6B7A8F"/>
                </a:solidFill>
                <a:latin typeface="Malgun Gothic" pitchFamily="34" charset="0"/>
                <a:ea typeface="Malgun Gothic" pitchFamily="34" charset="-122"/>
                <a:cs typeface="Malgun Gothic" pitchFamily="34" charset="-120"/>
              </a:rPr>
              <a:t>서로 다른 방법 · 데이터인데 1순위 6/7 일치</a:t>
            </a:r>
            <a:endParaRPr lang="en-US" sz="950" dirty="0"/>
          </a:p>
        </p:txBody>
      </p:sp>
      <p:sp>
        <p:nvSpPr>
          <p:cNvPr id="53" name="Shape 50"/>
          <p:cNvSpPr/>
          <p:nvPr/>
        </p:nvSpPr>
        <p:spPr>
          <a:xfrm>
            <a:off x="8147304" y="5724144"/>
            <a:ext cx="64008" cy="164592"/>
          </a:xfrm>
          <a:prstGeom prst="rect">
            <a:avLst/>
          </a:prstGeom>
          <a:solidFill>
            <a:srgbClr val="00A3C4"/>
          </a:solidFill>
          <a:ln w="12700">
            <a:solidFill>
              <a:srgbClr val="00A3C4"/>
            </a:solidFill>
            <a:prstDash val="solid"/>
          </a:ln>
        </p:spPr>
      </p:sp>
      <p:sp>
        <p:nvSpPr>
          <p:cNvPr id="54" name="Text 51"/>
          <p:cNvSpPr txBox="1"/>
          <p:nvPr/>
        </p:nvSpPr>
        <p:spPr>
          <a:xfrm>
            <a:off x="8293608" y="5669280"/>
            <a:ext cx="3291840" cy="256032"/>
          </a:xfrm>
          <a:prstGeom prst="rect">
            <a:avLst/>
          </a:prstGeom>
          <a:noFill/>
          <a:ln/>
        </p:spPr>
        <p:txBody>
          <a:bodyPr wrap="square" lIns="0" tIns="0" rIns="0" bIns="0" rtlCol="0" anchor="ctr"/>
          <a:lstStyle/>
          <a:p>
            <a:pPr indent="0" marL="0">
              <a:buNone/>
            </a:pPr>
            <a:r>
              <a:rPr lang="en-US" sz="1050" b="1" dirty="0">
                <a:solidFill>
                  <a:srgbClr val="16305B"/>
                </a:solidFill>
                <a:latin typeface="Malgun Gothic" pitchFamily="34" charset="0"/>
                <a:ea typeface="Malgun Gothic" pitchFamily="34" charset="-122"/>
                <a:cs typeface="Malgun Gothic" pitchFamily="34" charset="-120"/>
              </a:rPr>
              <a:t>균일도는 교호작용이 큼</a:t>
            </a:r>
            <a:endParaRPr lang="en-US" sz="1050" dirty="0"/>
          </a:p>
        </p:txBody>
      </p:sp>
      <p:sp>
        <p:nvSpPr>
          <p:cNvPr id="55" name="Text 52"/>
          <p:cNvSpPr txBox="1"/>
          <p:nvPr/>
        </p:nvSpPr>
        <p:spPr>
          <a:xfrm>
            <a:off x="8293608" y="5943600"/>
            <a:ext cx="3383280" cy="310896"/>
          </a:xfrm>
          <a:prstGeom prst="rect">
            <a:avLst/>
          </a:prstGeom>
          <a:noFill/>
          <a:ln/>
        </p:spPr>
        <p:txBody>
          <a:bodyPr wrap="square" lIns="0" tIns="0" rIns="0" bIns="0" rtlCol="0" anchor="ctr"/>
          <a:lstStyle/>
          <a:p>
            <a:pPr indent="0" marL="0">
              <a:buNone/>
            </a:pPr>
            <a:r>
              <a:rPr lang="en-US" sz="950" dirty="0">
                <a:solidFill>
                  <a:srgbClr val="6B7A8F"/>
                </a:solidFill>
                <a:latin typeface="Malgun Gothic" pitchFamily="34" charset="0"/>
                <a:ea typeface="Malgun Gothic" pitchFamily="34" charset="-122"/>
                <a:cs typeface="Malgun Gothic" pitchFamily="34" charset="-120"/>
              </a:rPr>
              <a:t>13 ~ 19% → DSD로는 분리 못 하는 부분을 GPR로 확인</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3F5F8"/>
        </a:solidFill>
      </p:bgPr>
    </p:bg>
    <p:spTree>
      <p:nvGrpSpPr>
        <p:cNvPr id="1" name=""/>
        <p:cNvGrpSpPr/>
        <p:nvPr/>
      </p:nvGrpSpPr>
      <p:grpSpPr>
        <a:xfrm>
          <a:off x="0" y="0"/>
          <a:ext cx="0" cy="0"/>
          <a:chOff x="0" y="0"/>
          <a:chExt cx="0" cy="0"/>
        </a:xfrm>
      </p:grpSpPr>
      <p:sp>
        <p:nvSpPr>
          <p:cNvPr id="2" name="Shape 0"/>
          <p:cNvSpPr/>
          <p:nvPr/>
        </p:nvSpPr>
        <p:spPr>
          <a:xfrm>
            <a:off x="502920" y="384048"/>
            <a:ext cx="475488" cy="475488"/>
          </a:xfrm>
          <a:prstGeom prst="rect">
            <a:avLst/>
          </a:prstGeom>
          <a:solidFill>
            <a:srgbClr val="16305B"/>
          </a:solidFill>
          <a:ln w="12700">
            <a:solidFill>
              <a:srgbClr val="16305B"/>
            </a:solidFill>
            <a:prstDash val="solid"/>
          </a:ln>
        </p:spPr>
      </p:sp>
      <p:sp>
        <p:nvSpPr>
          <p:cNvPr id="3" name="Text 1"/>
          <p:cNvSpPr txBox="1"/>
          <p:nvPr/>
        </p:nvSpPr>
        <p:spPr>
          <a:xfrm>
            <a:off x="502920" y="38404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04</a:t>
            </a:r>
            <a:endParaRPr lang="en-US" sz="1600" dirty="0"/>
          </a:p>
        </p:txBody>
      </p:sp>
      <p:sp>
        <p:nvSpPr>
          <p:cNvPr id="4" name="Text 2"/>
          <p:cNvSpPr txBox="1"/>
          <p:nvPr/>
        </p:nvSpPr>
        <p:spPr>
          <a:xfrm>
            <a:off x="1124712" y="365760"/>
            <a:ext cx="7315200" cy="237744"/>
          </a:xfrm>
          <a:prstGeom prst="rect">
            <a:avLst/>
          </a:prstGeom>
          <a:noFill/>
          <a:ln/>
        </p:spPr>
        <p:txBody>
          <a:bodyPr wrap="square" lIns="0" tIns="0" rIns="0" bIns="0" rtlCol="0" anchor="ctr"/>
          <a:lstStyle/>
          <a:p>
            <a:pPr indent="0" marL="0">
              <a:buNone/>
            </a:pPr>
            <a:r>
              <a:rPr lang="en-US" sz="1050" b="1" spc="100" kern="0" dirty="0">
                <a:solidFill>
                  <a:srgbClr val="00A3C4"/>
                </a:solidFill>
                <a:latin typeface="Malgun Gothic" pitchFamily="34" charset="0"/>
                <a:ea typeface="Malgun Gothic" pitchFamily="34" charset="-122"/>
                <a:cs typeface="Malgun Gothic" pitchFamily="34" charset="-120"/>
              </a:rPr>
              <a:t>머신러닝 대리모델 구축</a:t>
            </a:r>
            <a:endParaRPr lang="en-US" sz="1050" dirty="0"/>
          </a:p>
        </p:txBody>
      </p:sp>
      <p:sp>
        <p:nvSpPr>
          <p:cNvPr id="5" name="Text 3"/>
          <p:cNvSpPr txBox="1"/>
          <p:nvPr/>
        </p:nvSpPr>
        <p:spPr>
          <a:xfrm>
            <a:off x="1124712" y="548640"/>
            <a:ext cx="10607040" cy="384048"/>
          </a:xfrm>
          <a:prstGeom prst="rect">
            <a:avLst/>
          </a:prstGeom>
          <a:noFill/>
          <a:ln/>
        </p:spPr>
        <p:txBody>
          <a:bodyPr wrap="square" lIns="0" tIns="0" rIns="0" bIns="0" rtlCol="0" anchor="ctr"/>
          <a:lstStyle/>
          <a:p>
            <a:pPr indent="0" marL="0">
              <a:buNone/>
            </a:pPr>
            <a:r>
              <a:rPr lang="en-US" sz="2200" b="1" dirty="0">
                <a:solidFill>
                  <a:srgbClr val="16305B"/>
                </a:solidFill>
                <a:latin typeface="Malgun Gothic" pitchFamily="34" charset="0"/>
                <a:ea typeface="Malgun Gothic" pitchFamily="34" charset="-122"/>
                <a:cs typeface="Malgun Gothic" pitchFamily="34" charset="-120"/>
              </a:rPr>
              <a:t>한계 및 차월 계획</a:t>
            </a:r>
            <a:endParaRPr lang="en-US" sz="2200" dirty="0"/>
          </a:p>
        </p:txBody>
      </p:sp>
      <p:sp>
        <p:nvSpPr>
          <p:cNvPr id="6" name="Shape 4"/>
          <p:cNvSpPr/>
          <p:nvPr/>
        </p:nvSpPr>
        <p:spPr>
          <a:xfrm>
            <a:off x="502920" y="1188720"/>
            <a:ext cx="5440680" cy="3429000"/>
          </a:xfrm>
          <a:prstGeom prst="roundRect">
            <a:avLst>
              <a:gd name="adj" fmla="val 1600"/>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7" name="Shape 5"/>
          <p:cNvSpPr/>
          <p:nvPr/>
        </p:nvSpPr>
        <p:spPr>
          <a:xfrm>
            <a:off x="758952" y="1463040"/>
            <a:ext cx="82296" cy="182880"/>
          </a:xfrm>
          <a:prstGeom prst="rect">
            <a:avLst/>
          </a:prstGeom>
          <a:solidFill>
            <a:srgbClr val="00A3C4"/>
          </a:solidFill>
          <a:ln w="12700">
            <a:solidFill>
              <a:srgbClr val="00A3C4"/>
            </a:solidFill>
            <a:prstDash val="solid"/>
          </a:ln>
        </p:spPr>
      </p:sp>
      <p:sp>
        <p:nvSpPr>
          <p:cNvPr id="8" name="Text 6"/>
          <p:cNvSpPr txBox="1"/>
          <p:nvPr/>
        </p:nvSpPr>
        <p:spPr>
          <a:xfrm>
            <a:off x="923544" y="1371600"/>
            <a:ext cx="4480560" cy="365760"/>
          </a:xfrm>
          <a:prstGeom prst="rect">
            <a:avLst/>
          </a:prstGeom>
          <a:noFill/>
          <a:ln/>
        </p:spPr>
        <p:txBody>
          <a:bodyPr wrap="square" lIns="0" tIns="0" rIns="0" bIns="0" rtlCol="0" anchor="ctr"/>
          <a:lstStyle/>
          <a:p>
            <a:pPr indent="0" marL="0">
              <a:buNone/>
            </a:pPr>
            <a:r>
              <a:rPr lang="en-US" sz="1300" b="1" dirty="0">
                <a:solidFill>
                  <a:srgbClr val="16305B"/>
                </a:solidFill>
                <a:latin typeface="Malgun Gothic" pitchFamily="34" charset="0"/>
                <a:ea typeface="Malgun Gothic" pitchFamily="34" charset="-122"/>
                <a:cs typeface="Malgun Gothic" pitchFamily="34" charset="-120"/>
              </a:rPr>
              <a:t>정확도가 가장 낮은 응답  —  2차 균일도</a:t>
            </a:r>
            <a:endParaRPr lang="en-US" sz="1300" dirty="0"/>
          </a:p>
        </p:txBody>
      </p:sp>
      <p:sp>
        <p:nvSpPr>
          <p:cNvPr id="9" name="Shape 7"/>
          <p:cNvSpPr/>
          <p:nvPr/>
        </p:nvSpPr>
        <p:spPr>
          <a:xfrm>
            <a:off x="813816" y="1865376"/>
            <a:ext cx="1554480" cy="786384"/>
          </a:xfrm>
          <a:prstGeom prst="roundRect">
            <a:avLst>
              <a:gd name="adj" fmla="val 8140"/>
            </a:avLst>
          </a:prstGeom>
          <a:solidFill>
            <a:srgbClr val="E8F6FA"/>
          </a:solidFill>
          <a:ln w="9525">
            <a:solidFill>
              <a:srgbClr val="00A3C4"/>
            </a:solidFill>
            <a:prstDash val="solid"/>
          </a:ln>
        </p:spPr>
      </p:sp>
      <p:sp>
        <p:nvSpPr>
          <p:cNvPr id="10" name="Text 8"/>
          <p:cNvSpPr txBox="1"/>
          <p:nvPr/>
        </p:nvSpPr>
        <p:spPr>
          <a:xfrm>
            <a:off x="813816" y="1865376"/>
            <a:ext cx="1554480" cy="786384"/>
          </a:xfrm>
          <a:prstGeom prst="rect">
            <a:avLst/>
          </a:prstGeom>
          <a:noFill/>
          <a:ln/>
        </p:spPr>
        <p:txBody>
          <a:bodyPr wrap="square" lIns="0" tIns="0" rIns="0" bIns="0" rtlCol="0" anchor="ctr"/>
          <a:lstStyle/>
          <a:p>
            <a:pPr algn="ctr" indent="0" marL="0">
              <a:buNone/>
            </a:pPr>
            <a:r>
              <a:rPr lang="en-US" sz="900" dirty="0">
                <a:solidFill>
                  <a:srgbClr val="6B7A8F"/>
                </a:solidFill>
                <a:latin typeface="Malgun Gothic" pitchFamily="34" charset="0"/>
                <a:ea typeface="Malgun Gothic" pitchFamily="34" charset="-122"/>
                <a:cs typeface="Malgun Gothic" pitchFamily="34" charset="-120"/>
              </a:rPr>
              <a:t>R²</a:t>
            </a:r>
            <a:endParaRPr lang="en-US" sz="900" dirty="0"/>
          </a:p>
          <a:p>
            <a:pPr algn="ctr" indent="0" marL="0">
              <a:buNone/>
            </a:pPr>
            <a:r>
              <a:rPr lang="en-US" sz="2200" b="1" dirty="0">
                <a:solidFill>
                  <a:srgbClr val="0088A6"/>
                </a:solidFill>
                <a:latin typeface="Malgun Gothic" pitchFamily="34" charset="0"/>
                <a:ea typeface="Malgun Gothic" pitchFamily="34" charset="-122"/>
                <a:cs typeface="Malgun Gothic" pitchFamily="34" charset="-120"/>
              </a:rPr>
              <a:t>0.893</a:t>
            </a:r>
            <a:endParaRPr lang="en-US" sz="900" dirty="0"/>
          </a:p>
        </p:txBody>
      </p:sp>
      <p:sp>
        <p:nvSpPr>
          <p:cNvPr id="11" name="Text 9"/>
          <p:cNvSpPr txBox="1"/>
          <p:nvPr/>
        </p:nvSpPr>
        <p:spPr>
          <a:xfrm>
            <a:off x="2532888" y="1865376"/>
            <a:ext cx="3108960" cy="786384"/>
          </a:xfrm>
          <a:prstGeom prst="rect">
            <a:avLst/>
          </a:prstGeom>
          <a:noFill/>
          <a:ln/>
        </p:spPr>
        <p:txBody>
          <a:bodyPr wrap="square" lIns="0" tIns="0" rIns="0" bIns="0" rtlCol="0" anchor="ctr"/>
          <a:lstStyle/>
          <a:p>
            <a:pPr indent="0" marL="0">
              <a:lnSpc>
                <a:spcPct val="125000"/>
              </a:lnSpc>
              <a:buNone/>
            </a:pPr>
            <a:r>
              <a:rPr lang="en-US" sz="1000" b="1" dirty="0">
                <a:solidFill>
                  <a:srgbClr val="16305B"/>
                </a:solidFill>
                <a:latin typeface="Malgun Gothic" pitchFamily="34" charset="0"/>
                <a:ea typeface="Malgun Gothic" pitchFamily="34" charset="-122"/>
                <a:cs typeface="Malgun Gothic" pitchFamily="34" charset="-120"/>
              </a:rPr>
              <a:t>2차 통과 유로 유량의 표준편차</a:t>
            </a:r>
            <a:endParaRPr lang="en-US" sz="1000" dirty="0"/>
          </a:p>
          <a:p>
            <a:pPr indent="0" marL="0">
              <a:lnSpc>
                <a:spcPct val="125000"/>
              </a:lnSpc>
              <a:buNone/>
            </a:pPr>
            <a:r>
              <a:rPr lang="en-US" sz="1000" dirty="0">
                <a:solidFill>
                  <a:srgbClr val="6B7A8F"/>
                </a:solidFill>
                <a:latin typeface="Malgun Gothic" pitchFamily="34" charset="0"/>
                <a:ea typeface="Malgun Gothic" pitchFamily="34" charset="-122"/>
                <a:cs typeface="Malgun Gothic" pitchFamily="34" charset="-120"/>
              </a:rPr>
              <a:t>응답 7개 중 예측 정확도가 가장 낮음</a:t>
            </a:r>
            <a:endParaRPr lang="en-US" sz="1000" dirty="0"/>
          </a:p>
        </p:txBody>
      </p:sp>
      <p:sp>
        <p:nvSpPr>
          <p:cNvPr id="12" name="Text 10"/>
          <p:cNvSpPr txBox="1"/>
          <p:nvPr/>
        </p:nvSpPr>
        <p:spPr>
          <a:xfrm>
            <a:off x="813816" y="2834640"/>
            <a:ext cx="4846320" cy="256032"/>
          </a:xfrm>
          <a:prstGeom prst="rect">
            <a:avLst/>
          </a:prstGeom>
          <a:noFill/>
          <a:ln/>
        </p:spPr>
        <p:txBody>
          <a:bodyPr wrap="square" lIns="0" tIns="0" rIns="0" bIns="0" rtlCol="0" anchor="ctr"/>
          <a:lstStyle/>
          <a:p>
            <a:pPr indent="0" marL="0">
              <a:buNone/>
            </a:pPr>
            <a:r>
              <a:rPr lang="en-US" sz="1050" b="1" dirty="0">
                <a:solidFill>
                  <a:srgbClr val="16305B"/>
                </a:solidFill>
                <a:latin typeface="Malgun Gothic" pitchFamily="34" charset="0"/>
                <a:ea typeface="Malgun Gothic" pitchFamily="34" charset="-122"/>
                <a:cs typeface="Malgun Gothic" pitchFamily="34" charset="-120"/>
              </a:rPr>
              <a:t>원인</a:t>
            </a:r>
            <a:endParaRPr lang="en-US" sz="1050" dirty="0"/>
          </a:p>
        </p:txBody>
      </p:sp>
      <p:sp>
        <p:nvSpPr>
          <p:cNvPr id="13" name="Text 11"/>
          <p:cNvSpPr txBox="1"/>
          <p:nvPr/>
        </p:nvSpPr>
        <p:spPr>
          <a:xfrm>
            <a:off x="813816" y="3127248"/>
            <a:ext cx="4846320" cy="1188720"/>
          </a:xfrm>
          <a:prstGeom prst="rect">
            <a:avLst/>
          </a:prstGeom>
          <a:noFill/>
          <a:ln/>
        </p:spPr>
        <p:txBody>
          <a:bodyPr wrap="square" lIns="0" tIns="0" rIns="0" bIns="0" rtlCol="0" anchor="t"/>
          <a:lstStyle/>
          <a:p>
            <a:pPr marL="342900" indent="-342900">
              <a:lnSpc>
                <a:spcPct val="120000"/>
              </a:lnSpc>
              <a:spcAft>
                <a:spcPts val="500"/>
              </a:spcAft>
              <a:buSzPct val="100000"/>
              <a:buChar char="•"/>
            </a:pPr>
            <a:r>
              <a:rPr lang="en-US" sz="950" dirty="0">
                <a:solidFill>
                  <a:srgbClr val="1C2733"/>
                </a:solidFill>
                <a:latin typeface="Malgun Gothic" pitchFamily="34" charset="0"/>
                <a:ea typeface="Malgun Gothic" pitchFamily="34" charset="-122"/>
                <a:cs typeface="Malgun Gothic" pitchFamily="34" charset="-120"/>
              </a:rPr>
              <a:t>값 자체가 0에 가까워 작은 오차도 크게 보임</a:t>
            </a:r>
            <a:endParaRPr lang="en-US" sz="950" dirty="0"/>
          </a:p>
          <a:p>
            <a:pPr marL="342900" indent="-342900">
              <a:lnSpc>
                <a:spcPct val="120000"/>
              </a:lnSpc>
              <a:spcAft>
                <a:spcPts val="500"/>
              </a:spcAft>
              <a:buSzPct val="100000"/>
              <a:buChar char="•"/>
            </a:pPr>
            <a:r>
              <a:rPr lang="en-US" sz="950" dirty="0">
                <a:solidFill>
                  <a:srgbClr val="1C2733"/>
                </a:solidFill>
                <a:latin typeface="Malgun Gothic" pitchFamily="34" charset="0"/>
                <a:ea typeface="Malgun Gothic" pitchFamily="34" charset="-122"/>
                <a:cs typeface="Malgun Gothic" pitchFamily="34" charset="-120"/>
              </a:rPr>
              <a:t>분기 이후 구간이라 여러 변수가 함께 작용 — 교호작용 19%로 응답 중 최대</a:t>
            </a:r>
            <a:endParaRPr lang="en-US" sz="950" dirty="0"/>
          </a:p>
          <a:p>
            <a:pPr marL="342900" indent="-342900">
              <a:lnSpc>
                <a:spcPct val="120000"/>
              </a:lnSpc>
              <a:spcAft>
                <a:spcPts val="500"/>
              </a:spcAft>
              <a:buSzPct val="100000"/>
              <a:buChar char="•"/>
            </a:pPr>
            <a:r>
              <a:rPr lang="en-US" sz="950" dirty="0">
                <a:solidFill>
                  <a:srgbClr val="1C2733"/>
                </a:solidFill>
                <a:latin typeface="Malgun Gothic" pitchFamily="34" charset="0"/>
                <a:ea typeface="Malgun Gothic" pitchFamily="34" charset="-122"/>
                <a:cs typeface="Malgun Gothic" pitchFamily="34" charset="-120"/>
              </a:rPr>
              <a:t>80점만으로는 이 영역의 변화를 충분히 덮지 못함</a:t>
            </a:r>
            <a:endParaRPr lang="en-US" sz="950" dirty="0"/>
          </a:p>
        </p:txBody>
      </p:sp>
      <p:sp>
        <p:nvSpPr>
          <p:cNvPr id="14" name="Shape 12"/>
          <p:cNvSpPr/>
          <p:nvPr/>
        </p:nvSpPr>
        <p:spPr>
          <a:xfrm>
            <a:off x="6336792" y="1188720"/>
            <a:ext cx="5440680" cy="3429000"/>
          </a:xfrm>
          <a:prstGeom prst="roundRect">
            <a:avLst>
              <a:gd name="adj" fmla="val 1600"/>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15" name="Shape 13"/>
          <p:cNvSpPr/>
          <p:nvPr/>
        </p:nvSpPr>
        <p:spPr>
          <a:xfrm>
            <a:off x="6592824" y="1463040"/>
            <a:ext cx="82296" cy="182880"/>
          </a:xfrm>
          <a:prstGeom prst="rect">
            <a:avLst/>
          </a:prstGeom>
          <a:solidFill>
            <a:srgbClr val="00A3C4"/>
          </a:solidFill>
          <a:ln w="12700">
            <a:solidFill>
              <a:srgbClr val="00A3C4"/>
            </a:solidFill>
            <a:prstDash val="solid"/>
          </a:ln>
        </p:spPr>
      </p:sp>
      <p:sp>
        <p:nvSpPr>
          <p:cNvPr id="16" name="Text 14"/>
          <p:cNvSpPr txBox="1"/>
          <p:nvPr/>
        </p:nvSpPr>
        <p:spPr>
          <a:xfrm>
            <a:off x="6757416" y="1371600"/>
            <a:ext cx="4480560" cy="365760"/>
          </a:xfrm>
          <a:prstGeom prst="rect">
            <a:avLst/>
          </a:prstGeom>
          <a:noFill/>
          <a:ln/>
        </p:spPr>
        <p:txBody>
          <a:bodyPr wrap="square" lIns="0" tIns="0" rIns="0" bIns="0" rtlCol="0" anchor="ctr"/>
          <a:lstStyle/>
          <a:p>
            <a:pPr indent="0" marL="0">
              <a:buNone/>
            </a:pPr>
            <a:r>
              <a:rPr lang="en-US" sz="1300" b="1" dirty="0">
                <a:solidFill>
                  <a:srgbClr val="16305B"/>
                </a:solidFill>
                <a:latin typeface="Malgun Gothic" pitchFamily="34" charset="0"/>
                <a:ea typeface="Malgun Gothic" pitchFamily="34" charset="-122"/>
                <a:cs typeface="Malgun Gothic" pitchFamily="34" charset="-120"/>
              </a:rPr>
              <a:t>차월 계획  —  3개월차</a:t>
            </a:r>
            <a:endParaRPr lang="en-US" sz="1300" dirty="0"/>
          </a:p>
        </p:txBody>
      </p:sp>
      <p:sp>
        <p:nvSpPr>
          <p:cNvPr id="17" name="Shape 15"/>
          <p:cNvSpPr/>
          <p:nvPr/>
        </p:nvSpPr>
        <p:spPr>
          <a:xfrm>
            <a:off x="6665976" y="1975104"/>
            <a:ext cx="310896" cy="310896"/>
          </a:xfrm>
          <a:prstGeom prst="ellipse">
            <a:avLst/>
          </a:prstGeom>
          <a:solidFill>
            <a:srgbClr val="00A3C4"/>
          </a:solidFill>
          <a:ln w="12700">
            <a:solidFill>
              <a:srgbClr val="00A3C4"/>
            </a:solidFill>
            <a:prstDash val="solid"/>
          </a:ln>
        </p:spPr>
      </p:sp>
      <p:sp>
        <p:nvSpPr>
          <p:cNvPr id="18" name="Text 16"/>
          <p:cNvSpPr txBox="1"/>
          <p:nvPr/>
        </p:nvSpPr>
        <p:spPr>
          <a:xfrm>
            <a:off x="6665976" y="1975104"/>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1</a:t>
            </a:r>
            <a:endParaRPr lang="en-US" sz="1000" dirty="0"/>
          </a:p>
        </p:txBody>
      </p:sp>
      <p:sp>
        <p:nvSpPr>
          <p:cNvPr id="19" name="Text 17"/>
          <p:cNvSpPr txBox="1"/>
          <p:nvPr/>
        </p:nvSpPr>
        <p:spPr>
          <a:xfrm>
            <a:off x="7114032" y="1883664"/>
            <a:ext cx="4297680" cy="274320"/>
          </a:xfrm>
          <a:prstGeom prst="rect">
            <a:avLst/>
          </a:prstGeom>
          <a:noFill/>
          <a:ln/>
        </p:spPr>
        <p:txBody>
          <a:bodyPr wrap="square" lIns="0" tIns="0" rIns="0" bIns="0" rtlCol="0" anchor="ctr"/>
          <a:lstStyle/>
          <a:p>
            <a:pPr indent="0" marL="0">
              <a:buNone/>
            </a:pPr>
            <a:r>
              <a:rPr lang="en-US" sz="1100" b="1" dirty="0">
                <a:solidFill>
                  <a:srgbClr val="16305B"/>
                </a:solidFill>
                <a:latin typeface="Malgun Gothic" pitchFamily="34" charset="0"/>
                <a:ea typeface="Malgun Gothic" pitchFamily="34" charset="-122"/>
                <a:cs typeface="Malgun Gothic" pitchFamily="34" charset="-120"/>
              </a:rPr>
              <a:t>적응 샘플링</a:t>
            </a:r>
            <a:endParaRPr lang="en-US" sz="1100" dirty="0"/>
          </a:p>
        </p:txBody>
      </p:sp>
      <p:sp>
        <p:nvSpPr>
          <p:cNvPr id="20" name="Text 18"/>
          <p:cNvSpPr txBox="1"/>
          <p:nvPr/>
        </p:nvSpPr>
        <p:spPr>
          <a:xfrm>
            <a:off x="7114032" y="2157984"/>
            <a:ext cx="4297680" cy="274320"/>
          </a:xfrm>
          <a:prstGeom prst="rect">
            <a:avLst/>
          </a:prstGeom>
          <a:noFill/>
          <a:ln/>
        </p:spPr>
        <p:txBody>
          <a:bodyPr wrap="square" lIns="0" tIns="0" rIns="0" bIns="0" rtlCol="0" anchor="ctr"/>
          <a:lstStyle/>
          <a:p>
            <a:pPr indent="0" marL="0">
              <a:buNone/>
            </a:pPr>
            <a:r>
              <a:rPr lang="en-US" sz="950" dirty="0">
                <a:solidFill>
                  <a:srgbClr val="1C2733"/>
                </a:solidFill>
                <a:latin typeface="Malgun Gothic" pitchFamily="34" charset="0"/>
                <a:ea typeface="Malgun Gothic" pitchFamily="34" charset="-122"/>
                <a:cs typeface="Malgun Gothic" pitchFamily="34" charset="-120"/>
              </a:rPr>
              <a:t>불확실성이 큰 지점을 골라 해석을 추가해 정확도 보강</a:t>
            </a:r>
            <a:endParaRPr lang="en-US" sz="950" dirty="0"/>
          </a:p>
        </p:txBody>
      </p:sp>
      <p:sp>
        <p:nvSpPr>
          <p:cNvPr id="21" name="Shape 19"/>
          <p:cNvSpPr/>
          <p:nvPr/>
        </p:nvSpPr>
        <p:spPr>
          <a:xfrm>
            <a:off x="6665976" y="2798064"/>
            <a:ext cx="310896" cy="310896"/>
          </a:xfrm>
          <a:prstGeom prst="ellipse">
            <a:avLst/>
          </a:prstGeom>
          <a:solidFill>
            <a:srgbClr val="16305B"/>
          </a:solidFill>
          <a:ln w="12700">
            <a:solidFill>
              <a:srgbClr val="16305B"/>
            </a:solidFill>
            <a:prstDash val="solid"/>
          </a:ln>
        </p:spPr>
      </p:sp>
      <p:sp>
        <p:nvSpPr>
          <p:cNvPr id="22" name="Text 20"/>
          <p:cNvSpPr txBox="1"/>
          <p:nvPr/>
        </p:nvSpPr>
        <p:spPr>
          <a:xfrm>
            <a:off x="6665976" y="2798064"/>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2</a:t>
            </a:r>
            <a:endParaRPr lang="en-US" sz="1000" dirty="0"/>
          </a:p>
        </p:txBody>
      </p:sp>
      <p:sp>
        <p:nvSpPr>
          <p:cNvPr id="23" name="Text 21"/>
          <p:cNvSpPr txBox="1"/>
          <p:nvPr/>
        </p:nvSpPr>
        <p:spPr>
          <a:xfrm>
            <a:off x="7114032" y="2706624"/>
            <a:ext cx="4297680" cy="274320"/>
          </a:xfrm>
          <a:prstGeom prst="rect">
            <a:avLst/>
          </a:prstGeom>
          <a:noFill/>
          <a:ln/>
        </p:spPr>
        <p:txBody>
          <a:bodyPr wrap="square" lIns="0" tIns="0" rIns="0" bIns="0" rtlCol="0" anchor="ctr"/>
          <a:lstStyle/>
          <a:p>
            <a:pPr indent="0" marL="0">
              <a:buNone/>
            </a:pPr>
            <a:r>
              <a:rPr lang="en-US" sz="1100" b="1" dirty="0">
                <a:solidFill>
                  <a:srgbClr val="16305B"/>
                </a:solidFill>
                <a:latin typeface="Malgun Gothic" pitchFamily="34" charset="0"/>
                <a:ea typeface="Malgun Gothic" pitchFamily="34" charset="-122"/>
                <a:cs typeface="Malgun Gothic" pitchFamily="34" charset="-120"/>
              </a:rPr>
              <a:t>다목적 최적화</a:t>
            </a:r>
            <a:endParaRPr lang="en-US" sz="1100" dirty="0"/>
          </a:p>
        </p:txBody>
      </p:sp>
      <p:sp>
        <p:nvSpPr>
          <p:cNvPr id="24" name="Text 22"/>
          <p:cNvSpPr txBox="1"/>
          <p:nvPr/>
        </p:nvSpPr>
        <p:spPr>
          <a:xfrm>
            <a:off x="7114032" y="2980944"/>
            <a:ext cx="4297680" cy="274320"/>
          </a:xfrm>
          <a:prstGeom prst="rect">
            <a:avLst/>
          </a:prstGeom>
          <a:noFill/>
          <a:ln/>
        </p:spPr>
        <p:txBody>
          <a:bodyPr wrap="square" lIns="0" tIns="0" rIns="0" bIns="0" rtlCol="0" anchor="ctr"/>
          <a:lstStyle/>
          <a:p>
            <a:pPr indent="0" marL="0">
              <a:buNone/>
            </a:pPr>
            <a:r>
              <a:rPr lang="en-US" sz="950" dirty="0">
                <a:solidFill>
                  <a:srgbClr val="1C2733"/>
                </a:solidFill>
                <a:latin typeface="Malgun Gothic" pitchFamily="34" charset="0"/>
                <a:ea typeface="Malgun Gothic" pitchFamily="34" charset="-122"/>
                <a:cs typeface="Malgun Gothic" pitchFamily="34" charset="-120"/>
              </a:rPr>
              <a:t>대리모델 위에서 파레토 최적해 탐색</a:t>
            </a:r>
            <a:endParaRPr lang="en-US" sz="950" dirty="0"/>
          </a:p>
        </p:txBody>
      </p:sp>
      <p:sp>
        <p:nvSpPr>
          <p:cNvPr id="25" name="Shape 23"/>
          <p:cNvSpPr/>
          <p:nvPr/>
        </p:nvSpPr>
        <p:spPr>
          <a:xfrm>
            <a:off x="6665976" y="3621024"/>
            <a:ext cx="310896" cy="310896"/>
          </a:xfrm>
          <a:prstGeom prst="ellipse">
            <a:avLst/>
          </a:prstGeom>
          <a:solidFill>
            <a:srgbClr val="16305B"/>
          </a:solidFill>
          <a:ln w="12700">
            <a:solidFill>
              <a:srgbClr val="16305B"/>
            </a:solidFill>
            <a:prstDash val="solid"/>
          </a:ln>
        </p:spPr>
      </p:sp>
      <p:sp>
        <p:nvSpPr>
          <p:cNvPr id="26" name="Text 24"/>
          <p:cNvSpPr txBox="1"/>
          <p:nvPr/>
        </p:nvSpPr>
        <p:spPr>
          <a:xfrm>
            <a:off x="6665976" y="3621024"/>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3</a:t>
            </a:r>
            <a:endParaRPr lang="en-US" sz="1000" dirty="0"/>
          </a:p>
        </p:txBody>
      </p:sp>
      <p:sp>
        <p:nvSpPr>
          <p:cNvPr id="27" name="Text 25"/>
          <p:cNvSpPr txBox="1"/>
          <p:nvPr/>
        </p:nvSpPr>
        <p:spPr>
          <a:xfrm>
            <a:off x="7114032" y="3529584"/>
            <a:ext cx="4297680" cy="274320"/>
          </a:xfrm>
          <a:prstGeom prst="rect">
            <a:avLst/>
          </a:prstGeom>
          <a:noFill/>
          <a:ln/>
        </p:spPr>
        <p:txBody>
          <a:bodyPr wrap="square" lIns="0" tIns="0" rIns="0" bIns="0" rtlCol="0" anchor="ctr"/>
          <a:lstStyle/>
          <a:p>
            <a:pPr indent="0" marL="0">
              <a:buNone/>
            </a:pPr>
            <a:r>
              <a:rPr lang="en-US" sz="1100" b="1" dirty="0">
                <a:solidFill>
                  <a:srgbClr val="16305B"/>
                </a:solidFill>
                <a:latin typeface="Malgun Gothic" pitchFamily="34" charset="0"/>
                <a:ea typeface="Malgun Gothic" pitchFamily="34" charset="-122"/>
                <a:cs typeface="Malgun Gothic" pitchFamily="34" charset="-120"/>
              </a:rPr>
              <a:t>사업 적용 검토</a:t>
            </a:r>
            <a:endParaRPr lang="en-US" sz="1100" dirty="0"/>
          </a:p>
        </p:txBody>
      </p:sp>
      <p:sp>
        <p:nvSpPr>
          <p:cNvPr id="28" name="Text 26"/>
          <p:cNvSpPr txBox="1"/>
          <p:nvPr/>
        </p:nvSpPr>
        <p:spPr>
          <a:xfrm>
            <a:off x="7114032" y="3803904"/>
            <a:ext cx="4297680" cy="274320"/>
          </a:xfrm>
          <a:prstGeom prst="rect">
            <a:avLst/>
          </a:prstGeom>
          <a:noFill/>
          <a:ln/>
        </p:spPr>
        <p:txBody>
          <a:bodyPr wrap="square" lIns="0" tIns="0" rIns="0" bIns="0" rtlCol="0" anchor="ct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실제 사업에서 AI 열해석 자동화 적용 가능성 검토</a:t>
            </a:r>
            <a:endParaRPr lang="en-US" sz="950" dirty="0"/>
          </a:p>
        </p:txBody>
      </p:sp>
      <p:sp>
        <p:nvSpPr>
          <p:cNvPr id="29" name="Shape 27"/>
          <p:cNvSpPr/>
          <p:nvPr/>
        </p:nvSpPr>
        <p:spPr>
          <a:xfrm>
            <a:off x="502920" y="4818888"/>
            <a:ext cx="11183112" cy="1563624"/>
          </a:xfrm>
          <a:prstGeom prst="roundRect">
            <a:avLst>
              <a:gd name="adj" fmla="val 3509"/>
            </a:avLst>
          </a:prstGeom>
          <a:solidFill>
            <a:srgbClr val="16305B"/>
          </a:solidFill>
          <a:ln w="12700">
            <a:solidFill>
              <a:srgbClr val="16305B"/>
            </a:solidFill>
            <a:prstDash val="solid"/>
          </a:ln>
        </p:spPr>
      </p:sp>
      <p:sp>
        <p:nvSpPr>
          <p:cNvPr id="30" name="Text 28"/>
          <p:cNvSpPr txBox="1"/>
          <p:nvPr/>
        </p:nvSpPr>
        <p:spPr>
          <a:xfrm>
            <a:off x="886968" y="4965192"/>
            <a:ext cx="3657600" cy="274320"/>
          </a:xfrm>
          <a:prstGeom prst="rect">
            <a:avLst/>
          </a:prstGeom>
          <a:noFill/>
          <a:ln/>
        </p:spPr>
        <p:txBody>
          <a:bodyPr wrap="square" lIns="0" tIns="0" rIns="0" bIns="0" rtlCol="0" anchor="ctr"/>
          <a:lstStyle/>
          <a:p>
            <a:pPr indent="0" marL="0">
              <a:buNone/>
            </a:pPr>
            <a:r>
              <a:rPr lang="en-US" sz="1100" b="1" spc="100" kern="0" dirty="0">
                <a:solidFill>
                  <a:srgbClr val="00A3C4"/>
                </a:solidFill>
                <a:latin typeface="Malgun Gothic" pitchFamily="34" charset="0"/>
                <a:ea typeface="Malgun Gothic" pitchFamily="34" charset="-122"/>
                <a:cs typeface="Malgun Gothic" pitchFamily="34" charset="-120"/>
              </a:rPr>
              <a:t>요   약</a:t>
            </a:r>
            <a:endParaRPr lang="en-US" sz="1100" dirty="0"/>
          </a:p>
        </p:txBody>
      </p:sp>
      <p:sp>
        <p:nvSpPr>
          <p:cNvPr id="31" name="Text 29"/>
          <p:cNvSpPr txBox="1"/>
          <p:nvPr/>
        </p:nvSpPr>
        <p:spPr>
          <a:xfrm>
            <a:off x="886968" y="5276088"/>
            <a:ext cx="3291840" cy="566928"/>
          </a:xfrm>
          <a:prstGeom prst="rect">
            <a:avLst/>
          </a:prstGeom>
          <a:noFill/>
          <a:ln/>
        </p:spPr>
        <p:txBody>
          <a:bodyPr wrap="square" lIns="0" tIns="0" rIns="0" bIns="0" rtlCol="0" anchor="ctr"/>
          <a:lstStyle/>
          <a:p>
            <a:pPr indent="0" marL="0">
              <a:buNone/>
            </a:pPr>
            <a:r>
              <a:rPr lang="en-US" sz="2600" b="1" dirty="0">
                <a:solidFill>
                  <a:srgbClr val="FFFFFF"/>
                </a:solidFill>
                <a:latin typeface="Malgun Gothic" pitchFamily="34" charset="0"/>
                <a:ea typeface="Malgun Gothic" pitchFamily="34" charset="-122"/>
                <a:cs typeface="Malgun Gothic" pitchFamily="34" charset="-120"/>
              </a:rPr>
              <a:t>11 → 8</a:t>
            </a:r>
            <a:endParaRPr lang="en-US" sz="2600" dirty="0"/>
          </a:p>
        </p:txBody>
      </p:sp>
      <p:sp>
        <p:nvSpPr>
          <p:cNvPr id="32" name="Text 30"/>
          <p:cNvSpPr txBox="1"/>
          <p:nvPr/>
        </p:nvSpPr>
        <p:spPr>
          <a:xfrm>
            <a:off x="886968" y="5843016"/>
            <a:ext cx="3291840" cy="274320"/>
          </a:xfrm>
          <a:prstGeom prst="rect">
            <a:avLst/>
          </a:prstGeom>
          <a:noFill/>
          <a:ln/>
        </p:spPr>
        <p:txBody>
          <a:bodyPr wrap="square" lIns="0" tIns="0" rIns="0" bIns="0" rtlCol="0" anchor="ctr"/>
          <a:lstStyle/>
          <a:p>
            <a:pPr indent="0" marL="0">
              <a:buNone/>
            </a:pPr>
            <a:r>
              <a:rPr lang="en-US" sz="1000" dirty="0">
                <a:solidFill>
                  <a:srgbClr val="CFE0F2"/>
                </a:solidFill>
                <a:latin typeface="Malgun Gothic" pitchFamily="34" charset="0"/>
                <a:ea typeface="Malgun Gothic" pitchFamily="34" charset="-122"/>
                <a:cs typeface="Malgun Gothic" pitchFamily="34" charset="-120"/>
              </a:rPr>
              <a:t>변수 선별 (DSD 29회)</a:t>
            </a:r>
            <a:endParaRPr lang="en-US" sz="1000" dirty="0"/>
          </a:p>
        </p:txBody>
      </p:sp>
      <p:sp>
        <p:nvSpPr>
          <p:cNvPr id="33" name="Text 31"/>
          <p:cNvSpPr txBox="1"/>
          <p:nvPr/>
        </p:nvSpPr>
        <p:spPr>
          <a:xfrm>
            <a:off x="4498848" y="5276088"/>
            <a:ext cx="3291840" cy="566928"/>
          </a:xfrm>
          <a:prstGeom prst="rect">
            <a:avLst/>
          </a:prstGeom>
          <a:noFill/>
          <a:ln/>
        </p:spPr>
        <p:txBody>
          <a:bodyPr wrap="square" lIns="0" tIns="0" rIns="0" bIns="0" rtlCol="0" anchor="ctr"/>
          <a:lstStyle/>
          <a:p>
            <a:pPr indent="0" marL="0">
              <a:buNone/>
            </a:pPr>
            <a:r>
              <a:rPr lang="en-US" sz="2600" b="1" dirty="0">
                <a:solidFill>
                  <a:srgbClr val="FFFFFF"/>
                </a:solidFill>
                <a:latin typeface="Malgun Gothic" pitchFamily="34" charset="0"/>
                <a:ea typeface="Malgun Gothic" pitchFamily="34" charset="-122"/>
                <a:cs typeface="Malgun Gothic" pitchFamily="34" charset="-120"/>
              </a:rPr>
              <a:t>80 점</a:t>
            </a:r>
            <a:endParaRPr lang="en-US" sz="2600" dirty="0"/>
          </a:p>
        </p:txBody>
      </p:sp>
      <p:sp>
        <p:nvSpPr>
          <p:cNvPr id="34" name="Text 32"/>
          <p:cNvSpPr txBox="1"/>
          <p:nvPr/>
        </p:nvSpPr>
        <p:spPr>
          <a:xfrm>
            <a:off x="4498848" y="5843016"/>
            <a:ext cx="3291840" cy="274320"/>
          </a:xfrm>
          <a:prstGeom prst="rect">
            <a:avLst/>
          </a:prstGeom>
          <a:noFill/>
          <a:ln/>
        </p:spPr>
        <p:txBody>
          <a:bodyPr wrap="square" lIns="0" tIns="0" rIns="0" bIns="0" rtlCol="0" anchor="ctr"/>
          <a:lstStyle/>
          <a:p>
            <a:pPr indent="0" marL="0">
              <a:buNone/>
            </a:pPr>
            <a:r>
              <a:rPr lang="en-US" sz="1000" dirty="0">
                <a:solidFill>
                  <a:srgbClr val="CFE0F2"/>
                </a:solidFill>
                <a:latin typeface="Malgun Gothic" pitchFamily="34" charset="0"/>
                <a:ea typeface="Malgun Gothic" pitchFamily="34" charset="-122"/>
                <a:cs typeface="Malgun Gothic" pitchFamily="34" charset="-120"/>
              </a:rPr>
              <a:t>활성 변수 실험계획 (OLHD)</a:t>
            </a:r>
            <a:endParaRPr lang="en-US" sz="1000" dirty="0"/>
          </a:p>
        </p:txBody>
      </p:sp>
      <p:sp>
        <p:nvSpPr>
          <p:cNvPr id="35" name="Text 33"/>
          <p:cNvSpPr txBox="1"/>
          <p:nvPr/>
        </p:nvSpPr>
        <p:spPr>
          <a:xfrm>
            <a:off x="8110728" y="5276088"/>
            <a:ext cx="3291840" cy="566928"/>
          </a:xfrm>
          <a:prstGeom prst="rect">
            <a:avLst/>
          </a:prstGeom>
          <a:noFill/>
          <a:ln/>
        </p:spPr>
        <p:txBody>
          <a:bodyPr wrap="square" lIns="0" tIns="0" rIns="0" bIns="0" rtlCol="0" anchor="ctr"/>
          <a:lstStyle/>
          <a:p>
            <a:pPr indent="0" marL="0">
              <a:buNone/>
            </a:pPr>
            <a:r>
              <a:rPr lang="en-US" sz="2600" b="1" dirty="0">
                <a:solidFill>
                  <a:srgbClr val="FFFFFF"/>
                </a:solidFill>
                <a:latin typeface="Malgun Gothic" pitchFamily="34" charset="0"/>
                <a:ea typeface="Malgun Gothic" pitchFamily="34" charset="-122"/>
                <a:cs typeface="Malgun Gothic" pitchFamily="34" charset="-120"/>
              </a:rPr>
              <a:t>0.89 ~ 1.00</a:t>
            </a:r>
            <a:endParaRPr lang="en-US" sz="2600" dirty="0"/>
          </a:p>
        </p:txBody>
      </p:sp>
      <p:sp>
        <p:nvSpPr>
          <p:cNvPr id="36" name="Text 34"/>
          <p:cNvSpPr txBox="1"/>
          <p:nvPr/>
        </p:nvSpPr>
        <p:spPr>
          <a:xfrm>
            <a:off x="8110728" y="5843016"/>
            <a:ext cx="3291840" cy="274320"/>
          </a:xfrm>
          <a:prstGeom prst="rect">
            <a:avLst/>
          </a:prstGeom>
          <a:noFill/>
          <a:ln/>
        </p:spPr>
        <p:txBody>
          <a:bodyPr wrap="square" lIns="0" tIns="0" rIns="0" bIns="0" rtlCol="0" anchor="ctr"/>
          <a:lstStyle/>
          <a:p>
            <a:pPr indent="0" marL="0">
              <a:buNone/>
            </a:pPr>
            <a:r>
              <a:rPr lang="en-US" sz="1000" dirty="0">
                <a:solidFill>
                  <a:srgbClr val="CFE0F2"/>
                </a:solidFill>
                <a:latin typeface="Malgun Gothic" pitchFamily="34" charset="0"/>
                <a:ea typeface="Malgun Gothic" pitchFamily="34" charset="-122"/>
                <a:cs typeface="Malgun Gothic" pitchFamily="34" charset="-120"/>
              </a:rPr>
              <a:t>대리모델 교차검증 R²</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3F5F8"/>
        </a:solidFill>
      </p:bgPr>
    </p:bg>
    <p:spTree>
      <p:nvGrpSpPr>
        <p:cNvPr id="1" name=""/>
        <p:cNvGrpSpPr/>
        <p:nvPr/>
      </p:nvGrpSpPr>
      <p:grpSpPr>
        <a:xfrm>
          <a:off x="0" y="0"/>
          <a:ext cx="0" cy="0"/>
          <a:chOff x="0" y="0"/>
          <a:chExt cx="0" cy="0"/>
        </a:xfrm>
      </p:grpSpPr>
      <p:sp>
        <p:nvSpPr>
          <p:cNvPr id="2" name="Shape 0"/>
          <p:cNvSpPr/>
          <p:nvPr/>
        </p:nvSpPr>
        <p:spPr>
          <a:xfrm>
            <a:off x="502920" y="384048"/>
            <a:ext cx="475488" cy="475488"/>
          </a:xfrm>
          <a:prstGeom prst="rect">
            <a:avLst/>
          </a:prstGeom>
          <a:solidFill>
            <a:srgbClr val="16305B"/>
          </a:solidFill>
          <a:ln w="12700">
            <a:solidFill>
              <a:srgbClr val="16305B"/>
            </a:solidFill>
            <a:prstDash val="solid"/>
          </a:ln>
        </p:spPr>
      </p:sp>
      <p:sp>
        <p:nvSpPr>
          <p:cNvPr id="3" name="Text 1"/>
          <p:cNvSpPr txBox="1"/>
          <p:nvPr/>
        </p:nvSpPr>
        <p:spPr>
          <a:xfrm>
            <a:off x="502920" y="38404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A-1</a:t>
            </a:r>
            <a:endParaRPr lang="en-US" sz="1600" dirty="0"/>
          </a:p>
        </p:txBody>
      </p:sp>
      <p:sp>
        <p:nvSpPr>
          <p:cNvPr id="4" name="Text 2"/>
          <p:cNvSpPr txBox="1"/>
          <p:nvPr/>
        </p:nvSpPr>
        <p:spPr>
          <a:xfrm>
            <a:off x="1124712" y="365760"/>
            <a:ext cx="7315200" cy="237744"/>
          </a:xfrm>
          <a:prstGeom prst="rect">
            <a:avLst/>
          </a:prstGeom>
          <a:noFill/>
          <a:ln/>
        </p:spPr>
        <p:txBody>
          <a:bodyPr wrap="square" lIns="0" tIns="0" rIns="0" bIns="0" rtlCol="0" anchor="ctr"/>
          <a:lstStyle/>
          <a:p>
            <a:pPr indent="0" marL="0">
              <a:buNone/>
            </a:pPr>
            <a:r>
              <a:rPr lang="en-US" sz="1050" b="1" spc="100" kern="0" dirty="0">
                <a:solidFill>
                  <a:srgbClr val="00A3C4"/>
                </a:solidFill>
                <a:latin typeface="Malgun Gothic" pitchFamily="34" charset="0"/>
                <a:ea typeface="Malgun Gothic" pitchFamily="34" charset="-122"/>
                <a:cs typeface="Malgun Gothic" pitchFamily="34" charset="-120"/>
              </a:rPr>
              <a:t>부록</a:t>
            </a:r>
            <a:endParaRPr lang="en-US" sz="1050" dirty="0"/>
          </a:p>
        </p:txBody>
      </p:sp>
      <p:sp>
        <p:nvSpPr>
          <p:cNvPr id="5" name="Text 3"/>
          <p:cNvSpPr txBox="1"/>
          <p:nvPr/>
        </p:nvSpPr>
        <p:spPr>
          <a:xfrm>
            <a:off x="1124712" y="548640"/>
            <a:ext cx="10607040" cy="384048"/>
          </a:xfrm>
          <a:prstGeom prst="rect">
            <a:avLst/>
          </a:prstGeom>
          <a:noFill/>
          <a:ln/>
        </p:spPr>
        <p:txBody>
          <a:bodyPr wrap="square" lIns="0" tIns="0" rIns="0" bIns="0" rtlCol="0" anchor="ctr"/>
          <a:lstStyle/>
          <a:p>
            <a:pPr indent="0" marL="0">
              <a:buNone/>
            </a:pPr>
            <a:r>
              <a:rPr lang="en-US" sz="2200" b="1" dirty="0">
                <a:solidFill>
                  <a:srgbClr val="16305B"/>
                </a:solidFill>
                <a:latin typeface="Malgun Gothic" pitchFamily="34" charset="0"/>
                <a:ea typeface="Malgun Gothic" pitchFamily="34" charset="-122"/>
                <a:cs typeface="Malgun Gothic" pitchFamily="34" charset="-120"/>
              </a:rPr>
              <a:t>Icepak 해석 모델 GUI 설정 절차</a:t>
            </a:r>
            <a:endParaRPr lang="en-US" sz="2200" dirty="0"/>
          </a:p>
        </p:txBody>
      </p:sp>
      <p:sp>
        <p:nvSpPr>
          <p:cNvPr id="6" name="Shape 4"/>
          <p:cNvSpPr/>
          <p:nvPr/>
        </p:nvSpPr>
        <p:spPr>
          <a:xfrm>
            <a:off x="502920" y="1170432"/>
            <a:ext cx="256032" cy="256032"/>
          </a:xfrm>
          <a:prstGeom prst="ellipse">
            <a:avLst/>
          </a:prstGeom>
          <a:solidFill>
            <a:srgbClr val="16305B"/>
          </a:solidFill>
          <a:ln w="12700">
            <a:solidFill>
              <a:srgbClr val="16305B"/>
            </a:solidFill>
            <a:prstDash val="solid"/>
          </a:ln>
        </p:spPr>
      </p:sp>
      <p:sp>
        <p:nvSpPr>
          <p:cNvPr id="7" name="Text 5"/>
          <p:cNvSpPr txBox="1"/>
          <p:nvPr/>
        </p:nvSpPr>
        <p:spPr>
          <a:xfrm>
            <a:off x="502920" y="117043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1</a:t>
            </a:r>
            <a:endParaRPr lang="en-US" sz="900" dirty="0"/>
          </a:p>
        </p:txBody>
      </p:sp>
      <p:sp>
        <p:nvSpPr>
          <p:cNvPr id="8" name="Text 6"/>
          <p:cNvSpPr txBox="1"/>
          <p:nvPr/>
        </p:nvSpPr>
        <p:spPr>
          <a:xfrm>
            <a:off x="850392" y="1152144"/>
            <a:ext cx="2267712" cy="292608"/>
          </a:xfrm>
          <a:prstGeom prst="rect">
            <a:avLst/>
          </a:prstGeom>
          <a:noFill/>
          <a:ln/>
        </p:spPr>
        <p:txBody>
          <a:bodyPr wrap="square" lIns="0" tIns="0" rIns="0" bIns="0" rtlCol="0" anchor="ctr"/>
          <a:lstStyle/>
          <a:p>
            <a:pPr indent="0" marL="0">
              <a:buNone/>
            </a:pPr>
            <a:r>
              <a:rPr lang="en-US" sz="1100" b="1" dirty="0">
                <a:solidFill>
                  <a:srgbClr val="16305B"/>
                </a:solidFill>
                <a:latin typeface="Malgun Gothic" pitchFamily="34" charset="0"/>
                <a:ea typeface="Malgun Gothic" pitchFamily="34" charset="-122"/>
                <a:cs typeface="Malgun Gothic" pitchFamily="34" charset="-120"/>
              </a:rPr>
              <a:t>프로젝트 생성</a:t>
            </a:r>
            <a:endParaRPr lang="en-US" sz="1100" dirty="0"/>
          </a:p>
        </p:txBody>
      </p:sp>
      <p:sp>
        <p:nvSpPr>
          <p:cNvPr id="9" name="Shape 7"/>
          <p:cNvSpPr/>
          <p:nvPr/>
        </p:nvSpPr>
        <p:spPr>
          <a:xfrm>
            <a:off x="502920" y="1536192"/>
            <a:ext cx="2615184" cy="1874520"/>
          </a:xfrm>
          <a:prstGeom prst="roundRect">
            <a:avLst>
              <a:gd name="adj" fmla="val 2439"/>
            </a:avLst>
          </a:prstGeom>
          <a:solidFill>
            <a:srgbClr val="FFFFFF"/>
          </a:solidFill>
          <a:ln w="12700">
            <a:solidFill>
              <a:srgbClr val="C3CDDA"/>
            </a:solidFill>
            <a:prstDash val="dash"/>
          </a:ln>
        </p:spPr>
      </p:sp>
      <p:sp>
        <p:nvSpPr>
          <p:cNvPr id="10" name="Text 8"/>
          <p:cNvSpPr txBox="1"/>
          <p:nvPr/>
        </p:nvSpPr>
        <p:spPr>
          <a:xfrm>
            <a:off x="502920" y="1536192"/>
            <a:ext cx="2615184" cy="1874520"/>
          </a:xfrm>
          <a:prstGeom prst="rect">
            <a:avLst/>
          </a:prstGeom>
          <a:noFill/>
          <a:ln/>
        </p:spPr>
        <p:txBody>
          <a:bodyPr wrap="square" lIns="0" tIns="0" rIns="0" bIns="0" rtlCol="0" anchor="ctr"/>
          <a:lstStyle/>
          <a:p>
            <a:pPr algn="ctr" indent="0" marL="0">
              <a:buNone/>
            </a:pPr>
            <a:r>
              <a:rPr lang="en-US" sz="1000" b="1" dirty="0">
                <a:solidFill>
                  <a:srgbClr val="B5C0CF"/>
                </a:solidFill>
                <a:latin typeface="Malgun Gothic" pitchFamily="34" charset="0"/>
                <a:ea typeface="Malgun Gothic" pitchFamily="34" charset="-122"/>
                <a:cs typeface="Malgun Gothic" pitchFamily="34" charset="-120"/>
              </a:rPr>
              <a:t>GUI 캡처</a:t>
            </a:r>
            <a:endParaRPr lang="en-US" sz="1000" dirty="0"/>
          </a:p>
        </p:txBody>
      </p:sp>
      <p:sp>
        <p:nvSpPr>
          <p:cNvPr id="11" name="Text 9"/>
          <p:cNvSpPr txBox="1"/>
          <p:nvPr/>
        </p:nvSpPr>
        <p:spPr>
          <a:xfrm>
            <a:off x="502920" y="3456432"/>
            <a:ext cx="2615184" cy="274320"/>
          </a:xfrm>
          <a:prstGeom prst="rect">
            <a:avLst/>
          </a:prstGeom>
          <a:noFill/>
          <a:ln/>
        </p:spPr>
        <p:txBody>
          <a:bodyPr wrap="square" lIns="0" tIns="0" rIns="0" bIns="0" rtlCol="0" anchor="ctr"/>
          <a:lstStyle/>
          <a:p>
            <a:pPr indent="0" marL="0">
              <a:buNone/>
            </a:pPr>
            <a:r>
              <a:rPr lang="en-US" sz="900" dirty="0">
                <a:solidFill>
                  <a:srgbClr val="6B7A8F"/>
                </a:solidFill>
                <a:latin typeface="Malgun Gothic" pitchFamily="34" charset="0"/>
                <a:ea typeface="Malgun Gothic" pitchFamily="34" charset="-122"/>
                <a:cs typeface="Malgun Gothic" pitchFamily="34" charset="-120"/>
              </a:rPr>
              <a:t>새 프로젝트 · 디자인 생성</a:t>
            </a:r>
            <a:endParaRPr lang="en-US" sz="900" dirty="0"/>
          </a:p>
        </p:txBody>
      </p:sp>
      <p:sp>
        <p:nvSpPr>
          <p:cNvPr id="12" name="Shape 10"/>
          <p:cNvSpPr/>
          <p:nvPr/>
        </p:nvSpPr>
        <p:spPr>
          <a:xfrm>
            <a:off x="3358591" y="1170432"/>
            <a:ext cx="256032" cy="256032"/>
          </a:xfrm>
          <a:prstGeom prst="ellipse">
            <a:avLst/>
          </a:prstGeom>
          <a:solidFill>
            <a:srgbClr val="16305B"/>
          </a:solidFill>
          <a:ln w="12700">
            <a:solidFill>
              <a:srgbClr val="16305B"/>
            </a:solidFill>
            <a:prstDash val="solid"/>
          </a:ln>
        </p:spPr>
      </p:sp>
      <p:sp>
        <p:nvSpPr>
          <p:cNvPr id="13" name="Text 11"/>
          <p:cNvSpPr txBox="1"/>
          <p:nvPr/>
        </p:nvSpPr>
        <p:spPr>
          <a:xfrm>
            <a:off x="3358591" y="117043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2</a:t>
            </a:r>
            <a:endParaRPr lang="en-US" sz="900" dirty="0"/>
          </a:p>
        </p:txBody>
      </p:sp>
      <p:sp>
        <p:nvSpPr>
          <p:cNvPr id="14" name="Text 12"/>
          <p:cNvSpPr txBox="1"/>
          <p:nvPr/>
        </p:nvSpPr>
        <p:spPr>
          <a:xfrm>
            <a:off x="3706063" y="1152144"/>
            <a:ext cx="2267712" cy="292608"/>
          </a:xfrm>
          <a:prstGeom prst="rect">
            <a:avLst/>
          </a:prstGeom>
          <a:noFill/>
          <a:ln/>
        </p:spPr>
        <p:txBody>
          <a:bodyPr wrap="square" lIns="0" tIns="0" rIns="0" bIns="0" rtlCol="0" anchor="ctr"/>
          <a:lstStyle/>
          <a:p>
            <a:pPr indent="0" marL="0">
              <a:buNone/>
            </a:pPr>
            <a:r>
              <a:rPr lang="en-US" sz="1100" b="1" dirty="0">
                <a:solidFill>
                  <a:srgbClr val="16305B"/>
                </a:solidFill>
                <a:latin typeface="Malgun Gothic" pitchFamily="34" charset="0"/>
                <a:ea typeface="Malgun Gothic" pitchFamily="34" charset="-122"/>
                <a:cs typeface="Malgun Gothic" pitchFamily="34" charset="-120"/>
              </a:rPr>
              <a:t>형상 불러오기</a:t>
            </a:r>
            <a:endParaRPr lang="en-US" sz="1100" dirty="0"/>
          </a:p>
        </p:txBody>
      </p:sp>
      <p:sp>
        <p:nvSpPr>
          <p:cNvPr id="15" name="Shape 13"/>
          <p:cNvSpPr/>
          <p:nvPr/>
        </p:nvSpPr>
        <p:spPr>
          <a:xfrm>
            <a:off x="3358591" y="1536192"/>
            <a:ext cx="2615184" cy="1874520"/>
          </a:xfrm>
          <a:prstGeom prst="roundRect">
            <a:avLst>
              <a:gd name="adj" fmla="val 2439"/>
            </a:avLst>
          </a:prstGeom>
          <a:solidFill>
            <a:srgbClr val="FFFFFF"/>
          </a:solidFill>
          <a:ln w="12700">
            <a:solidFill>
              <a:srgbClr val="C3CDDA"/>
            </a:solidFill>
            <a:prstDash val="dash"/>
          </a:ln>
        </p:spPr>
      </p:sp>
      <p:sp>
        <p:nvSpPr>
          <p:cNvPr id="16" name="Text 14"/>
          <p:cNvSpPr txBox="1"/>
          <p:nvPr/>
        </p:nvSpPr>
        <p:spPr>
          <a:xfrm>
            <a:off x="3358591" y="1536192"/>
            <a:ext cx="2615184" cy="1874520"/>
          </a:xfrm>
          <a:prstGeom prst="rect">
            <a:avLst/>
          </a:prstGeom>
          <a:noFill/>
          <a:ln/>
        </p:spPr>
        <p:txBody>
          <a:bodyPr wrap="square" lIns="0" tIns="0" rIns="0" bIns="0" rtlCol="0" anchor="ctr"/>
          <a:lstStyle/>
          <a:p>
            <a:pPr algn="ctr" indent="0" marL="0">
              <a:buNone/>
            </a:pPr>
            <a:r>
              <a:rPr lang="en-US" sz="1000" b="1" dirty="0">
                <a:solidFill>
                  <a:srgbClr val="B5C0CF"/>
                </a:solidFill>
                <a:latin typeface="Malgun Gothic" pitchFamily="34" charset="0"/>
                <a:ea typeface="Malgun Gothic" pitchFamily="34" charset="-122"/>
                <a:cs typeface="Malgun Gothic" pitchFamily="34" charset="-120"/>
              </a:rPr>
              <a:t>GUI 캡처</a:t>
            </a:r>
            <a:endParaRPr lang="en-US" sz="1000" dirty="0"/>
          </a:p>
        </p:txBody>
      </p:sp>
      <p:sp>
        <p:nvSpPr>
          <p:cNvPr id="17" name="Text 15"/>
          <p:cNvSpPr txBox="1"/>
          <p:nvPr/>
        </p:nvSpPr>
        <p:spPr>
          <a:xfrm>
            <a:off x="3358591" y="3456432"/>
            <a:ext cx="2615184" cy="274320"/>
          </a:xfrm>
          <a:prstGeom prst="rect">
            <a:avLst/>
          </a:prstGeom>
          <a:noFill/>
          <a:ln/>
        </p:spPr>
        <p:txBody>
          <a:bodyPr wrap="square" lIns="0" tIns="0" rIns="0" bIns="0" rtlCol="0" anchor="ctr"/>
          <a:lstStyle/>
          <a:p>
            <a:pPr indent="0" marL="0">
              <a:buNone/>
            </a:pPr>
            <a:r>
              <a:rPr lang="en-US" sz="900" dirty="0">
                <a:solidFill>
                  <a:srgbClr val="6B7A8F"/>
                </a:solidFill>
                <a:latin typeface="Malgun Gothic" pitchFamily="34" charset="0"/>
                <a:ea typeface="Malgun Gothic" pitchFamily="34" charset="-122"/>
                <a:cs typeface="Malgun Gothic" pitchFamily="34" charset="-120"/>
              </a:rPr>
              <a:t>STEP 불러오기 · 부품 이름·재질 지정</a:t>
            </a:r>
            <a:endParaRPr lang="en-US" sz="900" dirty="0"/>
          </a:p>
        </p:txBody>
      </p:sp>
      <p:sp>
        <p:nvSpPr>
          <p:cNvPr id="18" name="Shape 16"/>
          <p:cNvSpPr/>
          <p:nvPr/>
        </p:nvSpPr>
        <p:spPr>
          <a:xfrm>
            <a:off x="6214262" y="1170432"/>
            <a:ext cx="256032" cy="256032"/>
          </a:xfrm>
          <a:prstGeom prst="ellipse">
            <a:avLst/>
          </a:prstGeom>
          <a:solidFill>
            <a:srgbClr val="16305B"/>
          </a:solidFill>
          <a:ln w="12700">
            <a:solidFill>
              <a:srgbClr val="16305B"/>
            </a:solidFill>
            <a:prstDash val="solid"/>
          </a:ln>
        </p:spPr>
      </p:sp>
      <p:sp>
        <p:nvSpPr>
          <p:cNvPr id="19" name="Text 17"/>
          <p:cNvSpPr txBox="1"/>
          <p:nvPr/>
        </p:nvSpPr>
        <p:spPr>
          <a:xfrm>
            <a:off x="6214262" y="117043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3</a:t>
            </a:r>
            <a:endParaRPr lang="en-US" sz="900" dirty="0"/>
          </a:p>
        </p:txBody>
      </p:sp>
      <p:sp>
        <p:nvSpPr>
          <p:cNvPr id="20" name="Text 18"/>
          <p:cNvSpPr txBox="1"/>
          <p:nvPr/>
        </p:nvSpPr>
        <p:spPr>
          <a:xfrm>
            <a:off x="6561734" y="1152144"/>
            <a:ext cx="2267712" cy="292608"/>
          </a:xfrm>
          <a:prstGeom prst="rect">
            <a:avLst/>
          </a:prstGeom>
          <a:noFill/>
          <a:ln/>
        </p:spPr>
        <p:txBody>
          <a:bodyPr wrap="square" lIns="0" tIns="0" rIns="0" bIns="0" rtlCol="0" anchor="ctr"/>
          <a:lstStyle/>
          <a:p>
            <a:pPr indent="0" marL="0">
              <a:buNone/>
            </a:pPr>
            <a:r>
              <a:rPr lang="en-US" sz="1100" b="1" dirty="0">
                <a:solidFill>
                  <a:srgbClr val="16305B"/>
                </a:solidFill>
                <a:latin typeface="Malgun Gothic" pitchFamily="34" charset="0"/>
                <a:ea typeface="Malgun Gothic" pitchFamily="34" charset="-122"/>
                <a:cs typeface="Malgun Gothic" pitchFamily="34" charset="-120"/>
              </a:rPr>
              <a:t>유체 영역</a:t>
            </a:r>
            <a:endParaRPr lang="en-US" sz="1100" dirty="0"/>
          </a:p>
        </p:txBody>
      </p:sp>
      <p:sp>
        <p:nvSpPr>
          <p:cNvPr id="21" name="Shape 19"/>
          <p:cNvSpPr/>
          <p:nvPr/>
        </p:nvSpPr>
        <p:spPr>
          <a:xfrm>
            <a:off x="6214262" y="1536192"/>
            <a:ext cx="2615184" cy="1874520"/>
          </a:xfrm>
          <a:prstGeom prst="roundRect">
            <a:avLst>
              <a:gd name="adj" fmla="val 2439"/>
            </a:avLst>
          </a:prstGeom>
          <a:solidFill>
            <a:srgbClr val="FFFFFF"/>
          </a:solidFill>
          <a:ln w="12700">
            <a:solidFill>
              <a:srgbClr val="C3CDDA"/>
            </a:solidFill>
            <a:prstDash val="dash"/>
          </a:ln>
        </p:spPr>
      </p:sp>
      <p:sp>
        <p:nvSpPr>
          <p:cNvPr id="22" name="Text 20"/>
          <p:cNvSpPr txBox="1"/>
          <p:nvPr/>
        </p:nvSpPr>
        <p:spPr>
          <a:xfrm>
            <a:off x="6214262" y="1536192"/>
            <a:ext cx="2615184" cy="1874520"/>
          </a:xfrm>
          <a:prstGeom prst="rect">
            <a:avLst/>
          </a:prstGeom>
          <a:noFill/>
          <a:ln/>
        </p:spPr>
        <p:txBody>
          <a:bodyPr wrap="square" lIns="0" tIns="0" rIns="0" bIns="0" rtlCol="0" anchor="ctr"/>
          <a:lstStyle/>
          <a:p>
            <a:pPr algn="ctr" indent="0" marL="0">
              <a:buNone/>
            </a:pPr>
            <a:r>
              <a:rPr lang="en-US" sz="1000" b="1" dirty="0">
                <a:solidFill>
                  <a:srgbClr val="B5C0CF"/>
                </a:solidFill>
                <a:latin typeface="Malgun Gothic" pitchFamily="34" charset="0"/>
                <a:ea typeface="Malgun Gothic" pitchFamily="34" charset="-122"/>
                <a:cs typeface="Malgun Gothic" pitchFamily="34" charset="-120"/>
              </a:rPr>
              <a:t>GUI 캡처</a:t>
            </a:r>
            <a:endParaRPr lang="en-US" sz="1000" dirty="0"/>
          </a:p>
        </p:txBody>
      </p:sp>
      <p:sp>
        <p:nvSpPr>
          <p:cNvPr id="23" name="Text 21"/>
          <p:cNvSpPr txBox="1"/>
          <p:nvPr/>
        </p:nvSpPr>
        <p:spPr>
          <a:xfrm>
            <a:off x="6214262" y="3456432"/>
            <a:ext cx="2615184" cy="274320"/>
          </a:xfrm>
          <a:prstGeom prst="rect">
            <a:avLst/>
          </a:prstGeom>
          <a:noFill/>
          <a:ln/>
        </p:spPr>
        <p:txBody>
          <a:bodyPr wrap="square" lIns="0" tIns="0" rIns="0" bIns="0" rtlCol="0" anchor="ctr"/>
          <a:lstStyle/>
          <a:p>
            <a:pPr indent="0" marL="0">
              <a:buNone/>
            </a:pPr>
            <a:r>
              <a:rPr lang="en-US" sz="900" dirty="0">
                <a:solidFill>
                  <a:srgbClr val="6B7A8F"/>
                </a:solidFill>
                <a:latin typeface="Malgun Gothic" pitchFamily="34" charset="0"/>
                <a:ea typeface="Malgun Gothic" pitchFamily="34" charset="-122"/>
                <a:cs typeface="Malgun Gothic" pitchFamily="34" charset="-120"/>
              </a:rPr>
              <a:t>박스 생성 → 형상 Subtract → 분리</a:t>
            </a:r>
            <a:endParaRPr lang="en-US" sz="900" dirty="0"/>
          </a:p>
        </p:txBody>
      </p:sp>
      <p:sp>
        <p:nvSpPr>
          <p:cNvPr id="24" name="Shape 22"/>
          <p:cNvSpPr/>
          <p:nvPr/>
        </p:nvSpPr>
        <p:spPr>
          <a:xfrm>
            <a:off x="9069934" y="1170432"/>
            <a:ext cx="256032" cy="256032"/>
          </a:xfrm>
          <a:prstGeom prst="ellipse">
            <a:avLst/>
          </a:prstGeom>
          <a:solidFill>
            <a:srgbClr val="16305B"/>
          </a:solidFill>
          <a:ln w="12700">
            <a:solidFill>
              <a:srgbClr val="16305B"/>
            </a:solidFill>
            <a:prstDash val="solid"/>
          </a:ln>
        </p:spPr>
      </p:sp>
      <p:sp>
        <p:nvSpPr>
          <p:cNvPr id="25" name="Text 23"/>
          <p:cNvSpPr txBox="1"/>
          <p:nvPr/>
        </p:nvSpPr>
        <p:spPr>
          <a:xfrm>
            <a:off x="9069934" y="117043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4</a:t>
            </a:r>
            <a:endParaRPr lang="en-US" sz="900" dirty="0"/>
          </a:p>
        </p:txBody>
      </p:sp>
      <p:sp>
        <p:nvSpPr>
          <p:cNvPr id="26" name="Text 24"/>
          <p:cNvSpPr txBox="1"/>
          <p:nvPr/>
        </p:nvSpPr>
        <p:spPr>
          <a:xfrm>
            <a:off x="9417406" y="1152144"/>
            <a:ext cx="2267712" cy="292608"/>
          </a:xfrm>
          <a:prstGeom prst="rect">
            <a:avLst/>
          </a:prstGeom>
          <a:noFill/>
          <a:ln/>
        </p:spPr>
        <p:txBody>
          <a:bodyPr wrap="square" lIns="0" tIns="0" rIns="0" bIns="0" rtlCol="0" anchor="ctr"/>
          <a:lstStyle/>
          <a:p>
            <a:pPr indent="0" marL="0">
              <a:buNone/>
            </a:pPr>
            <a:r>
              <a:rPr lang="en-US" sz="1100" b="1" dirty="0">
                <a:solidFill>
                  <a:srgbClr val="16305B"/>
                </a:solidFill>
                <a:latin typeface="Malgun Gothic" pitchFamily="34" charset="0"/>
                <a:ea typeface="Malgun Gothic" pitchFamily="34" charset="-122"/>
                <a:cs typeface="Malgun Gothic" pitchFamily="34" charset="-120"/>
              </a:rPr>
              <a:t>경계조건</a:t>
            </a:r>
            <a:endParaRPr lang="en-US" sz="1100" dirty="0"/>
          </a:p>
        </p:txBody>
      </p:sp>
      <p:sp>
        <p:nvSpPr>
          <p:cNvPr id="27" name="Shape 25"/>
          <p:cNvSpPr/>
          <p:nvPr/>
        </p:nvSpPr>
        <p:spPr>
          <a:xfrm>
            <a:off x="9069934" y="1536192"/>
            <a:ext cx="2615184" cy="1874520"/>
          </a:xfrm>
          <a:prstGeom prst="roundRect">
            <a:avLst>
              <a:gd name="adj" fmla="val 2439"/>
            </a:avLst>
          </a:prstGeom>
          <a:solidFill>
            <a:srgbClr val="FFFFFF"/>
          </a:solidFill>
          <a:ln w="12700">
            <a:solidFill>
              <a:srgbClr val="C3CDDA"/>
            </a:solidFill>
            <a:prstDash val="dash"/>
          </a:ln>
        </p:spPr>
      </p:sp>
      <p:sp>
        <p:nvSpPr>
          <p:cNvPr id="28" name="Text 26"/>
          <p:cNvSpPr txBox="1"/>
          <p:nvPr/>
        </p:nvSpPr>
        <p:spPr>
          <a:xfrm>
            <a:off x="9069934" y="1536192"/>
            <a:ext cx="2615184" cy="1874520"/>
          </a:xfrm>
          <a:prstGeom prst="rect">
            <a:avLst/>
          </a:prstGeom>
          <a:noFill/>
          <a:ln/>
        </p:spPr>
        <p:txBody>
          <a:bodyPr wrap="square" lIns="0" tIns="0" rIns="0" bIns="0" rtlCol="0" anchor="ctr"/>
          <a:lstStyle/>
          <a:p>
            <a:pPr algn="ctr" indent="0" marL="0">
              <a:buNone/>
            </a:pPr>
            <a:r>
              <a:rPr lang="en-US" sz="1000" b="1" dirty="0">
                <a:solidFill>
                  <a:srgbClr val="B5C0CF"/>
                </a:solidFill>
                <a:latin typeface="Malgun Gothic" pitchFamily="34" charset="0"/>
                <a:ea typeface="Malgun Gothic" pitchFamily="34" charset="-122"/>
                <a:cs typeface="Malgun Gothic" pitchFamily="34" charset="-120"/>
              </a:rPr>
              <a:t>GUI 캡처</a:t>
            </a:r>
            <a:endParaRPr lang="en-US" sz="1000" dirty="0"/>
          </a:p>
        </p:txBody>
      </p:sp>
      <p:sp>
        <p:nvSpPr>
          <p:cNvPr id="29" name="Text 27"/>
          <p:cNvSpPr txBox="1"/>
          <p:nvPr/>
        </p:nvSpPr>
        <p:spPr>
          <a:xfrm>
            <a:off x="9069934" y="3456432"/>
            <a:ext cx="2615184" cy="274320"/>
          </a:xfrm>
          <a:prstGeom prst="rect">
            <a:avLst/>
          </a:prstGeom>
          <a:noFill/>
          <a:ln/>
        </p:spPr>
        <p:txBody>
          <a:bodyPr wrap="square" lIns="0" tIns="0" rIns="0" bIns="0" rtlCol="0" anchor="ctr"/>
          <a:lstStyle/>
          <a:p>
            <a:pPr indent="0" marL="0">
              <a:buNone/>
            </a:pPr>
            <a:r>
              <a:rPr lang="en-US" sz="900" dirty="0">
                <a:solidFill>
                  <a:srgbClr val="6B7A8F"/>
                </a:solidFill>
                <a:latin typeface="Malgun Gothic" pitchFamily="34" charset="0"/>
                <a:ea typeface="Malgun Gothic" pitchFamily="34" charset="-122"/>
                <a:cs typeface="Malgun Gothic" pitchFamily="34" charset="-120"/>
              </a:rPr>
              <a:t>발열원 · 팬(입구) · 개구부(출구)</a:t>
            </a:r>
            <a:endParaRPr lang="en-US" sz="900" dirty="0"/>
          </a:p>
        </p:txBody>
      </p:sp>
      <p:sp>
        <p:nvSpPr>
          <p:cNvPr id="30" name="Shape 28"/>
          <p:cNvSpPr/>
          <p:nvPr/>
        </p:nvSpPr>
        <p:spPr>
          <a:xfrm>
            <a:off x="502920" y="3822192"/>
            <a:ext cx="256032" cy="256032"/>
          </a:xfrm>
          <a:prstGeom prst="ellipse">
            <a:avLst/>
          </a:prstGeom>
          <a:solidFill>
            <a:srgbClr val="16305B"/>
          </a:solidFill>
          <a:ln w="12700">
            <a:solidFill>
              <a:srgbClr val="16305B"/>
            </a:solidFill>
            <a:prstDash val="solid"/>
          </a:ln>
        </p:spPr>
      </p:sp>
      <p:sp>
        <p:nvSpPr>
          <p:cNvPr id="31" name="Text 29"/>
          <p:cNvSpPr txBox="1"/>
          <p:nvPr/>
        </p:nvSpPr>
        <p:spPr>
          <a:xfrm>
            <a:off x="502920" y="38221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5</a:t>
            </a:r>
            <a:endParaRPr lang="en-US" sz="900" dirty="0"/>
          </a:p>
        </p:txBody>
      </p:sp>
      <p:sp>
        <p:nvSpPr>
          <p:cNvPr id="32" name="Text 30"/>
          <p:cNvSpPr txBox="1"/>
          <p:nvPr/>
        </p:nvSpPr>
        <p:spPr>
          <a:xfrm>
            <a:off x="850392" y="3803904"/>
            <a:ext cx="2267712" cy="292608"/>
          </a:xfrm>
          <a:prstGeom prst="rect">
            <a:avLst/>
          </a:prstGeom>
          <a:noFill/>
          <a:ln/>
        </p:spPr>
        <p:txBody>
          <a:bodyPr wrap="square" lIns="0" tIns="0" rIns="0" bIns="0" rtlCol="0" anchor="ctr"/>
          <a:lstStyle/>
          <a:p>
            <a:pPr indent="0" marL="0">
              <a:buNone/>
            </a:pPr>
            <a:r>
              <a:rPr lang="en-US" sz="1100" b="1" dirty="0">
                <a:solidFill>
                  <a:srgbClr val="16305B"/>
                </a:solidFill>
                <a:latin typeface="Malgun Gothic" pitchFamily="34" charset="0"/>
                <a:ea typeface="Malgun Gothic" pitchFamily="34" charset="-122"/>
                <a:cs typeface="Malgun Gothic" pitchFamily="34" charset="-120"/>
              </a:rPr>
              <a:t>메시</a:t>
            </a:r>
            <a:endParaRPr lang="en-US" sz="1100" dirty="0"/>
          </a:p>
        </p:txBody>
      </p:sp>
      <p:sp>
        <p:nvSpPr>
          <p:cNvPr id="33" name="Shape 31"/>
          <p:cNvSpPr/>
          <p:nvPr/>
        </p:nvSpPr>
        <p:spPr>
          <a:xfrm>
            <a:off x="502920" y="4187952"/>
            <a:ext cx="2615184" cy="1874520"/>
          </a:xfrm>
          <a:prstGeom prst="roundRect">
            <a:avLst>
              <a:gd name="adj" fmla="val 2439"/>
            </a:avLst>
          </a:prstGeom>
          <a:solidFill>
            <a:srgbClr val="FFFFFF"/>
          </a:solidFill>
          <a:ln w="12700">
            <a:solidFill>
              <a:srgbClr val="C3CDDA"/>
            </a:solidFill>
            <a:prstDash val="dash"/>
          </a:ln>
        </p:spPr>
      </p:sp>
      <p:sp>
        <p:nvSpPr>
          <p:cNvPr id="34" name="Text 32"/>
          <p:cNvSpPr txBox="1"/>
          <p:nvPr/>
        </p:nvSpPr>
        <p:spPr>
          <a:xfrm>
            <a:off x="502920" y="4187952"/>
            <a:ext cx="2615184" cy="1874520"/>
          </a:xfrm>
          <a:prstGeom prst="rect">
            <a:avLst/>
          </a:prstGeom>
          <a:noFill/>
          <a:ln/>
        </p:spPr>
        <p:txBody>
          <a:bodyPr wrap="square" lIns="0" tIns="0" rIns="0" bIns="0" rtlCol="0" anchor="ctr"/>
          <a:lstStyle/>
          <a:p>
            <a:pPr algn="ctr" indent="0" marL="0">
              <a:buNone/>
            </a:pPr>
            <a:r>
              <a:rPr lang="en-US" sz="1000" b="1" dirty="0">
                <a:solidFill>
                  <a:srgbClr val="B5C0CF"/>
                </a:solidFill>
                <a:latin typeface="Malgun Gothic" pitchFamily="34" charset="0"/>
                <a:ea typeface="Malgun Gothic" pitchFamily="34" charset="-122"/>
                <a:cs typeface="Malgun Gothic" pitchFamily="34" charset="-120"/>
              </a:rPr>
              <a:t>GUI 캡처</a:t>
            </a:r>
            <a:endParaRPr lang="en-US" sz="1000" dirty="0"/>
          </a:p>
        </p:txBody>
      </p:sp>
      <p:sp>
        <p:nvSpPr>
          <p:cNvPr id="35" name="Text 33"/>
          <p:cNvSpPr txBox="1"/>
          <p:nvPr/>
        </p:nvSpPr>
        <p:spPr>
          <a:xfrm>
            <a:off x="502920" y="6108192"/>
            <a:ext cx="2615184" cy="274320"/>
          </a:xfrm>
          <a:prstGeom prst="rect">
            <a:avLst/>
          </a:prstGeom>
          <a:noFill/>
          <a:ln/>
        </p:spPr>
        <p:txBody>
          <a:bodyPr wrap="square" lIns="0" tIns="0" rIns="0" bIns="0" rtlCol="0" anchor="ctr"/>
          <a:lstStyle/>
          <a:p>
            <a:pPr indent="0" marL="0">
              <a:buNone/>
            </a:pPr>
            <a:r>
              <a:rPr lang="en-US" sz="900" dirty="0">
                <a:solidFill>
                  <a:srgbClr val="6B7A8F"/>
                </a:solidFill>
                <a:latin typeface="Malgun Gothic" pitchFamily="34" charset="0"/>
                <a:ea typeface="Malgun Gothic" pitchFamily="34" charset="-122"/>
                <a:cs typeface="Malgun Gothic" pitchFamily="34" charset="-120"/>
              </a:rPr>
              <a:t>유체 영역 로컬 메시 · 글로벌 메시</a:t>
            </a:r>
            <a:endParaRPr lang="en-US" sz="900" dirty="0"/>
          </a:p>
        </p:txBody>
      </p:sp>
      <p:sp>
        <p:nvSpPr>
          <p:cNvPr id="36" name="Shape 34"/>
          <p:cNvSpPr/>
          <p:nvPr/>
        </p:nvSpPr>
        <p:spPr>
          <a:xfrm>
            <a:off x="3358591" y="3822192"/>
            <a:ext cx="256032" cy="256032"/>
          </a:xfrm>
          <a:prstGeom prst="ellipse">
            <a:avLst/>
          </a:prstGeom>
          <a:solidFill>
            <a:srgbClr val="16305B"/>
          </a:solidFill>
          <a:ln w="12700">
            <a:solidFill>
              <a:srgbClr val="16305B"/>
            </a:solidFill>
            <a:prstDash val="solid"/>
          </a:ln>
        </p:spPr>
      </p:sp>
      <p:sp>
        <p:nvSpPr>
          <p:cNvPr id="37" name="Text 35"/>
          <p:cNvSpPr txBox="1"/>
          <p:nvPr/>
        </p:nvSpPr>
        <p:spPr>
          <a:xfrm>
            <a:off x="3358591" y="38221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6</a:t>
            </a:r>
            <a:endParaRPr lang="en-US" sz="900" dirty="0"/>
          </a:p>
        </p:txBody>
      </p:sp>
      <p:sp>
        <p:nvSpPr>
          <p:cNvPr id="38" name="Text 36"/>
          <p:cNvSpPr txBox="1"/>
          <p:nvPr/>
        </p:nvSpPr>
        <p:spPr>
          <a:xfrm>
            <a:off x="3706063" y="3803904"/>
            <a:ext cx="2267712" cy="292608"/>
          </a:xfrm>
          <a:prstGeom prst="rect">
            <a:avLst/>
          </a:prstGeom>
          <a:noFill/>
          <a:ln/>
        </p:spPr>
        <p:txBody>
          <a:bodyPr wrap="square" lIns="0" tIns="0" rIns="0" bIns="0" rtlCol="0" anchor="ctr"/>
          <a:lstStyle/>
          <a:p>
            <a:pPr indent="0" marL="0">
              <a:buNone/>
            </a:pPr>
            <a:r>
              <a:rPr lang="en-US" sz="1100" b="1" dirty="0">
                <a:solidFill>
                  <a:srgbClr val="16305B"/>
                </a:solidFill>
                <a:latin typeface="Malgun Gothic" pitchFamily="34" charset="0"/>
                <a:ea typeface="Malgun Gothic" pitchFamily="34" charset="-122"/>
                <a:cs typeface="Malgun Gothic" pitchFamily="34" charset="-120"/>
              </a:rPr>
              <a:t>측정면</a:t>
            </a:r>
            <a:endParaRPr lang="en-US" sz="1100" dirty="0"/>
          </a:p>
        </p:txBody>
      </p:sp>
      <p:sp>
        <p:nvSpPr>
          <p:cNvPr id="39" name="Shape 37"/>
          <p:cNvSpPr/>
          <p:nvPr/>
        </p:nvSpPr>
        <p:spPr>
          <a:xfrm>
            <a:off x="3358591" y="4187952"/>
            <a:ext cx="2615184" cy="1874520"/>
          </a:xfrm>
          <a:prstGeom prst="roundRect">
            <a:avLst>
              <a:gd name="adj" fmla="val 2439"/>
            </a:avLst>
          </a:prstGeom>
          <a:solidFill>
            <a:srgbClr val="FFFFFF"/>
          </a:solidFill>
          <a:ln w="12700">
            <a:solidFill>
              <a:srgbClr val="C3CDDA"/>
            </a:solidFill>
            <a:prstDash val="dash"/>
          </a:ln>
        </p:spPr>
      </p:sp>
      <p:sp>
        <p:nvSpPr>
          <p:cNvPr id="40" name="Text 38"/>
          <p:cNvSpPr txBox="1"/>
          <p:nvPr/>
        </p:nvSpPr>
        <p:spPr>
          <a:xfrm>
            <a:off x="3358591" y="4187952"/>
            <a:ext cx="2615184" cy="1874520"/>
          </a:xfrm>
          <a:prstGeom prst="rect">
            <a:avLst/>
          </a:prstGeom>
          <a:noFill/>
          <a:ln/>
        </p:spPr>
        <p:txBody>
          <a:bodyPr wrap="square" lIns="0" tIns="0" rIns="0" bIns="0" rtlCol="0" anchor="ctr"/>
          <a:lstStyle/>
          <a:p>
            <a:pPr algn="ctr" indent="0" marL="0">
              <a:buNone/>
            </a:pPr>
            <a:r>
              <a:rPr lang="en-US" sz="1000" b="1" dirty="0">
                <a:solidFill>
                  <a:srgbClr val="B5C0CF"/>
                </a:solidFill>
                <a:latin typeface="Malgun Gothic" pitchFamily="34" charset="0"/>
                <a:ea typeface="Malgun Gothic" pitchFamily="34" charset="-122"/>
                <a:cs typeface="Malgun Gothic" pitchFamily="34" charset="-120"/>
              </a:rPr>
              <a:t>GUI 캡처</a:t>
            </a:r>
            <a:endParaRPr lang="en-US" sz="1000" dirty="0"/>
          </a:p>
        </p:txBody>
      </p:sp>
      <p:sp>
        <p:nvSpPr>
          <p:cNvPr id="41" name="Text 39"/>
          <p:cNvSpPr txBox="1"/>
          <p:nvPr/>
        </p:nvSpPr>
        <p:spPr>
          <a:xfrm>
            <a:off x="3358591" y="6108192"/>
            <a:ext cx="2615184" cy="274320"/>
          </a:xfrm>
          <a:prstGeom prst="rect">
            <a:avLst/>
          </a:prstGeom>
          <a:noFill/>
          <a:ln/>
        </p:spPr>
        <p:txBody>
          <a:bodyPr wrap="square" lIns="0" tIns="0" rIns="0" bIns="0" rtlCol="0" anchor="ctr"/>
          <a:lstStyle/>
          <a:p>
            <a:pPr indent="0" marL="0">
              <a:buNone/>
            </a:pPr>
            <a:r>
              <a:rPr lang="en-US" sz="900" dirty="0">
                <a:solidFill>
                  <a:srgbClr val="6B7A8F"/>
                </a:solidFill>
                <a:latin typeface="Malgun Gothic" pitchFamily="34" charset="0"/>
                <a:ea typeface="Malgun Gothic" pitchFamily="34" charset="-122"/>
                <a:cs typeface="Malgun Gothic" pitchFamily="34" charset="-120"/>
              </a:rPr>
              <a:t>유로 단면 · 분기 입구 측정면 생성</a:t>
            </a:r>
            <a:endParaRPr lang="en-US" sz="900" dirty="0"/>
          </a:p>
        </p:txBody>
      </p:sp>
      <p:sp>
        <p:nvSpPr>
          <p:cNvPr id="42" name="Shape 40"/>
          <p:cNvSpPr/>
          <p:nvPr/>
        </p:nvSpPr>
        <p:spPr>
          <a:xfrm>
            <a:off x="6214262" y="3822192"/>
            <a:ext cx="256032" cy="256032"/>
          </a:xfrm>
          <a:prstGeom prst="ellipse">
            <a:avLst/>
          </a:prstGeom>
          <a:solidFill>
            <a:srgbClr val="16305B"/>
          </a:solidFill>
          <a:ln w="12700">
            <a:solidFill>
              <a:srgbClr val="16305B"/>
            </a:solidFill>
            <a:prstDash val="solid"/>
          </a:ln>
        </p:spPr>
      </p:sp>
      <p:sp>
        <p:nvSpPr>
          <p:cNvPr id="43" name="Text 41"/>
          <p:cNvSpPr txBox="1"/>
          <p:nvPr/>
        </p:nvSpPr>
        <p:spPr>
          <a:xfrm>
            <a:off x="6214262" y="38221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7</a:t>
            </a:r>
            <a:endParaRPr lang="en-US" sz="900" dirty="0"/>
          </a:p>
        </p:txBody>
      </p:sp>
      <p:sp>
        <p:nvSpPr>
          <p:cNvPr id="44" name="Text 42"/>
          <p:cNvSpPr txBox="1"/>
          <p:nvPr/>
        </p:nvSpPr>
        <p:spPr>
          <a:xfrm>
            <a:off x="6561734" y="3803904"/>
            <a:ext cx="2267712" cy="292608"/>
          </a:xfrm>
          <a:prstGeom prst="rect">
            <a:avLst/>
          </a:prstGeom>
          <a:noFill/>
          <a:ln/>
        </p:spPr>
        <p:txBody>
          <a:bodyPr wrap="square" lIns="0" tIns="0" rIns="0" bIns="0" rtlCol="0" anchor="ctr"/>
          <a:lstStyle/>
          <a:p>
            <a:pPr indent="0" marL="0">
              <a:buNone/>
            </a:pPr>
            <a:r>
              <a:rPr lang="en-US" sz="1100" b="1" dirty="0">
                <a:solidFill>
                  <a:srgbClr val="16305B"/>
                </a:solidFill>
                <a:latin typeface="Malgun Gothic" pitchFamily="34" charset="0"/>
                <a:ea typeface="Malgun Gothic" pitchFamily="34" charset="-122"/>
                <a:cs typeface="Malgun Gothic" pitchFamily="34" charset="-120"/>
              </a:rPr>
              <a:t>해석 · 추출</a:t>
            </a:r>
            <a:endParaRPr lang="en-US" sz="1100" dirty="0"/>
          </a:p>
        </p:txBody>
      </p:sp>
      <p:sp>
        <p:nvSpPr>
          <p:cNvPr id="45" name="Shape 43"/>
          <p:cNvSpPr/>
          <p:nvPr/>
        </p:nvSpPr>
        <p:spPr>
          <a:xfrm>
            <a:off x="6214262" y="4187952"/>
            <a:ext cx="2615184" cy="1874520"/>
          </a:xfrm>
          <a:prstGeom prst="roundRect">
            <a:avLst>
              <a:gd name="adj" fmla="val 2439"/>
            </a:avLst>
          </a:prstGeom>
          <a:solidFill>
            <a:srgbClr val="FFFFFF"/>
          </a:solidFill>
          <a:ln w="12700">
            <a:solidFill>
              <a:srgbClr val="C3CDDA"/>
            </a:solidFill>
            <a:prstDash val="dash"/>
          </a:ln>
        </p:spPr>
      </p:sp>
      <p:sp>
        <p:nvSpPr>
          <p:cNvPr id="46" name="Text 44"/>
          <p:cNvSpPr txBox="1"/>
          <p:nvPr/>
        </p:nvSpPr>
        <p:spPr>
          <a:xfrm>
            <a:off x="6214262" y="4187952"/>
            <a:ext cx="2615184" cy="1874520"/>
          </a:xfrm>
          <a:prstGeom prst="rect">
            <a:avLst/>
          </a:prstGeom>
          <a:noFill/>
          <a:ln/>
        </p:spPr>
        <p:txBody>
          <a:bodyPr wrap="square" lIns="0" tIns="0" rIns="0" bIns="0" rtlCol="0" anchor="ctr"/>
          <a:lstStyle/>
          <a:p>
            <a:pPr algn="ctr" indent="0" marL="0">
              <a:buNone/>
            </a:pPr>
            <a:r>
              <a:rPr lang="en-US" sz="1000" b="1" dirty="0">
                <a:solidFill>
                  <a:srgbClr val="B5C0CF"/>
                </a:solidFill>
                <a:latin typeface="Malgun Gothic" pitchFamily="34" charset="0"/>
                <a:ea typeface="Malgun Gothic" pitchFamily="34" charset="-122"/>
                <a:cs typeface="Malgun Gothic" pitchFamily="34" charset="-120"/>
              </a:rPr>
              <a:t>GUI 캡처</a:t>
            </a:r>
            <a:endParaRPr lang="en-US" sz="1000" dirty="0"/>
          </a:p>
        </p:txBody>
      </p:sp>
      <p:sp>
        <p:nvSpPr>
          <p:cNvPr id="47" name="Text 45"/>
          <p:cNvSpPr txBox="1"/>
          <p:nvPr/>
        </p:nvSpPr>
        <p:spPr>
          <a:xfrm>
            <a:off x="6214262" y="6108192"/>
            <a:ext cx="2615184" cy="274320"/>
          </a:xfrm>
          <a:prstGeom prst="rect">
            <a:avLst/>
          </a:prstGeom>
          <a:noFill/>
          <a:ln/>
        </p:spPr>
        <p:txBody>
          <a:bodyPr wrap="square" lIns="0" tIns="0" rIns="0" bIns="0" rtlCol="0" anchor="ctr"/>
          <a:lstStyle/>
          <a:p>
            <a:pPr indent="0" marL="0">
              <a:buNone/>
            </a:pPr>
            <a:r>
              <a:rPr lang="en-US" sz="900" dirty="0">
                <a:solidFill>
                  <a:srgbClr val="6B7A8F"/>
                </a:solidFill>
                <a:latin typeface="Malgun Gothic" pitchFamily="34" charset="0"/>
                <a:ea typeface="Malgun Gothic" pitchFamily="34" charset="-122"/>
                <a:cs typeface="Malgun Gothic" pitchFamily="34" charset="-120"/>
              </a:rPr>
              <a:t>정상상태 해석 → Fields Summary 추출</a:t>
            </a:r>
            <a:endParaRPr lang="en-US" sz="900" dirty="0"/>
          </a:p>
        </p:txBody>
      </p:sp>
      <p:sp>
        <p:nvSpPr>
          <p:cNvPr id="48" name="Shape 46"/>
          <p:cNvSpPr/>
          <p:nvPr/>
        </p:nvSpPr>
        <p:spPr>
          <a:xfrm>
            <a:off x="9069934" y="4187952"/>
            <a:ext cx="2615184" cy="1874520"/>
          </a:xfrm>
          <a:prstGeom prst="roundRect">
            <a:avLst>
              <a:gd name="adj" fmla="val 2927"/>
            </a:avLst>
          </a:prstGeom>
          <a:solidFill>
            <a:srgbClr val="16305B"/>
          </a:solidFill>
          <a:ln w="12700">
            <a:solidFill>
              <a:srgbClr val="16305B"/>
            </a:solidFill>
            <a:prstDash val="solid"/>
          </a:ln>
        </p:spPr>
      </p:sp>
      <p:sp>
        <p:nvSpPr>
          <p:cNvPr id="49" name="Text 47"/>
          <p:cNvSpPr txBox="1"/>
          <p:nvPr/>
        </p:nvSpPr>
        <p:spPr>
          <a:xfrm>
            <a:off x="9252814" y="4187952"/>
            <a:ext cx="2249424" cy="1874520"/>
          </a:xfrm>
          <a:prstGeom prst="rect">
            <a:avLst/>
          </a:prstGeom>
          <a:noFill/>
          <a:ln/>
        </p:spPr>
        <p:txBody>
          <a:bodyPr wrap="square" lIns="0" tIns="0" rIns="0" bIns="0" rtlCol="0" anchor="ctr"/>
          <a:lstStyle/>
          <a:p>
            <a:pPr algn="ctr" indent="0" marL="0">
              <a:lnSpc>
                <a:spcPct val="130000"/>
              </a:lnSpc>
              <a:buNone/>
            </a:pPr>
            <a:r>
              <a:rPr lang="en-US" sz="1100" dirty="0">
                <a:solidFill>
                  <a:srgbClr val="FFFFFF"/>
                </a:solidFill>
                <a:latin typeface="Malgun Gothic" pitchFamily="34" charset="0"/>
                <a:ea typeface="Malgun Gothic" pitchFamily="34" charset="-122"/>
                <a:cs typeface="Malgun Gothic" pitchFamily="34" charset="-120"/>
              </a:rPr>
              <a:t>위 7단계를</a:t>
            </a:r>
            <a:endParaRPr lang="en-US" sz="1100" dirty="0"/>
          </a:p>
          <a:p>
            <a:pPr algn="ctr" indent="0" marL="0">
              <a:lnSpc>
                <a:spcPct val="130000"/>
              </a:lnSpc>
              <a:buNone/>
            </a:pPr>
            <a:r>
              <a:rPr lang="en-US" sz="1100" b="1" dirty="0">
                <a:solidFill>
                  <a:srgbClr val="FFFFFF"/>
                </a:solidFill>
                <a:latin typeface="Malgun Gothic" pitchFamily="34" charset="0"/>
                <a:ea typeface="Malgun Gothic" pitchFamily="34" charset="-122"/>
                <a:cs typeface="Malgun Gothic" pitchFamily="34" charset="-120"/>
              </a:rPr>
              <a:t>스크립트 리코더로 기록</a:t>
            </a:r>
            <a:endParaRPr lang="en-US" sz="1100" dirty="0"/>
          </a:p>
          <a:p>
            <a:pPr algn="ctr" indent="0" marL="0">
              <a:lnSpc>
                <a:spcPct val="130000"/>
              </a:lnSpc>
              <a:buNone/>
            </a:pPr>
            <a:r>
              <a:rPr lang="en-US" sz="1100" dirty="0">
                <a:solidFill>
                  <a:srgbClr val="FFFFFF"/>
                </a:solidFill>
                <a:latin typeface="Malgun Gothic" pitchFamily="34" charset="0"/>
                <a:ea typeface="Malgun Gothic" pitchFamily="34" charset="-122"/>
                <a:cs typeface="Malgun Gothic" pitchFamily="34" charset="-120"/>
              </a:rPr>
              <a:t>→ 코드화하여</a:t>
            </a:r>
            <a:endParaRPr lang="en-US" sz="1100" dirty="0"/>
          </a:p>
          <a:p>
            <a:pPr algn="ctr" indent="0" marL="0">
              <a:lnSpc>
                <a:spcPct val="130000"/>
              </a:lnSpc>
              <a:buNone/>
            </a:pPr>
            <a:r>
              <a:rPr lang="en-US" sz="1100" b="1" dirty="0">
                <a:solidFill>
                  <a:srgbClr val="7FD6E8"/>
                </a:solidFill>
                <a:latin typeface="Malgun Gothic" pitchFamily="34" charset="0"/>
                <a:ea typeface="Malgun Gothic" pitchFamily="34" charset="-122"/>
                <a:cs typeface="Malgun Gothic" pitchFamily="34" charset="-120"/>
              </a:rPr>
              <a:t>매 회차 자동 수행</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3F5F8"/>
        </a:solidFill>
      </p:bgPr>
    </p:bg>
    <p:spTree>
      <p:nvGrpSpPr>
        <p:cNvPr id="1" name=""/>
        <p:cNvGrpSpPr/>
        <p:nvPr/>
      </p:nvGrpSpPr>
      <p:grpSpPr>
        <a:xfrm>
          <a:off x="0" y="0"/>
          <a:ext cx="0" cy="0"/>
          <a:chOff x="0" y="0"/>
          <a:chExt cx="0" cy="0"/>
        </a:xfrm>
      </p:grpSpPr>
      <p:sp>
        <p:nvSpPr>
          <p:cNvPr id="2" name="Shape 0"/>
          <p:cNvSpPr/>
          <p:nvPr/>
        </p:nvSpPr>
        <p:spPr>
          <a:xfrm>
            <a:off x="502920" y="384048"/>
            <a:ext cx="475488" cy="475488"/>
          </a:xfrm>
          <a:prstGeom prst="rect">
            <a:avLst/>
          </a:prstGeom>
          <a:solidFill>
            <a:srgbClr val="16305B"/>
          </a:solidFill>
          <a:ln w="12700">
            <a:solidFill>
              <a:srgbClr val="16305B"/>
            </a:solidFill>
            <a:prstDash val="solid"/>
          </a:ln>
        </p:spPr>
      </p:sp>
      <p:sp>
        <p:nvSpPr>
          <p:cNvPr id="3" name="Text 1"/>
          <p:cNvSpPr txBox="1"/>
          <p:nvPr/>
        </p:nvSpPr>
        <p:spPr>
          <a:xfrm>
            <a:off x="502920" y="38404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A-2</a:t>
            </a:r>
            <a:endParaRPr lang="en-US" sz="1600" dirty="0"/>
          </a:p>
        </p:txBody>
      </p:sp>
      <p:sp>
        <p:nvSpPr>
          <p:cNvPr id="4" name="Text 2"/>
          <p:cNvSpPr txBox="1"/>
          <p:nvPr/>
        </p:nvSpPr>
        <p:spPr>
          <a:xfrm>
            <a:off x="1124712" y="365760"/>
            <a:ext cx="7315200" cy="237744"/>
          </a:xfrm>
          <a:prstGeom prst="rect">
            <a:avLst/>
          </a:prstGeom>
          <a:noFill/>
          <a:ln/>
        </p:spPr>
        <p:txBody>
          <a:bodyPr wrap="square" lIns="0" tIns="0" rIns="0" bIns="0" rtlCol="0" anchor="ctr"/>
          <a:lstStyle/>
          <a:p>
            <a:pPr indent="0" marL="0">
              <a:buNone/>
            </a:pPr>
            <a:r>
              <a:rPr lang="en-US" sz="1050" b="1" spc="100" kern="0" dirty="0">
                <a:solidFill>
                  <a:srgbClr val="00A3C4"/>
                </a:solidFill>
                <a:latin typeface="Malgun Gothic" pitchFamily="34" charset="0"/>
                <a:ea typeface="Malgun Gothic" pitchFamily="34" charset="-122"/>
                <a:cs typeface="Malgun Gothic" pitchFamily="34" charset="-120"/>
              </a:rPr>
              <a:t>부록</a:t>
            </a:r>
            <a:endParaRPr lang="en-US" sz="1050" dirty="0"/>
          </a:p>
        </p:txBody>
      </p:sp>
      <p:sp>
        <p:nvSpPr>
          <p:cNvPr id="5" name="Text 3"/>
          <p:cNvSpPr txBox="1"/>
          <p:nvPr/>
        </p:nvSpPr>
        <p:spPr>
          <a:xfrm>
            <a:off x="1124712" y="548640"/>
            <a:ext cx="10607040" cy="384048"/>
          </a:xfrm>
          <a:prstGeom prst="rect">
            <a:avLst/>
          </a:prstGeom>
          <a:noFill/>
          <a:ln/>
        </p:spPr>
        <p:txBody>
          <a:bodyPr wrap="square" lIns="0" tIns="0" rIns="0" bIns="0" rtlCol="0" anchor="ctr"/>
          <a:lstStyle/>
          <a:p>
            <a:pPr indent="0" marL="0">
              <a:buNone/>
            </a:pPr>
            <a:r>
              <a:rPr lang="en-US" sz="2200" b="1" dirty="0">
                <a:solidFill>
                  <a:srgbClr val="16305B"/>
                </a:solidFill>
                <a:latin typeface="Malgun Gothic" pitchFamily="34" charset="0"/>
                <a:ea typeface="Malgun Gothic" pitchFamily="34" charset="-122"/>
                <a:cs typeface="Malgun Gothic" pitchFamily="34" charset="-120"/>
              </a:rPr>
              <a:t>DSD 구성 원리  (질의응답용)</a:t>
            </a:r>
            <a:endParaRPr lang="en-US" sz="2200" dirty="0"/>
          </a:p>
        </p:txBody>
      </p:sp>
      <p:sp>
        <p:nvSpPr>
          <p:cNvPr id="6" name="Shape 4"/>
          <p:cNvSpPr/>
          <p:nvPr/>
        </p:nvSpPr>
        <p:spPr>
          <a:xfrm>
            <a:off x="502920" y="1188720"/>
            <a:ext cx="5440680" cy="5074920"/>
          </a:xfrm>
          <a:prstGeom prst="roundRect">
            <a:avLst>
              <a:gd name="adj" fmla="val 1081"/>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7" name="Shape 5"/>
          <p:cNvSpPr/>
          <p:nvPr/>
        </p:nvSpPr>
        <p:spPr>
          <a:xfrm>
            <a:off x="758952" y="1463040"/>
            <a:ext cx="82296" cy="182880"/>
          </a:xfrm>
          <a:prstGeom prst="rect">
            <a:avLst/>
          </a:prstGeom>
          <a:solidFill>
            <a:srgbClr val="00A3C4"/>
          </a:solidFill>
          <a:ln w="12700">
            <a:solidFill>
              <a:srgbClr val="00A3C4"/>
            </a:solidFill>
            <a:prstDash val="solid"/>
          </a:ln>
        </p:spPr>
      </p:sp>
      <p:sp>
        <p:nvSpPr>
          <p:cNvPr id="8" name="Text 6"/>
          <p:cNvSpPr txBox="1"/>
          <p:nvPr/>
        </p:nvSpPr>
        <p:spPr>
          <a:xfrm>
            <a:off x="923544" y="1371600"/>
            <a:ext cx="4480560" cy="365760"/>
          </a:xfrm>
          <a:prstGeom prst="rect">
            <a:avLst/>
          </a:prstGeom>
          <a:noFill/>
          <a:ln/>
        </p:spPr>
        <p:txBody>
          <a:bodyPr wrap="square" lIns="0" tIns="0" rIns="0" bIns="0" rtlCol="0" anchor="ctr"/>
          <a:lstStyle/>
          <a:p>
            <a:pPr indent="0" marL="0">
              <a:buNone/>
            </a:pPr>
            <a:r>
              <a:rPr lang="en-US" sz="1300" b="1" dirty="0">
                <a:solidFill>
                  <a:srgbClr val="16305B"/>
                </a:solidFill>
                <a:latin typeface="Malgun Gothic" pitchFamily="34" charset="0"/>
                <a:ea typeface="Malgun Gothic" pitchFamily="34" charset="-122"/>
                <a:cs typeface="Malgun Gothic" pitchFamily="34" charset="-120"/>
              </a:rPr>
              <a:t>기본 14회의 정체  —  회의 행렬</a:t>
            </a:r>
            <a:endParaRPr lang="en-US" sz="1300" dirty="0"/>
          </a:p>
        </p:txBody>
      </p:sp>
      <p:sp>
        <p:nvSpPr>
          <p:cNvPr id="9" name="Text 7"/>
          <p:cNvSpPr txBox="1"/>
          <p:nvPr/>
        </p:nvSpPr>
        <p:spPr>
          <a:xfrm>
            <a:off x="813816" y="1792224"/>
            <a:ext cx="4846320" cy="786384"/>
          </a:xfrm>
          <a:prstGeom prst="rect">
            <a:avLst/>
          </a:prstGeom>
          <a:noFill/>
          <a:ln/>
        </p:spPr>
        <p:txBody>
          <a:bodyPr wrap="square" lIns="0" tIns="0" rIns="0" bIns="0" rtlCol="0" anchor="ctr"/>
          <a:lstStyle/>
          <a:p>
            <a:pPr indent="0" marL="0">
              <a:lnSpc>
                <a:spcPct val="125000"/>
              </a:lnSpc>
              <a:buNone/>
            </a:pPr>
            <a:r>
              <a:rPr lang="en-US" sz="930" dirty="0">
                <a:solidFill>
                  <a:srgbClr val="1C2733"/>
                </a:solidFill>
                <a:latin typeface="Malgun Gothic" pitchFamily="34" charset="0"/>
                <a:ea typeface="Malgun Gothic" pitchFamily="34" charset="-122"/>
                <a:cs typeface="Malgun Gothic" pitchFamily="34" charset="-120"/>
              </a:rPr>
              <a:t>규칙 ①  대각선은 0 (해석마다 변수 하나만 중간값)</a:t>
            </a:r>
            <a:endParaRPr lang="en-US" sz="930" dirty="0"/>
          </a:p>
          <a:p>
            <a:pPr indent="0" marL="0">
              <a:lnSpc>
                <a:spcPct val="125000"/>
              </a:lnSpc>
              <a:buNone/>
            </a:pPr>
            <a:r>
              <a:rPr lang="en-US" sz="930" dirty="0">
                <a:solidFill>
                  <a:srgbClr val="1C2733"/>
                </a:solidFill>
                <a:latin typeface="Malgun Gothic" pitchFamily="34" charset="0"/>
                <a:ea typeface="Malgun Gothic" pitchFamily="34" charset="-122"/>
                <a:cs typeface="Malgun Gothic" pitchFamily="34" charset="-120"/>
              </a:rPr>
              <a:t>규칙 ②  나머지는 +1 또는 −1 (최대값 또는 최소값)</a:t>
            </a:r>
            <a:endParaRPr lang="en-US" sz="930" dirty="0"/>
          </a:p>
          <a:p>
            <a:pPr indent="0" marL="0">
              <a:lnSpc>
                <a:spcPct val="125000"/>
              </a:lnSpc>
              <a:buNone/>
            </a:pPr>
            <a:r>
              <a:rPr lang="en-US" sz="930" b="1" dirty="0">
                <a:solidFill>
                  <a:srgbClr val="16305B"/>
                </a:solidFill>
                <a:latin typeface="Malgun Gothic" pitchFamily="34" charset="0"/>
                <a:ea typeface="Malgun Gothic" pitchFamily="34" charset="-122"/>
                <a:cs typeface="Malgun Gothic" pitchFamily="34" charset="-120"/>
              </a:rPr>
              <a:t>규칙 ③  아무 두 변수를 골라도, 같은 쪽인 횟수 = 반대쪽인 횟수 (직교)</a:t>
            </a:r>
            <a:endParaRPr lang="en-US" sz="930" dirty="0"/>
          </a:p>
        </p:txBody>
      </p:sp>
      <p:sp>
        <p:nvSpPr>
          <p:cNvPr id="10" name="Text 8"/>
          <p:cNvSpPr txBox="1"/>
          <p:nvPr/>
        </p:nvSpPr>
        <p:spPr>
          <a:xfrm>
            <a:off x="813816" y="2706624"/>
            <a:ext cx="4846320" cy="237744"/>
          </a:xfrm>
          <a:prstGeom prst="rect">
            <a:avLst/>
          </a:prstGeom>
          <a:noFill/>
          <a:ln/>
        </p:spPr>
        <p:txBody>
          <a:bodyPr wrap="square" lIns="0" tIns="0" rIns="0" bIns="0" rtlCol="0" anchor="ctr"/>
          <a:lstStyle/>
          <a:p>
            <a:pPr indent="0" marL="0">
              <a:buNone/>
            </a:pPr>
            <a:r>
              <a:rPr lang="en-US" sz="1050" b="1" dirty="0">
                <a:solidFill>
                  <a:srgbClr val="16305B"/>
                </a:solidFill>
                <a:latin typeface="Malgun Gothic" pitchFamily="34" charset="0"/>
                <a:ea typeface="Malgun Gothic" pitchFamily="34" charset="-122"/>
                <a:cs typeface="Malgun Gothic" pitchFamily="34" charset="-120"/>
              </a:rPr>
              <a:t>변수 4개 예시</a:t>
            </a:r>
            <a:endParaRPr lang="en-US" sz="10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813816" y="2980944"/>
          <a:ext cx="4846320" cy="914400"/>
        </p:xfrm>
        <a:graphic>
          <a:graphicData uri="http://schemas.openxmlformats.org/drawingml/2006/table">
            <a:tbl>
              <a:tblPr/>
              <a:tblGrid>
                <a:gridCol w="1188720"/>
                <a:gridCol w="914400"/>
                <a:gridCol w="914400"/>
                <a:gridCol w="914400"/>
                <a:gridCol w="914400"/>
              </a:tblGrid>
              <a:tr h="274320">
                <a:tc>
                  <a:txBody>
                    <a:bodyPr/>
                    <a:lstStyle/>
                    <a:p>
                      <a:pPr indent="0" marL="0">
                        <a:buNone/>
                      </a:pPr>
                      <a:r>
                        <a:rPr lang="en-US" sz="1000" b="1" dirty="0">
                          <a:solidFill>
                            <a:srgbClr val="16305B"/>
                          </a:solidFill>
                          <a:latin typeface="Malgun Gothic" pitchFamily="34" charset="0"/>
                          <a:ea typeface="Malgun Gothic" pitchFamily="34" charset="-122"/>
                          <a:cs typeface="Malgun Gothic" pitchFamily="34" charset="-120"/>
                        </a:rPr>
                        <a:t>해석</a:t>
                      </a:r>
                      <a:endParaRPr lang="en-US" sz="10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c>
                  <a:txBody>
                    <a:bodyPr/>
                    <a:lstStyle/>
                    <a:p>
                      <a:pPr algn="ctr" indent="0" marL="0">
                        <a:buNone/>
                      </a:pPr>
                      <a:r>
                        <a:rPr lang="en-US" sz="1000" b="1" dirty="0">
                          <a:solidFill>
                            <a:srgbClr val="16305B"/>
                          </a:solidFill>
                          <a:latin typeface="Malgun Gothic" pitchFamily="34" charset="0"/>
                          <a:ea typeface="Malgun Gothic" pitchFamily="34" charset="-122"/>
                          <a:cs typeface="Malgun Gothic" pitchFamily="34" charset="-120"/>
                        </a:rPr>
                        <a:t>A</a:t>
                      </a:r>
                      <a:endParaRPr lang="en-US" sz="10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c>
                  <a:txBody>
                    <a:bodyPr/>
                    <a:lstStyle/>
                    <a:p>
                      <a:pPr algn="ctr" indent="0" marL="0">
                        <a:buNone/>
                      </a:pPr>
                      <a:r>
                        <a:rPr lang="en-US" sz="1000" b="1" dirty="0">
                          <a:solidFill>
                            <a:srgbClr val="16305B"/>
                          </a:solidFill>
                          <a:latin typeface="Malgun Gothic" pitchFamily="34" charset="0"/>
                          <a:ea typeface="Malgun Gothic" pitchFamily="34" charset="-122"/>
                          <a:cs typeface="Malgun Gothic" pitchFamily="34" charset="-120"/>
                        </a:rPr>
                        <a:t>B</a:t>
                      </a:r>
                      <a:endParaRPr lang="en-US" sz="10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c>
                  <a:txBody>
                    <a:bodyPr/>
                    <a:lstStyle/>
                    <a:p>
                      <a:pPr algn="ctr" indent="0" marL="0">
                        <a:buNone/>
                      </a:pPr>
                      <a:r>
                        <a:rPr lang="en-US" sz="1000" b="1" dirty="0">
                          <a:solidFill>
                            <a:srgbClr val="16305B"/>
                          </a:solidFill>
                          <a:latin typeface="Malgun Gothic" pitchFamily="34" charset="0"/>
                          <a:ea typeface="Malgun Gothic" pitchFamily="34" charset="-122"/>
                          <a:cs typeface="Malgun Gothic" pitchFamily="34" charset="-120"/>
                        </a:rPr>
                        <a:t>C</a:t>
                      </a:r>
                      <a:endParaRPr lang="en-US" sz="10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c>
                  <a:txBody>
                    <a:bodyPr/>
                    <a:lstStyle/>
                    <a:p>
                      <a:pPr algn="ctr" indent="0" marL="0">
                        <a:buNone/>
                      </a:pPr>
                      <a:r>
                        <a:rPr lang="en-US" sz="1000" b="1" dirty="0">
                          <a:solidFill>
                            <a:srgbClr val="16305B"/>
                          </a:solidFill>
                          <a:latin typeface="Malgun Gothic" pitchFamily="34" charset="0"/>
                          <a:ea typeface="Malgun Gothic" pitchFamily="34" charset="-122"/>
                          <a:cs typeface="Malgun Gothic" pitchFamily="34" charset="-120"/>
                        </a:rPr>
                        <a:t>D</a:t>
                      </a:r>
                      <a:endParaRPr lang="en-US" sz="10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r>
              <a:tr h="274320">
                <a:tc>
                  <a:txBody>
                    <a:bodyPr/>
                    <a:lstStyle/>
                    <a:p>
                      <a:pPr indent="0" marL="0">
                        <a:buNone/>
                      </a:pPr>
                      <a:r>
                        <a:rPr lang="en-US" sz="1000" dirty="0">
                          <a:solidFill>
                            <a:srgbClr val="1C2733"/>
                          </a:solidFill>
                          <a:latin typeface="Malgun Gothic" pitchFamily="34" charset="0"/>
                          <a:ea typeface="Malgun Gothic" pitchFamily="34" charset="-122"/>
                          <a:cs typeface="Malgun Gothic" pitchFamily="34" charset="-120"/>
                        </a:rPr>
                        <a:t>1</a:t>
                      </a:r>
                      <a:endParaRPr lang="en-US" sz="10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0</a:t>
                      </a:r>
                      <a:endParaRPr lang="en-US" sz="10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8FB0D4"/>
                    </a:solidFill>
                  </a:tcPr>
                </a:tc>
                <a:tc>
                  <a:txBody>
                    <a:bodyPr/>
                    <a:lstStyle/>
                    <a:p>
                      <a:pPr algn="ctr" indent="0" marL="0">
                        <a:buNone/>
                      </a:pPr>
                      <a:r>
                        <a:rPr lang="en-US" sz="1000" b="1" dirty="0">
                          <a:solidFill>
                            <a:srgbClr val="16305B"/>
                          </a:solidFill>
                          <a:latin typeface="Malgun Gothic" pitchFamily="34" charset="0"/>
                          <a:ea typeface="Malgun Gothic" pitchFamily="34" charset="-122"/>
                          <a:cs typeface="Malgun Gothic" pitchFamily="34" charset="-120"/>
                        </a:rPr>
                        <a:t>+</a:t>
                      </a:r>
                      <a:endParaRPr lang="en-US" sz="10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algn="ctr" indent="0" marL="0">
                        <a:buNone/>
                      </a:pPr>
                      <a:r>
                        <a:rPr lang="en-US" sz="1000" b="1" dirty="0">
                          <a:solidFill>
                            <a:srgbClr val="16305B"/>
                          </a:solidFill>
                          <a:latin typeface="Malgun Gothic" pitchFamily="34" charset="0"/>
                          <a:ea typeface="Malgun Gothic" pitchFamily="34" charset="-122"/>
                          <a:cs typeface="Malgun Gothic" pitchFamily="34" charset="-120"/>
                        </a:rPr>
                        <a:t>+</a:t>
                      </a:r>
                      <a:endParaRPr lang="en-US" sz="10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algn="ctr" indent="0" marL="0">
                        <a:buNone/>
                      </a:pPr>
                      <a:r>
                        <a:rPr lang="en-US" sz="1000" b="1" dirty="0">
                          <a:solidFill>
                            <a:srgbClr val="16305B"/>
                          </a:solidFill>
                          <a:latin typeface="Malgun Gothic" pitchFamily="34" charset="0"/>
                          <a:ea typeface="Malgun Gothic" pitchFamily="34" charset="-122"/>
                          <a:cs typeface="Malgun Gothic" pitchFamily="34" charset="-120"/>
                        </a:rPr>
                        <a:t>+</a:t>
                      </a:r>
                      <a:endParaRPr lang="en-US" sz="10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274320">
                <a:tc>
                  <a:txBody>
                    <a:bodyPr/>
                    <a:lstStyle/>
                    <a:p>
                      <a:pPr indent="0" marL="0">
                        <a:buNone/>
                      </a:pPr>
                      <a:r>
                        <a:rPr lang="en-US" sz="1000" dirty="0">
                          <a:solidFill>
                            <a:srgbClr val="1C2733"/>
                          </a:solidFill>
                          <a:latin typeface="Malgun Gothic" pitchFamily="34" charset="0"/>
                          <a:ea typeface="Malgun Gothic" pitchFamily="34" charset="-122"/>
                          <a:cs typeface="Malgun Gothic" pitchFamily="34" charset="-120"/>
                        </a:rPr>
                        <a:t>2</a:t>
                      </a:r>
                      <a:endParaRPr lang="en-US" sz="10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algn="ctr" indent="0" marL="0">
                        <a:buNone/>
                      </a:pPr>
                      <a:r>
                        <a:rPr lang="en-US" sz="1000" b="1" dirty="0">
                          <a:solidFill>
                            <a:srgbClr val="16305B"/>
                          </a:solidFill>
                          <a:latin typeface="Malgun Gothic" pitchFamily="34" charset="0"/>
                          <a:ea typeface="Malgun Gothic" pitchFamily="34" charset="-122"/>
                          <a:cs typeface="Malgun Gothic" pitchFamily="34" charset="-120"/>
                        </a:rPr>
                        <a:t>−</a:t>
                      </a:r>
                      <a:endParaRPr lang="en-US" sz="10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0</a:t>
                      </a:r>
                      <a:endParaRPr lang="en-US" sz="10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8FB0D4"/>
                    </a:solidFill>
                  </a:tcPr>
                </a:tc>
                <a:tc>
                  <a:txBody>
                    <a:bodyPr/>
                    <a:lstStyle/>
                    <a:p>
                      <a:pPr algn="ctr" indent="0" marL="0">
                        <a:buNone/>
                      </a:pPr>
                      <a:r>
                        <a:rPr lang="en-US" sz="1000" b="1" dirty="0">
                          <a:solidFill>
                            <a:srgbClr val="16305B"/>
                          </a:solidFill>
                          <a:latin typeface="Malgun Gothic" pitchFamily="34" charset="0"/>
                          <a:ea typeface="Malgun Gothic" pitchFamily="34" charset="-122"/>
                          <a:cs typeface="Malgun Gothic" pitchFamily="34" charset="-120"/>
                        </a:rPr>
                        <a:t>+</a:t>
                      </a:r>
                      <a:endParaRPr lang="en-US" sz="10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algn="ctr" indent="0" marL="0">
                        <a:buNone/>
                      </a:pPr>
                      <a:r>
                        <a:rPr lang="en-US" sz="1000" b="1" dirty="0">
                          <a:solidFill>
                            <a:srgbClr val="16305B"/>
                          </a:solidFill>
                          <a:latin typeface="Malgun Gothic" pitchFamily="34" charset="0"/>
                          <a:ea typeface="Malgun Gothic" pitchFamily="34" charset="-122"/>
                          <a:cs typeface="Malgun Gothic" pitchFamily="34" charset="-120"/>
                        </a:rPr>
                        <a:t>−</a:t>
                      </a:r>
                      <a:endParaRPr lang="en-US" sz="10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274320">
                <a:tc>
                  <a:txBody>
                    <a:bodyPr/>
                    <a:lstStyle/>
                    <a:p>
                      <a:pPr indent="0" marL="0">
                        <a:buNone/>
                      </a:pPr>
                      <a:r>
                        <a:rPr lang="en-US" sz="1000" dirty="0">
                          <a:solidFill>
                            <a:srgbClr val="1C2733"/>
                          </a:solidFill>
                          <a:latin typeface="Malgun Gothic" pitchFamily="34" charset="0"/>
                          <a:ea typeface="Malgun Gothic" pitchFamily="34" charset="-122"/>
                          <a:cs typeface="Malgun Gothic" pitchFamily="34" charset="-120"/>
                        </a:rPr>
                        <a:t>3</a:t>
                      </a:r>
                      <a:endParaRPr lang="en-US" sz="10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algn="ctr" indent="0" marL="0">
                        <a:buNone/>
                      </a:pPr>
                      <a:r>
                        <a:rPr lang="en-US" sz="1000" b="1" dirty="0">
                          <a:solidFill>
                            <a:srgbClr val="16305B"/>
                          </a:solidFill>
                          <a:latin typeface="Malgun Gothic" pitchFamily="34" charset="0"/>
                          <a:ea typeface="Malgun Gothic" pitchFamily="34" charset="-122"/>
                          <a:cs typeface="Malgun Gothic" pitchFamily="34" charset="-120"/>
                        </a:rPr>
                        <a:t>−</a:t>
                      </a:r>
                      <a:endParaRPr lang="en-US" sz="10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algn="ctr" indent="0" marL="0">
                        <a:buNone/>
                      </a:pPr>
                      <a:r>
                        <a:rPr lang="en-US" sz="1000" b="1" dirty="0">
                          <a:solidFill>
                            <a:srgbClr val="16305B"/>
                          </a:solidFill>
                          <a:latin typeface="Malgun Gothic" pitchFamily="34" charset="0"/>
                          <a:ea typeface="Malgun Gothic" pitchFamily="34" charset="-122"/>
                          <a:cs typeface="Malgun Gothic" pitchFamily="34" charset="-120"/>
                        </a:rPr>
                        <a:t>−</a:t>
                      </a:r>
                      <a:endParaRPr lang="en-US" sz="10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0</a:t>
                      </a:r>
                      <a:endParaRPr lang="en-US" sz="10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8FB0D4"/>
                    </a:solidFill>
                  </a:tcPr>
                </a:tc>
                <a:tc>
                  <a:txBody>
                    <a:bodyPr/>
                    <a:lstStyle/>
                    <a:p>
                      <a:pPr algn="ctr" indent="0" marL="0">
                        <a:buNone/>
                      </a:pPr>
                      <a:r>
                        <a:rPr lang="en-US" sz="1000" b="1" dirty="0">
                          <a:solidFill>
                            <a:srgbClr val="16305B"/>
                          </a:solidFill>
                          <a:latin typeface="Malgun Gothic" pitchFamily="34" charset="0"/>
                          <a:ea typeface="Malgun Gothic" pitchFamily="34" charset="-122"/>
                          <a:cs typeface="Malgun Gothic" pitchFamily="34" charset="-120"/>
                        </a:rPr>
                        <a:t>+</a:t>
                      </a:r>
                      <a:endParaRPr lang="en-US" sz="10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274320">
                <a:tc>
                  <a:txBody>
                    <a:bodyPr/>
                    <a:lstStyle/>
                    <a:p>
                      <a:pPr indent="0" marL="0">
                        <a:buNone/>
                      </a:pPr>
                      <a:r>
                        <a:rPr lang="en-US" sz="1000" dirty="0">
                          <a:solidFill>
                            <a:srgbClr val="1C2733"/>
                          </a:solidFill>
                          <a:latin typeface="Malgun Gothic" pitchFamily="34" charset="0"/>
                          <a:ea typeface="Malgun Gothic" pitchFamily="34" charset="-122"/>
                          <a:cs typeface="Malgun Gothic" pitchFamily="34" charset="-120"/>
                        </a:rPr>
                        <a:t>4</a:t>
                      </a:r>
                      <a:endParaRPr lang="en-US" sz="10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algn="ctr" indent="0" marL="0">
                        <a:buNone/>
                      </a:pPr>
                      <a:r>
                        <a:rPr lang="en-US" sz="1000" b="1" dirty="0">
                          <a:solidFill>
                            <a:srgbClr val="16305B"/>
                          </a:solidFill>
                          <a:latin typeface="Malgun Gothic" pitchFamily="34" charset="0"/>
                          <a:ea typeface="Malgun Gothic" pitchFamily="34" charset="-122"/>
                          <a:cs typeface="Malgun Gothic" pitchFamily="34" charset="-120"/>
                        </a:rPr>
                        <a:t>−</a:t>
                      </a:r>
                      <a:endParaRPr lang="en-US" sz="10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algn="ctr" indent="0" marL="0">
                        <a:buNone/>
                      </a:pPr>
                      <a:r>
                        <a:rPr lang="en-US" sz="1000" b="1" dirty="0">
                          <a:solidFill>
                            <a:srgbClr val="16305B"/>
                          </a:solidFill>
                          <a:latin typeface="Malgun Gothic" pitchFamily="34" charset="0"/>
                          <a:ea typeface="Malgun Gothic" pitchFamily="34" charset="-122"/>
                          <a:cs typeface="Malgun Gothic" pitchFamily="34" charset="-120"/>
                        </a:rPr>
                        <a:t>+</a:t>
                      </a:r>
                      <a:endParaRPr lang="en-US" sz="10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algn="ctr" indent="0" marL="0">
                        <a:buNone/>
                      </a:pPr>
                      <a:r>
                        <a:rPr lang="en-US" sz="1000" b="1" dirty="0">
                          <a:solidFill>
                            <a:srgbClr val="16305B"/>
                          </a:solidFill>
                          <a:latin typeface="Malgun Gothic" pitchFamily="34" charset="0"/>
                          <a:ea typeface="Malgun Gothic" pitchFamily="34" charset="-122"/>
                          <a:cs typeface="Malgun Gothic" pitchFamily="34" charset="-120"/>
                        </a:rPr>
                        <a:t>−</a:t>
                      </a:r>
                      <a:endParaRPr lang="en-US" sz="10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0</a:t>
                      </a:r>
                      <a:endParaRPr lang="en-US" sz="10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8FB0D4"/>
                    </a:solidFill>
                  </a:tcPr>
                </a:tc>
              </a:tr>
            </a:tbl>
          </a:graphicData>
        </a:graphic>
      </p:graphicFrame>
      <p:sp>
        <p:nvSpPr>
          <p:cNvPr id="12" name="Shape 9"/>
          <p:cNvSpPr/>
          <p:nvPr/>
        </p:nvSpPr>
        <p:spPr>
          <a:xfrm>
            <a:off x="813816" y="4498848"/>
            <a:ext cx="4846320" cy="1554480"/>
          </a:xfrm>
          <a:prstGeom prst="roundRect">
            <a:avLst>
              <a:gd name="adj" fmla="val 3529"/>
            </a:avLst>
          </a:prstGeom>
          <a:solidFill>
            <a:srgbClr val="F7F9FC"/>
          </a:solidFill>
          <a:ln w="9525">
            <a:solidFill>
              <a:srgbClr val="DDE3EB"/>
            </a:solidFill>
            <a:prstDash val="solid"/>
          </a:ln>
        </p:spPr>
      </p:sp>
      <p:sp>
        <p:nvSpPr>
          <p:cNvPr id="13" name="Text 10"/>
          <p:cNvSpPr txBox="1"/>
          <p:nvPr/>
        </p:nvSpPr>
        <p:spPr>
          <a:xfrm>
            <a:off x="960120" y="4498848"/>
            <a:ext cx="4572000" cy="1554480"/>
          </a:xfrm>
          <a:prstGeom prst="rect">
            <a:avLst/>
          </a:prstGeom>
          <a:noFill/>
          <a:ln/>
        </p:spPr>
        <p:txBody>
          <a:bodyPr wrap="square" lIns="0" tIns="0" rIns="0" bIns="0" rtlCol="0" anchor="ctr"/>
          <a:lstStyle/>
          <a:p>
            <a:pPr indent="0" marL="0">
              <a:lnSpc>
                <a:spcPct val="130000"/>
              </a:lnSpc>
              <a:buNone/>
            </a:pPr>
            <a:r>
              <a:rPr lang="en-US" sz="900" dirty="0">
                <a:solidFill>
                  <a:srgbClr val="1C2733"/>
                </a:solidFill>
                <a:latin typeface="Malgun Gothic" pitchFamily="34" charset="0"/>
                <a:ea typeface="Malgun Gothic" pitchFamily="34" charset="-122"/>
                <a:cs typeface="Malgun Gothic" pitchFamily="34" charset="-120"/>
              </a:rPr>
              <a:t>A와 B가 함께 값을 갖는 해석은 3번 · 4번 두 번뿐</a:t>
            </a:r>
            <a:endParaRPr lang="en-US" sz="900" dirty="0"/>
          </a:p>
          <a:p>
            <a:pPr indent="0" marL="0">
              <a:lnSpc>
                <a:spcPct val="130000"/>
              </a:lnSpc>
              <a:buNone/>
            </a:pPr>
            <a:r>
              <a:rPr lang="en-US" sz="900" b="1" dirty="0">
                <a:solidFill>
                  <a:srgbClr val="16305B"/>
                </a:solidFill>
                <a:latin typeface="Malgun Gothic" pitchFamily="34" charset="0"/>
                <a:ea typeface="Malgun Gothic" pitchFamily="34" charset="-122"/>
                <a:cs typeface="Malgun Gothic" pitchFamily="34" charset="-120"/>
              </a:rPr>
              <a:t>3번: A −, B − → 같은 쪽   /   4번: A −, B + → 반대쪽</a:t>
            </a:r>
            <a:endParaRPr lang="en-US" sz="900" dirty="0"/>
          </a:p>
          <a:p>
            <a:pPr indent="0" marL="0">
              <a:lnSpc>
                <a:spcPct val="130000"/>
              </a:lnSpc>
              <a:buNone/>
            </a:pPr>
            <a:r>
              <a:rPr lang="en-US" sz="900" dirty="0">
                <a:solidFill>
                  <a:srgbClr val="1C2733"/>
                </a:solidFill>
                <a:latin typeface="Malgun Gothic" pitchFamily="34" charset="0"/>
                <a:ea typeface="Malgun Gothic" pitchFamily="34" charset="-122"/>
                <a:cs typeface="Malgun Gothic" pitchFamily="34" charset="-120"/>
              </a:rPr>
              <a:t>→ 같은 쪽 1번, 반대쪽 1번 (다른 두 변수도 모두 동일)</a:t>
            </a:r>
            <a:endParaRPr lang="en-US" sz="900" dirty="0"/>
          </a:p>
          <a:p>
            <a:pPr indent="0" marL="0">
              <a:lnSpc>
                <a:spcPct val="130000"/>
              </a:lnSpc>
              <a:buNone/>
            </a:pPr>
            <a:r>
              <a:rPr lang="en-US" sz="900" dirty="0">
                <a:solidFill>
                  <a:srgbClr val="6B7A8F"/>
                </a:solidFill>
                <a:latin typeface="Malgun Gothic" pitchFamily="34" charset="0"/>
                <a:ea typeface="Malgun Gothic" pitchFamily="34" charset="-122"/>
                <a:cs typeface="Malgun Gothic" pitchFamily="34" charset="-120"/>
              </a:rPr>
              <a:t>1번 행만 정하면 나머지는 규칙 ③을 맞추다 보면 자동으로 채워짐</a:t>
            </a:r>
            <a:endParaRPr lang="en-US" sz="900" dirty="0"/>
          </a:p>
          <a:p>
            <a:pPr indent="0" marL="0">
              <a:lnSpc>
                <a:spcPct val="130000"/>
              </a:lnSpc>
              <a:buNone/>
            </a:pPr>
            <a:r>
              <a:rPr lang="en-US" sz="900" dirty="0">
                <a:solidFill>
                  <a:srgbClr val="6B7A8F"/>
                </a:solidFill>
                <a:latin typeface="Malgun Gothic" pitchFamily="34" charset="0"/>
                <a:ea typeface="Malgun Gothic" pitchFamily="34" charset="-122"/>
                <a:cs typeface="Malgun Gothic" pitchFamily="34" charset="-120"/>
              </a:rPr>
              <a:t>본 과제 14 × 14는 Paley 구성법으로 코드가 자동 생성 · 검증</a:t>
            </a:r>
            <a:endParaRPr lang="en-US" sz="900" dirty="0"/>
          </a:p>
        </p:txBody>
      </p:sp>
      <p:sp>
        <p:nvSpPr>
          <p:cNvPr id="14" name="Shape 11"/>
          <p:cNvSpPr/>
          <p:nvPr/>
        </p:nvSpPr>
        <p:spPr>
          <a:xfrm>
            <a:off x="6336792" y="1188720"/>
            <a:ext cx="5440680" cy="5074920"/>
          </a:xfrm>
          <a:prstGeom prst="roundRect">
            <a:avLst>
              <a:gd name="adj" fmla="val 1081"/>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15" name="Shape 12"/>
          <p:cNvSpPr/>
          <p:nvPr/>
        </p:nvSpPr>
        <p:spPr>
          <a:xfrm>
            <a:off x="6592824" y="1463040"/>
            <a:ext cx="82296" cy="182880"/>
          </a:xfrm>
          <a:prstGeom prst="rect">
            <a:avLst/>
          </a:prstGeom>
          <a:solidFill>
            <a:srgbClr val="00A3C4"/>
          </a:solidFill>
          <a:ln w="12700">
            <a:solidFill>
              <a:srgbClr val="00A3C4"/>
            </a:solidFill>
            <a:prstDash val="solid"/>
          </a:ln>
        </p:spPr>
      </p:sp>
      <p:sp>
        <p:nvSpPr>
          <p:cNvPr id="16" name="Text 13"/>
          <p:cNvSpPr txBox="1"/>
          <p:nvPr/>
        </p:nvSpPr>
        <p:spPr>
          <a:xfrm>
            <a:off x="6757416" y="1371600"/>
            <a:ext cx="4480560" cy="365760"/>
          </a:xfrm>
          <a:prstGeom prst="rect">
            <a:avLst/>
          </a:prstGeom>
          <a:noFill/>
          <a:ln/>
        </p:spPr>
        <p:txBody>
          <a:bodyPr wrap="square" lIns="0" tIns="0" rIns="0" bIns="0" rtlCol="0" anchor="ctr"/>
          <a:lstStyle/>
          <a:p>
            <a:pPr indent="0" marL="0">
              <a:buNone/>
            </a:pPr>
            <a:r>
              <a:rPr lang="en-US" sz="1300" b="1" dirty="0">
                <a:solidFill>
                  <a:srgbClr val="16305B"/>
                </a:solidFill>
                <a:latin typeface="Malgun Gothic" pitchFamily="34" charset="0"/>
                <a:ea typeface="Malgun Gothic" pitchFamily="34" charset="-122"/>
                <a:cs typeface="Malgun Gothic" pitchFamily="34" charset="-120"/>
              </a:rPr>
              <a:t>거울상을 붙이는 이유</a:t>
            </a:r>
            <a:endParaRPr lang="en-US" sz="1300" dirty="0"/>
          </a:p>
        </p:txBody>
      </p:sp>
      <p:sp>
        <p:nvSpPr>
          <p:cNvPr id="17" name="Text 14"/>
          <p:cNvSpPr txBox="1"/>
          <p:nvPr/>
        </p:nvSpPr>
        <p:spPr>
          <a:xfrm>
            <a:off x="6647688" y="1792224"/>
            <a:ext cx="4846320" cy="274320"/>
          </a:xfrm>
          <a:prstGeom prst="rect">
            <a:avLst/>
          </a:prstGeom>
          <a:noFill/>
          <a:ln/>
        </p:spPr>
        <p:txBody>
          <a:bodyPr wrap="square" lIns="0" tIns="0" rIns="0" bIns="0" rtlCol="0" anchor="ctr"/>
          <a:lstStyle/>
          <a:p>
            <a:pPr indent="0" marL="0">
              <a:buNone/>
            </a:pPr>
            <a:r>
              <a:rPr lang="en-US" sz="900" dirty="0">
                <a:solidFill>
                  <a:srgbClr val="6B7A8F"/>
                </a:solidFill>
                <a:latin typeface="Malgun Gothic" pitchFamily="34" charset="0"/>
                <a:ea typeface="Malgun Gothic" pitchFamily="34" charset="-122"/>
                <a:cs typeface="Malgun Gothic" pitchFamily="34" charset="-120"/>
              </a:rPr>
              <a:t>주효과 = 변수 하나만의 효과   ·   교호작용 = 두 변수가 함께 바뀔 때의 추가 효과</a:t>
            </a:r>
            <a:endParaRPr lang="en-US" sz="900" dirty="0"/>
          </a:p>
        </p:txBody>
      </p:sp>
      <p:graphicFrame>
        <p:nvGraphicFramePr>
          <p:cNvPr id="39" name="Table 1"/>
          <p:cNvGraphicFramePr>
            <a:graphicFrameLocks noGrp="1"/>
          </p:cNvGraphicFramePr>
          <p:nvPr>
            <p:extLst>
              <p:ext uri="{D42A27DB-BD31-4B8C-83A1-F6EECF244321}">
                <p14:modId xmlns:p14="http://schemas.microsoft.com/office/powerpoint/2010/main" val="1579011935"/>
              </p:ext>
            </p:extLst>
          </p:nvPr>
        </p:nvGraphicFramePr>
        <p:xfrm>
          <a:off x="6647688" y="2194560"/>
          <a:ext cx="4846320" cy="914400"/>
        </p:xfrm>
        <a:graphic>
          <a:graphicData uri="http://schemas.openxmlformats.org/drawingml/2006/table">
            <a:tbl>
              <a:tblPr/>
              <a:tblGrid>
                <a:gridCol w="1005840"/>
                <a:gridCol w="914400"/>
                <a:gridCol w="914400"/>
                <a:gridCol w="1097280"/>
                <a:gridCol w="914400"/>
              </a:tblGrid>
              <a:tr h="274320">
                <a:tc>
                  <a:txBody>
                    <a:bodyPr/>
                    <a:lstStyle/>
                    <a:p>
                      <a:pPr indent="0" marL="0">
                        <a:buNone/>
                      </a:pPr>
                      <a:endParaRPr lang="en-US" sz="9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c>
                  <a:txBody>
                    <a:bodyPr/>
                    <a:lstStyle/>
                    <a:p>
                      <a:pPr algn="ctr" indent="0" marL="0">
                        <a:buNone/>
                      </a:pPr>
                      <a:r>
                        <a:rPr lang="en-US" sz="900" b="1" dirty="0">
                          <a:solidFill>
                            <a:srgbClr val="16305B"/>
                          </a:solidFill>
                          <a:latin typeface="Malgun Gothic" pitchFamily="34" charset="0"/>
                          <a:ea typeface="Malgun Gothic" pitchFamily="34" charset="-122"/>
                          <a:cs typeface="Malgun Gothic" pitchFamily="34" charset="-120"/>
                        </a:rPr>
                        <a:t>주효과 A</a:t>
                      </a:r>
                      <a:endParaRPr lang="en-US" sz="9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c>
                  <a:txBody>
                    <a:bodyPr/>
                    <a:lstStyle/>
                    <a:p>
                      <a:pPr algn="ctr" indent="0" marL="0">
                        <a:buNone/>
                      </a:pPr>
                      <a:r>
                        <a:rPr lang="en-US" sz="900" b="1" dirty="0">
                          <a:solidFill>
                            <a:srgbClr val="16305B"/>
                          </a:solidFill>
                          <a:latin typeface="Malgun Gothic" pitchFamily="34" charset="0"/>
                          <a:ea typeface="Malgun Gothic" pitchFamily="34" charset="-122"/>
                          <a:cs typeface="Malgun Gothic" pitchFamily="34" charset="-120"/>
                        </a:rPr>
                        <a:t>주효과 B</a:t>
                      </a:r>
                      <a:endParaRPr lang="en-US" sz="9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c>
                  <a:txBody>
                    <a:bodyPr/>
                    <a:lstStyle/>
                    <a:p>
                      <a:pPr algn="ctr" indent="0" marL="0">
                        <a:buNone/>
                      </a:pPr>
                      <a:r>
                        <a:rPr lang="en-US" sz="900" b="1" dirty="0">
                          <a:solidFill>
                            <a:srgbClr val="16305B"/>
                          </a:solidFill>
                          <a:latin typeface="Malgun Gothic" pitchFamily="34" charset="0"/>
                          <a:ea typeface="Malgun Gothic" pitchFamily="34" charset="-122"/>
                          <a:cs typeface="Malgun Gothic" pitchFamily="34" charset="-120"/>
                        </a:rPr>
                        <a:t>교호작용 A×B</a:t>
                      </a:r>
                      <a:endParaRPr lang="en-US" sz="9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c>
                  <a:txBody>
                    <a:bodyPr/>
                    <a:lstStyle/>
                    <a:p>
                      <a:pPr algn="ctr" indent="0" marL="0">
                        <a:buNone/>
                      </a:pPr>
                      <a:r>
                        <a:rPr lang="en-US" sz="900" b="1" dirty="0">
                          <a:solidFill>
                            <a:srgbClr val="16305B"/>
                          </a:solidFill>
                          <a:latin typeface="Malgun Gothic" pitchFamily="34" charset="0"/>
                          <a:ea typeface="Malgun Gothic" pitchFamily="34" charset="-122"/>
                          <a:cs typeface="Malgun Gothic" pitchFamily="34" charset="-120"/>
                        </a:rPr>
                        <a:t>곡률 A²</a:t>
                      </a:r>
                      <a:endParaRPr lang="en-US" sz="9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r>
              <a:tr h="274320">
                <a:tc>
                  <a:txBody>
                    <a:bodyPr/>
                    <a:lstStyle/>
                    <a:p>
                      <a:pPr indent="0" marL="0">
                        <a:buNone/>
                      </a:pPr>
                      <a:r>
                        <a:rPr lang="en-US" sz="900" dirty="0">
                          <a:solidFill>
                            <a:srgbClr val="1C2733"/>
                          </a:solidFill>
                          <a:latin typeface="Malgun Gothic" pitchFamily="34" charset="0"/>
                          <a:ea typeface="Malgun Gothic" pitchFamily="34" charset="-122"/>
                          <a:cs typeface="Malgun Gothic" pitchFamily="34" charset="-120"/>
                        </a:rPr>
                        <a:t>기본 행  x</a:t>
                      </a:r>
                      <a:endParaRPr lang="en-US" sz="9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algn="ctr" indent="0" marL="0">
                        <a:buNone/>
                      </a:pPr>
                      <a:r>
                        <a:rPr lang="en-US" sz="1000" b="1" dirty="0">
                          <a:solidFill>
                            <a:srgbClr val="16305B"/>
                          </a:solidFill>
                          <a:latin typeface="Malgun Gothic" pitchFamily="34" charset="0"/>
                          <a:ea typeface="Malgun Gothic" pitchFamily="34" charset="-122"/>
                          <a:cs typeface="Malgun Gothic" pitchFamily="34" charset="-120"/>
                        </a:rPr>
                        <a:t>+</a:t>
                      </a:r>
                      <a:endParaRPr lang="en-US" sz="10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algn="ctr" indent="0" marL="0">
                        <a:buNone/>
                      </a:pPr>
                      <a:r>
                        <a:rPr lang="en-US" sz="1000" b="1" dirty="0">
                          <a:solidFill>
                            <a:srgbClr val="16305B"/>
                          </a:solidFill>
                          <a:latin typeface="Malgun Gothic" pitchFamily="34" charset="0"/>
                          <a:ea typeface="Malgun Gothic" pitchFamily="34" charset="-122"/>
                          <a:cs typeface="Malgun Gothic" pitchFamily="34" charset="-120"/>
                        </a:rPr>
                        <a:t>−</a:t>
                      </a:r>
                      <a:endParaRPr lang="en-US" sz="10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algn="ctr" indent="0" marL="0">
                        <a:buNone/>
                      </a:pPr>
                      <a:r>
                        <a:rPr lang="en-US" sz="1000" b="1" dirty="0">
                          <a:solidFill>
                            <a:srgbClr val="16305B"/>
                          </a:solidFill>
                          <a:latin typeface="Malgun Gothic" pitchFamily="34" charset="0"/>
                          <a:ea typeface="Malgun Gothic" pitchFamily="34" charset="-122"/>
                          <a:cs typeface="Malgun Gothic" pitchFamily="34" charset="-120"/>
                        </a:rPr>
                        <a:t>−</a:t>
                      </a:r>
                      <a:endParaRPr lang="en-US" sz="10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algn="ctr" indent="0" marL="0">
                        <a:buNone/>
                      </a:pPr>
                      <a:r>
                        <a:rPr lang="en-US" sz="1000" b="1" dirty="0">
                          <a:solidFill>
                            <a:srgbClr val="16305B"/>
                          </a:solidFill>
                          <a:latin typeface="Malgun Gothic" pitchFamily="34" charset="0"/>
                          <a:ea typeface="Malgun Gothic" pitchFamily="34" charset="-122"/>
                          <a:cs typeface="Malgun Gothic" pitchFamily="34" charset="-120"/>
                        </a:rPr>
                        <a:t>+</a:t>
                      </a:r>
                      <a:endParaRPr lang="en-US" sz="10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274320">
                <a:tc>
                  <a:txBody>
                    <a:bodyPr/>
                    <a:lstStyle/>
                    <a:p>
                      <a:pPr indent="0" marL="0">
                        <a:buNone/>
                      </a:pPr>
                      <a:r>
                        <a:rPr lang="en-US" sz="900" dirty="0">
                          <a:solidFill>
                            <a:srgbClr val="1C2733"/>
                          </a:solidFill>
                          <a:latin typeface="Malgun Gothic" pitchFamily="34" charset="0"/>
                          <a:ea typeface="Malgun Gothic" pitchFamily="34" charset="-122"/>
                          <a:cs typeface="Malgun Gothic" pitchFamily="34" charset="-120"/>
                        </a:rPr>
                        <a:t>거울상  −x</a:t>
                      </a:r>
                      <a:endParaRPr lang="en-US" sz="9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algn="ctr" indent="0" marL="0">
                        <a:buNone/>
                      </a:pPr>
                      <a:r>
                        <a:rPr lang="en-US" sz="1000" b="1" dirty="0">
                          <a:solidFill>
                            <a:srgbClr val="16305B"/>
                          </a:solidFill>
                          <a:latin typeface="Malgun Gothic" pitchFamily="34" charset="0"/>
                          <a:ea typeface="Malgun Gothic" pitchFamily="34" charset="-122"/>
                          <a:cs typeface="Malgun Gothic" pitchFamily="34" charset="-120"/>
                        </a:rPr>
                        <a:t>−</a:t>
                      </a:r>
                      <a:endParaRPr lang="en-US" sz="10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algn="ctr" indent="0" marL="0">
                        <a:buNone/>
                      </a:pPr>
                      <a:r>
                        <a:rPr lang="en-US" sz="1000" b="1" dirty="0">
                          <a:solidFill>
                            <a:srgbClr val="16305B"/>
                          </a:solidFill>
                          <a:latin typeface="Malgun Gothic" pitchFamily="34" charset="0"/>
                          <a:ea typeface="Malgun Gothic" pitchFamily="34" charset="-122"/>
                          <a:cs typeface="Malgun Gothic" pitchFamily="34" charset="-120"/>
                        </a:rPr>
                        <a:t>+</a:t>
                      </a:r>
                      <a:endParaRPr lang="en-US" sz="10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algn="ctr" indent="0" marL="0">
                        <a:buNone/>
                      </a:pPr>
                      <a:r>
                        <a:rPr lang="en-US" sz="1000" b="1" dirty="0">
                          <a:solidFill>
                            <a:srgbClr val="16305B"/>
                          </a:solidFill>
                          <a:latin typeface="Malgun Gothic" pitchFamily="34" charset="0"/>
                          <a:ea typeface="Malgun Gothic" pitchFamily="34" charset="-122"/>
                          <a:cs typeface="Malgun Gothic" pitchFamily="34" charset="-120"/>
                        </a:rPr>
                        <a:t>−</a:t>
                      </a:r>
                      <a:endParaRPr lang="en-US" sz="10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algn="ctr" indent="0" marL="0">
                        <a:buNone/>
                      </a:pPr>
                      <a:r>
                        <a:rPr lang="en-US" sz="1000" b="1" dirty="0">
                          <a:solidFill>
                            <a:srgbClr val="16305B"/>
                          </a:solidFill>
                          <a:latin typeface="Malgun Gothic" pitchFamily="34" charset="0"/>
                          <a:ea typeface="Malgun Gothic" pitchFamily="34" charset="-122"/>
                          <a:cs typeface="Malgun Gothic" pitchFamily="34" charset="-120"/>
                        </a:rPr>
                        <a:t>+</a:t>
                      </a:r>
                      <a:endParaRPr lang="en-US" sz="10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274320">
                <a:tc>
                  <a:txBody>
                    <a:bodyPr/>
                    <a:lstStyle/>
                    <a:p>
                      <a:pPr indent="0" marL="0">
                        <a:buNone/>
                      </a:pPr>
                      <a:r>
                        <a:rPr lang="en-US" sz="900" b="1" dirty="0">
                          <a:solidFill>
                            <a:srgbClr val="16305B"/>
                          </a:solidFill>
                          <a:latin typeface="Malgun Gothic" pitchFamily="34" charset="0"/>
                          <a:ea typeface="Malgun Gothic" pitchFamily="34" charset="-122"/>
                          <a:cs typeface="Malgun Gothic" pitchFamily="34" charset="-120"/>
                        </a:rPr>
                        <a:t>쌍에서</a:t>
                      </a:r>
                      <a:endParaRPr lang="en-US" sz="9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F7F9FC"/>
                    </a:solidFill>
                  </a:tcPr>
                </a:tc>
                <a:tc>
                  <a:txBody>
                    <a:bodyPr/>
                    <a:lstStyle/>
                    <a:p>
                      <a:pPr algn="ctr" indent="0" marL="0">
                        <a:buNone/>
                      </a:pPr>
                      <a:r>
                        <a:rPr lang="en-US" sz="900" b="1" dirty="0">
                          <a:solidFill>
                            <a:srgbClr val="16305B"/>
                          </a:solidFill>
                          <a:latin typeface="Malgun Gothic" pitchFamily="34" charset="0"/>
                          <a:ea typeface="Malgun Gothic" pitchFamily="34" charset="-122"/>
                          <a:cs typeface="Malgun Gothic" pitchFamily="34" charset="-120"/>
                        </a:rPr>
                        <a:t>부호 반전</a:t>
                      </a:r>
                      <a:endParaRPr lang="en-US" sz="9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F7F9FC"/>
                    </a:solidFill>
                  </a:tcPr>
                </a:tc>
                <a:tc>
                  <a:txBody>
                    <a:bodyPr/>
                    <a:lstStyle/>
                    <a:p>
                      <a:pPr algn="ctr" indent="0" marL="0">
                        <a:buNone/>
                      </a:pPr>
                      <a:r>
                        <a:rPr lang="en-US" sz="900" b="1" dirty="0">
                          <a:solidFill>
                            <a:srgbClr val="16305B"/>
                          </a:solidFill>
                          <a:latin typeface="Malgun Gothic" pitchFamily="34" charset="0"/>
                          <a:ea typeface="Malgun Gothic" pitchFamily="34" charset="-122"/>
                          <a:cs typeface="Malgun Gothic" pitchFamily="34" charset="-120"/>
                        </a:rPr>
                        <a:t>부호 반전</a:t>
                      </a:r>
                      <a:endParaRPr lang="en-US" sz="9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F7F9FC"/>
                    </a:solidFill>
                  </a:tcPr>
                </a:tc>
                <a:tc>
                  <a:txBody>
                    <a:bodyPr/>
                    <a:lstStyle/>
                    <a:p>
                      <a:pPr algn="ctr" indent="0" marL="0">
                        <a:buNone/>
                      </a:pPr>
                      <a:r>
                        <a:rPr lang="en-US" sz="900" b="1" dirty="0">
                          <a:solidFill>
                            <a:srgbClr val="0088A6"/>
                          </a:solidFill>
                          <a:latin typeface="Malgun Gothic" pitchFamily="34" charset="0"/>
                          <a:ea typeface="Malgun Gothic" pitchFamily="34" charset="-122"/>
                          <a:cs typeface="Malgun Gothic" pitchFamily="34" charset="-120"/>
                        </a:rPr>
                        <a:t>부호 유지</a:t>
                      </a:r>
                      <a:endParaRPr lang="en-US" sz="9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F7F9FC"/>
                    </a:solidFill>
                  </a:tcPr>
                </a:tc>
                <a:tc>
                  <a:txBody>
                    <a:bodyPr/>
                    <a:lstStyle/>
                    <a:p>
                      <a:pPr algn="ctr" indent="0" marL="0">
                        <a:buNone/>
                      </a:pPr>
                      <a:r>
                        <a:rPr lang="en-US" sz="900" b="1" dirty="0">
                          <a:solidFill>
                            <a:srgbClr val="0088A6"/>
                          </a:solidFill>
                          <a:latin typeface="Malgun Gothic" pitchFamily="34" charset="0"/>
                          <a:ea typeface="Malgun Gothic" pitchFamily="34" charset="-122"/>
                          <a:cs typeface="Malgun Gothic" pitchFamily="34" charset="-120"/>
                        </a:rPr>
                        <a:t>부호 유지</a:t>
                      </a:r>
                      <a:endParaRPr lang="en-US" sz="9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F7F9FC"/>
                    </a:solidFill>
                  </a:tcPr>
                </a:tc>
              </a:tr>
            </a:tbl>
          </a:graphicData>
        </a:graphic>
      </p:graphicFrame>
      <p:sp>
        <p:nvSpPr>
          <p:cNvPr id="19" name="Shape 15"/>
          <p:cNvSpPr/>
          <p:nvPr/>
        </p:nvSpPr>
        <p:spPr>
          <a:xfrm>
            <a:off x="6647688" y="3474720"/>
            <a:ext cx="4846320" cy="1188720"/>
          </a:xfrm>
          <a:prstGeom prst="roundRect">
            <a:avLst>
              <a:gd name="adj" fmla="val 4615"/>
            </a:avLst>
          </a:prstGeom>
          <a:solidFill>
            <a:srgbClr val="EEF2F7"/>
          </a:solidFill>
          <a:ln w="12700">
            <a:solidFill>
              <a:srgbClr val="EEF2F7"/>
            </a:solidFill>
            <a:prstDash val="solid"/>
          </a:ln>
        </p:spPr>
      </p:sp>
      <p:sp>
        <p:nvSpPr>
          <p:cNvPr id="20" name="Text 16"/>
          <p:cNvSpPr txBox="1"/>
          <p:nvPr/>
        </p:nvSpPr>
        <p:spPr>
          <a:xfrm>
            <a:off x="6793992" y="3474720"/>
            <a:ext cx="4572000" cy="1188720"/>
          </a:xfrm>
          <a:prstGeom prst="rect">
            <a:avLst/>
          </a:prstGeom>
          <a:noFill/>
          <a:ln/>
        </p:spPr>
        <p:txBody>
          <a:bodyPr wrap="square" lIns="0" tIns="0" rIns="0" bIns="0" rtlCol="0" anchor="ctr"/>
          <a:lstStyle/>
          <a:p>
            <a:pPr indent="0" marL="0">
              <a:lnSpc>
                <a:spcPct val="135000"/>
              </a:lnSpc>
              <a:buNone/>
            </a:pPr>
            <a:r>
              <a:rPr lang="en-US" sz="950" b="1" dirty="0">
                <a:solidFill>
                  <a:srgbClr val="16305B"/>
                </a:solidFill>
                <a:latin typeface="Malgun Gothic" pitchFamily="34" charset="0"/>
                <a:ea typeface="Malgun Gothic" pitchFamily="34" charset="-122"/>
                <a:cs typeface="Malgun Gothic" pitchFamily="34" charset="-120"/>
              </a:rPr>
              <a:t>쌍의 차이 → 주효과만 남음</a:t>
            </a:r>
            <a:endParaRPr lang="en-US" sz="950" dirty="0"/>
          </a:p>
          <a:p>
            <a:pPr indent="0" marL="0">
              <a:lnSpc>
                <a:spcPct val="135000"/>
              </a:lnSpc>
              <a:buNone/>
            </a:pPr>
            <a:r>
              <a:rPr lang="en-US" sz="950" b="1" dirty="0">
                <a:solidFill>
                  <a:srgbClr val="0088A6"/>
                </a:solidFill>
                <a:latin typeface="Malgun Gothic" pitchFamily="34" charset="0"/>
                <a:ea typeface="Malgun Gothic" pitchFamily="34" charset="-122"/>
                <a:cs typeface="Malgun Gothic" pitchFamily="34" charset="-120"/>
              </a:rPr>
              <a:t>쌍의 평균 → 교호작용 · 곡률만 남음</a:t>
            </a:r>
            <a:endParaRPr lang="en-US" sz="950" dirty="0"/>
          </a:p>
          <a:p>
            <a:pPr indent="0" marL="0">
              <a:lnSpc>
                <a:spcPct val="135000"/>
              </a:lnSpc>
              <a:buNone/>
            </a:pPr>
            <a:r>
              <a:rPr lang="en-US" sz="950" dirty="0">
                <a:solidFill>
                  <a:srgbClr val="1C2733"/>
                </a:solidFill>
                <a:latin typeface="Malgun Gothic" pitchFamily="34" charset="0"/>
                <a:ea typeface="Malgun Gothic" pitchFamily="34" charset="-122"/>
                <a:cs typeface="Malgun Gothic" pitchFamily="34" charset="-120"/>
              </a:rPr>
              <a:t>→ 주효과가 교호작용 · 곡률과 섞이지 않음</a:t>
            </a:r>
            <a:endParaRPr lang="en-US" sz="950" dirty="0"/>
          </a:p>
        </p:txBody>
      </p:sp>
      <p:sp>
        <p:nvSpPr>
          <p:cNvPr id="21" name="Text 17"/>
          <p:cNvSpPr txBox="1"/>
          <p:nvPr/>
        </p:nvSpPr>
        <p:spPr>
          <a:xfrm>
            <a:off x="6647688" y="4846320"/>
            <a:ext cx="4846320" cy="1188720"/>
          </a:xfrm>
          <a:prstGeom prst="rect">
            <a:avLst/>
          </a:prstGeom>
          <a:noFill/>
          <a:ln/>
        </p:spPr>
        <p:txBody>
          <a:bodyPr wrap="square" lIns="0" tIns="0" rIns="0" bIns="0" rtlCol="0" anchor="t"/>
          <a:lstStyle/>
          <a:p>
            <a:pPr indent="0" marL="0">
              <a:lnSpc>
                <a:spcPct val="130000"/>
              </a:lnSpc>
              <a:buNone/>
            </a:pPr>
            <a:r>
              <a:rPr lang="en-US" sz="930" b="1" dirty="0">
                <a:solidFill>
                  <a:srgbClr val="16305B"/>
                </a:solidFill>
                <a:latin typeface="Malgun Gothic" pitchFamily="34" charset="0"/>
                <a:ea typeface="Malgun Gothic" pitchFamily="34" charset="-122"/>
                <a:cs typeface="Malgun Gothic" pitchFamily="34" charset="-120"/>
              </a:rPr>
              <a:t>중심점 1회</a:t>
            </a:r>
            <a:endParaRPr lang="en-US" sz="930" dirty="0"/>
          </a:p>
          <a:p>
            <a:pPr indent="0" marL="0">
              <a:lnSpc>
                <a:spcPct val="130000"/>
              </a:lnSpc>
              <a:buNone/>
            </a:pPr>
            <a:r>
              <a:rPr lang="en-US" sz="930" dirty="0">
                <a:solidFill>
                  <a:srgbClr val="1C2733"/>
                </a:solidFill>
                <a:latin typeface="Malgun Gothic" pitchFamily="34" charset="0"/>
                <a:ea typeface="Malgun Gothic" pitchFamily="34" charset="-122"/>
                <a:cs typeface="Malgun Gothic" pitchFamily="34" charset="-120"/>
              </a:rPr>
              <a:t>모든 변수 중간값 → 곡률(중간값이 나은지) 판단의 기준점</a:t>
            </a:r>
            <a:endParaRPr lang="en-US" sz="930" dirty="0"/>
          </a:p>
          <a:p>
            <a:pPr indent="0" marL="0">
              <a:lnSpc>
                <a:spcPct val="130000"/>
              </a:lnSpc>
              <a:buNone/>
            </a:pPr>
            <a:r>
              <a:rPr lang="en-US" sz="930" b="1" dirty="0">
                <a:solidFill>
                  <a:srgbClr val="16305B"/>
                </a:solidFill>
                <a:latin typeface="Malgun Gothic" pitchFamily="34" charset="0"/>
                <a:ea typeface="Malgun Gothic" pitchFamily="34" charset="-122"/>
                <a:cs typeface="Malgun Gothic" pitchFamily="34" charset="-120"/>
              </a:rPr>
              <a:t>한계</a:t>
            </a:r>
            <a:endParaRPr lang="en-US" sz="930" dirty="0"/>
          </a:p>
          <a:p>
            <a:pPr indent="0" marL="0">
              <a:lnSpc>
                <a:spcPct val="130000"/>
              </a:lnSpc>
              <a:buNone/>
            </a:pPr>
            <a:r>
              <a:rPr lang="en-US" sz="930" dirty="0">
                <a:solidFill>
                  <a:srgbClr val="1C2733"/>
                </a:solidFill>
                <a:latin typeface="Malgun Gothic" pitchFamily="34" charset="0"/>
                <a:ea typeface="Malgun Gothic" pitchFamily="34" charset="-122"/>
                <a:cs typeface="Malgun Gothic" pitchFamily="34" charset="-120"/>
              </a:rPr>
              <a:t>교호작용끼리는 서로 일부 섞임 (부분 교락)</a:t>
            </a:r>
            <a:endParaRPr lang="en-US" sz="93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형상 생성부터 설계최적화까지 — 통합</dc:title>
  <dc:subject>PptxGenJS Presentation</dc:subject>
  <dc:creator>학습조직</dc:creator>
  <cp:lastModifiedBy>학습조직</cp:lastModifiedBy>
  <cp:revision>1</cp:revision>
  <dcterms:created xsi:type="dcterms:W3CDTF">2026-10-27T04:19:02Z</dcterms:created>
  <dcterms:modified xsi:type="dcterms:W3CDTF">2026-10-27T04:19:02Z</dcterms:modified>
</cp:coreProperties>
</file>