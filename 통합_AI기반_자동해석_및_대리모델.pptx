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에이전트 기반 개발환경에서 형상·해석 자동화를 구축하고, 실험계획법으로 데이터를 확보해 머신러닝 대리모델까지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개발환경, 02 설계변수와 설계공간, 03 실험계획법 기반 자동해석과 데이터 확보, 04 머신러닝 대리모델 구축 순서로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설계최적화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변수 11개 중 영향 있는 변수만 골라내기 위해 선별 실험을 했습니다. 기법은 DSD, 확정적 선별 설계로, 29번 해석으로 11개 변수를 판정하는 표준 실험표입니다. 왼쪽 표에서 한 줄이 해석 한 번이고, 매번 변수 하나만 중간값, 나머지는 최소·최대값에 둡니다. 아래 절반은 위 절반을 정반대로 뒤집은 것이고, 마지막 한 번은 전부 중간값입니다. 여기에 형상에 아무 영향도 주지 않는 가짜 인자 3개를 같이 넣었습니다. 오른쪽은 최고온도 예시인데, 가짜 인자 3개의 효과로 잡음 수준을 약 0.09℃로 산정했고, 여기에 통계표 기준 3.18배를 곱한 약 0.28℃를 판정 문턱으로 삼았습니다. 1차 핀 개수는 2.5℃로 이보다 훨씬 커서 영향 있는 변수로, 1차 핀 두께는 0.19℃로 문턱 안쪽이라 최고온도에는 영향 없는 것으로 판정합니다. 판정 규칙은 결과를 보기 전에 고정했습니다.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기본 14회는 회의 행렬이라는 표로, 대각선은 0, 나머지는 ±1이고, 아무 두 변수를 골라도 같은 쪽인 횟수와 반대쪽인 횟수가 같다. 거울상은 기본 14회의 부호를 모두 뒤집은 것으로, 쌍에서 주효과는 부호가 뒤집히고 교호작용·곡률은 그대로라 주효과가 교호작용·곡률과 섞이지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AI 기반 자동해석  ·  머신러닝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234440"/>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777240" y="1362456"/>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01</a:t>
            </a:r>
            <a:endParaRPr lang="en-US" sz="3800" dirty="0"/>
          </a:p>
        </p:txBody>
      </p:sp>
      <p:sp>
        <p:nvSpPr>
          <p:cNvPr id="5" name="Text 3"/>
          <p:cNvSpPr txBox="1"/>
          <p:nvPr/>
        </p:nvSpPr>
        <p:spPr>
          <a:xfrm>
            <a:off x="2057400" y="1362456"/>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00" dirty="0"/>
          </a:p>
        </p:txBody>
      </p:sp>
      <p:sp>
        <p:nvSpPr>
          <p:cNvPr id="6" name="Shape 4"/>
          <p:cNvSpPr/>
          <p:nvPr/>
        </p:nvSpPr>
        <p:spPr>
          <a:xfrm>
            <a:off x="6583680" y="1472184"/>
            <a:ext cx="18288" cy="603504"/>
          </a:xfrm>
          <a:prstGeom prst="rect">
            <a:avLst/>
          </a:prstGeom>
          <a:solidFill>
            <a:srgbClr val="DDE3EB"/>
          </a:solidFill>
          <a:ln w="12700">
            <a:solidFill>
              <a:srgbClr val="DDE3EB"/>
            </a:solidFill>
            <a:prstDash val="solid"/>
          </a:ln>
        </p:spPr>
      </p:sp>
      <p:sp>
        <p:nvSpPr>
          <p:cNvPr id="7" name="Text 5"/>
          <p:cNvSpPr txBox="1"/>
          <p:nvPr/>
        </p:nvSpPr>
        <p:spPr>
          <a:xfrm>
            <a:off x="6858000" y="1362456"/>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망분리 환경 AI 에이전트 활용 체계 · 저장소 기반 개발환경 · 내부망 실행 구조</a:t>
            </a:r>
            <a:endParaRPr lang="en-US" sz="1050" dirty="0"/>
          </a:p>
        </p:txBody>
      </p:sp>
      <p:sp>
        <p:nvSpPr>
          <p:cNvPr id="8" name="Shape 6"/>
          <p:cNvSpPr/>
          <p:nvPr/>
        </p:nvSpPr>
        <p:spPr>
          <a:xfrm>
            <a:off x="502920" y="2496312"/>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777240" y="2624328"/>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02</a:t>
            </a:r>
            <a:endParaRPr lang="en-US" sz="3800" dirty="0"/>
          </a:p>
        </p:txBody>
      </p:sp>
      <p:sp>
        <p:nvSpPr>
          <p:cNvPr id="10" name="Text 8"/>
          <p:cNvSpPr txBox="1"/>
          <p:nvPr/>
        </p:nvSpPr>
        <p:spPr>
          <a:xfrm>
            <a:off x="2057400" y="2624328"/>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00" dirty="0"/>
          </a:p>
        </p:txBody>
      </p:sp>
      <p:sp>
        <p:nvSpPr>
          <p:cNvPr id="11" name="Shape 9"/>
          <p:cNvSpPr/>
          <p:nvPr/>
        </p:nvSpPr>
        <p:spPr>
          <a:xfrm>
            <a:off x="6583680" y="2734056"/>
            <a:ext cx="18288" cy="603504"/>
          </a:xfrm>
          <a:prstGeom prst="rect">
            <a:avLst/>
          </a:prstGeom>
          <a:solidFill>
            <a:srgbClr val="DDE3EB"/>
          </a:solidFill>
          <a:ln w="12700">
            <a:solidFill>
              <a:srgbClr val="DDE3EB"/>
            </a:solidFill>
            <a:prstDash val="solid"/>
          </a:ln>
        </p:spPr>
      </p:sp>
      <p:sp>
        <p:nvSpPr>
          <p:cNvPr id="12" name="Text 10"/>
          <p:cNvSpPr txBox="1"/>
          <p:nvPr/>
        </p:nvSpPr>
        <p:spPr>
          <a:xfrm>
            <a:off x="6858000" y="2624328"/>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유동 경로 · 핀 통과별 분리 · 후보 설계변수 11개</a:t>
            </a:r>
            <a:endParaRPr lang="en-US" sz="1050" dirty="0"/>
          </a:p>
        </p:txBody>
      </p:sp>
      <p:sp>
        <p:nvSpPr>
          <p:cNvPr id="13" name="Shape 11"/>
          <p:cNvSpPr/>
          <p:nvPr/>
        </p:nvSpPr>
        <p:spPr>
          <a:xfrm>
            <a:off x="502920" y="3758184"/>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777240" y="3886200"/>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03</a:t>
            </a:r>
            <a:endParaRPr lang="en-US" sz="3800" dirty="0"/>
          </a:p>
        </p:txBody>
      </p:sp>
      <p:sp>
        <p:nvSpPr>
          <p:cNvPr id="15" name="Text 13"/>
          <p:cNvSpPr txBox="1"/>
          <p:nvPr/>
        </p:nvSpPr>
        <p:spPr>
          <a:xfrm>
            <a:off x="2057400" y="3886200"/>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실험계획법 기반 자동해석 및 데이터 확보</a:t>
            </a:r>
            <a:endParaRPr lang="en-US" sz="1500" dirty="0"/>
          </a:p>
        </p:txBody>
      </p:sp>
      <p:sp>
        <p:nvSpPr>
          <p:cNvPr id="16" name="Shape 14"/>
          <p:cNvSpPr/>
          <p:nvPr/>
        </p:nvSpPr>
        <p:spPr>
          <a:xfrm>
            <a:off x="6583680" y="3995928"/>
            <a:ext cx="18288" cy="603504"/>
          </a:xfrm>
          <a:prstGeom prst="rect">
            <a:avLst/>
          </a:prstGeom>
          <a:solidFill>
            <a:srgbClr val="DDE3EB"/>
          </a:solidFill>
          <a:ln w="12700">
            <a:solidFill>
              <a:srgbClr val="DDE3EB"/>
            </a:solidFill>
            <a:prstDash val="solid"/>
          </a:ln>
        </p:spPr>
      </p:sp>
      <p:sp>
        <p:nvSpPr>
          <p:cNvPr id="17" name="Text 15"/>
          <p:cNvSpPr txBox="1"/>
          <p:nvPr/>
        </p:nvSpPr>
        <p:spPr>
          <a:xfrm>
            <a:off x="6858000" y="3886200"/>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자동해석 코드 · SolidWorks · Icepak 자동화 · 선별 실험(DSD) · 실험계획(OLHD)</a:t>
            </a:r>
            <a:endParaRPr lang="en-US" sz="1050" dirty="0"/>
          </a:p>
        </p:txBody>
      </p:sp>
      <p:sp>
        <p:nvSpPr>
          <p:cNvPr id="18" name="Shape 16"/>
          <p:cNvSpPr/>
          <p:nvPr/>
        </p:nvSpPr>
        <p:spPr>
          <a:xfrm>
            <a:off x="502920" y="5020056"/>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7"/>
          <p:cNvSpPr txBox="1"/>
          <p:nvPr/>
        </p:nvSpPr>
        <p:spPr>
          <a:xfrm>
            <a:off x="777240" y="5148072"/>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04</a:t>
            </a:r>
            <a:endParaRPr lang="en-US" sz="3800" dirty="0"/>
          </a:p>
        </p:txBody>
      </p:sp>
      <p:sp>
        <p:nvSpPr>
          <p:cNvPr id="20" name="Text 18"/>
          <p:cNvSpPr txBox="1"/>
          <p:nvPr/>
        </p:nvSpPr>
        <p:spPr>
          <a:xfrm>
            <a:off x="2057400" y="5148072"/>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머신러닝 대리모델 구축</a:t>
            </a:r>
            <a:endParaRPr lang="en-US" sz="1500" dirty="0"/>
          </a:p>
        </p:txBody>
      </p:sp>
      <p:sp>
        <p:nvSpPr>
          <p:cNvPr id="21" name="Shape 19"/>
          <p:cNvSpPr/>
          <p:nvPr/>
        </p:nvSpPr>
        <p:spPr>
          <a:xfrm>
            <a:off x="6583680" y="5257800"/>
            <a:ext cx="18288" cy="603504"/>
          </a:xfrm>
          <a:prstGeom prst="rect">
            <a:avLst/>
          </a:prstGeom>
          <a:solidFill>
            <a:srgbClr val="DDE3EB"/>
          </a:solidFill>
          <a:ln w="12700">
            <a:solidFill>
              <a:srgbClr val="DDE3EB"/>
            </a:solidFill>
            <a:prstDash val="solid"/>
          </a:ln>
        </p:spPr>
      </p:sp>
      <p:sp>
        <p:nvSpPr>
          <p:cNvPr id="22" name="Text 20"/>
          <p:cNvSpPr txBox="1"/>
          <p:nvPr/>
        </p:nvSpPr>
        <p:spPr>
          <a:xfrm>
            <a:off x="6858000" y="5148072"/>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GPR · 예측값/실측값 교차검증 · Sobol 민감도 및 교호작용 · 한계 및 차월 계획</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설계최적화 흐름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3922776" y="2359152"/>
            <a:ext cx="0" cy="310896"/>
          </a:xfrm>
          <a:prstGeom prst="line">
            <a:avLst/>
          </a:prstGeom>
          <a:noFill/>
          <a:ln w="12700">
            <a:solidFill>
              <a:srgbClr val="9FB0C6"/>
            </a:solidFill>
            <a:prstDash val="solid"/>
            <a:tailEnd type="triangle"/>
          </a:ln>
        </p:spPr>
      </p:sp>
      <p:sp>
        <p:nvSpPr>
          <p:cNvPr id="21" name="Shape 19"/>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2" name="Shape 20"/>
          <p:cNvSpPr/>
          <p:nvPr/>
        </p:nvSpPr>
        <p:spPr>
          <a:xfrm>
            <a:off x="3095244" y="2779776"/>
            <a:ext cx="256032" cy="256032"/>
          </a:xfrm>
          <a:prstGeom prst="ellipse">
            <a:avLst/>
          </a:prstGeom>
          <a:solidFill>
            <a:srgbClr val="16305B"/>
          </a:solidFill>
          <a:ln w="12700">
            <a:solidFill>
              <a:srgbClr val="16305B"/>
            </a:solidFill>
            <a:prstDash val="solid"/>
          </a:ln>
        </p:spPr>
      </p:sp>
      <p:sp>
        <p:nvSpPr>
          <p:cNvPr id="23" name="Text 21"/>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4" name="Text 22"/>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5" name="Text 23"/>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6" name="Text 24"/>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7" name="Shape 25"/>
          <p:cNvSpPr/>
          <p:nvPr/>
        </p:nvSpPr>
        <p:spPr>
          <a:xfrm>
            <a:off x="6094476" y="2359152"/>
            <a:ext cx="0" cy="310896"/>
          </a:xfrm>
          <a:prstGeom prst="line">
            <a:avLst/>
          </a:prstGeom>
          <a:noFill/>
          <a:ln w="12700">
            <a:solidFill>
              <a:srgbClr val="9FB0C6"/>
            </a:solidFill>
            <a:prstDash val="solid"/>
            <a:tailEnd type="triangle"/>
          </a:ln>
        </p:spPr>
      </p:sp>
      <p:sp>
        <p:nvSpPr>
          <p:cNvPr id="28" name="Shape 26"/>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5266944" y="2779776"/>
            <a:ext cx="256032" cy="256032"/>
          </a:xfrm>
          <a:prstGeom prst="ellipse">
            <a:avLst/>
          </a:prstGeom>
          <a:solidFill>
            <a:srgbClr val="16305B"/>
          </a:solidFill>
          <a:ln w="12700">
            <a:solidFill>
              <a:srgbClr val="16305B"/>
            </a:solidFill>
            <a:prstDash val="solid"/>
          </a:ln>
        </p:spPr>
      </p:sp>
      <p:sp>
        <p:nvSpPr>
          <p:cNvPr id="30" name="Text 28"/>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1" name="Text 29"/>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2" name="Text 30"/>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3" name="Text 31"/>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4" name="Shape 32"/>
          <p:cNvSpPr/>
          <p:nvPr/>
        </p:nvSpPr>
        <p:spPr>
          <a:xfrm>
            <a:off x="8266176" y="2359152"/>
            <a:ext cx="0" cy="310896"/>
          </a:xfrm>
          <a:prstGeom prst="line">
            <a:avLst/>
          </a:prstGeom>
          <a:noFill/>
          <a:ln w="12700">
            <a:solidFill>
              <a:srgbClr val="9FB0C6"/>
            </a:solidFill>
            <a:prstDash val="solid"/>
            <a:tailEnd type="triangle"/>
          </a:ln>
        </p:spPr>
      </p:sp>
      <p:sp>
        <p:nvSpPr>
          <p:cNvPr id="35" name="Shape 33"/>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6" name="Shape 34"/>
          <p:cNvSpPr/>
          <p:nvPr/>
        </p:nvSpPr>
        <p:spPr>
          <a:xfrm>
            <a:off x="7438644" y="2779776"/>
            <a:ext cx="256032" cy="256032"/>
          </a:xfrm>
          <a:prstGeom prst="ellipse">
            <a:avLst/>
          </a:prstGeom>
          <a:solidFill>
            <a:srgbClr val="16305B"/>
          </a:solidFill>
          <a:ln w="12700">
            <a:solidFill>
              <a:srgbClr val="16305B"/>
            </a:solidFill>
            <a:prstDash val="solid"/>
          </a:ln>
        </p:spPr>
      </p:sp>
      <p:sp>
        <p:nvSpPr>
          <p:cNvPr id="37" name="Text 35"/>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8" name="Text 36"/>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39" name="Text 37"/>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0" name="Text 38"/>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1" name="Shape 39"/>
          <p:cNvSpPr/>
          <p:nvPr/>
        </p:nvSpPr>
        <p:spPr>
          <a:xfrm>
            <a:off x="10437876" y="2359152"/>
            <a:ext cx="0" cy="310896"/>
          </a:xfrm>
          <a:prstGeom prst="line">
            <a:avLst/>
          </a:prstGeom>
          <a:noFill/>
          <a:ln w="12700">
            <a:solidFill>
              <a:srgbClr val="9FB0C6"/>
            </a:solidFill>
            <a:prstDash val="solid"/>
            <a:tailEnd type="triangle"/>
          </a:ln>
        </p:spPr>
      </p:sp>
      <p:sp>
        <p:nvSpPr>
          <p:cNvPr id="42" name="Shape 40"/>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3" name="Shape 41"/>
          <p:cNvSpPr/>
          <p:nvPr/>
        </p:nvSpPr>
        <p:spPr>
          <a:xfrm>
            <a:off x="9610344" y="2779776"/>
            <a:ext cx="256032" cy="256032"/>
          </a:xfrm>
          <a:prstGeom prst="ellipse">
            <a:avLst/>
          </a:prstGeom>
          <a:solidFill>
            <a:srgbClr val="00A3C4"/>
          </a:solidFill>
          <a:ln w="12700">
            <a:solidFill>
              <a:srgbClr val="00A3C4"/>
            </a:solidFill>
            <a:prstDash val="solid"/>
          </a:ln>
        </p:spPr>
      </p:sp>
      <p:sp>
        <p:nvSpPr>
          <p:cNvPr id="44" name="Text 42"/>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5" name="Text 43"/>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6" name="Text 44"/>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7" name="Text 45"/>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48" name="Shape 46"/>
          <p:cNvSpPr/>
          <p:nvPr/>
        </p:nvSpPr>
        <p:spPr>
          <a:xfrm>
            <a:off x="2724912" y="3392424"/>
            <a:ext cx="224028" cy="0"/>
          </a:xfrm>
          <a:prstGeom prst="line">
            <a:avLst/>
          </a:prstGeom>
          <a:noFill/>
          <a:ln w="19050">
            <a:solidFill>
              <a:srgbClr val="00A3C4"/>
            </a:solidFill>
            <a:prstDash val="solid"/>
            <a:tailEnd type="triangle"/>
          </a:ln>
        </p:spPr>
      </p:sp>
      <p:sp>
        <p:nvSpPr>
          <p:cNvPr id="49" name="Text 47"/>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0" name="Shape 48"/>
          <p:cNvSpPr/>
          <p:nvPr/>
        </p:nvSpPr>
        <p:spPr>
          <a:xfrm>
            <a:off x="4896612" y="3392424"/>
            <a:ext cx="224028" cy="0"/>
          </a:xfrm>
          <a:prstGeom prst="line">
            <a:avLst/>
          </a:prstGeom>
          <a:noFill/>
          <a:ln w="19050">
            <a:solidFill>
              <a:srgbClr val="00A3C4"/>
            </a:solidFill>
            <a:prstDash val="solid"/>
            <a:tailEnd type="triangle"/>
          </a:ln>
        </p:spPr>
      </p:sp>
      <p:sp>
        <p:nvSpPr>
          <p:cNvPr id="51" name="Text 49"/>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2" name="Shape 50"/>
          <p:cNvSpPr/>
          <p:nvPr/>
        </p:nvSpPr>
        <p:spPr>
          <a:xfrm>
            <a:off x="7068312" y="3392424"/>
            <a:ext cx="224028" cy="0"/>
          </a:xfrm>
          <a:prstGeom prst="line">
            <a:avLst/>
          </a:prstGeom>
          <a:noFill/>
          <a:ln w="19050">
            <a:solidFill>
              <a:srgbClr val="00A3C4"/>
            </a:solidFill>
            <a:prstDash val="solid"/>
            <a:tailEnd type="triangle"/>
          </a:ln>
        </p:spPr>
      </p:sp>
      <p:sp>
        <p:nvSpPr>
          <p:cNvPr id="53" name="Text 51"/>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4" name="Shape 52"/>
          <p:cNvSpPr/>
          <p:nvPr/>
        </p:nvSpPr>
        <p:spPr>
          <a:xfrm>
            <a:off x="9240012" y="3392424"/>
            <a:ext cx="224028" cy="0"/>
          </a:xfrm>
          <a:prstGeom prst="line">
            <a:avLst/>
          </a:prstGeom>
          <a:noFill/>
          <a:ln w="19050">
            <a:solidFill>
              <a:srgbClr val="00A3C4"/>
            </a:solidFill>
            <a:prstDash val="solid"/>
            <a:tailEnd type="triangle"/>
          </a:ln>
        </p:spPr>
      </p:sp>
      <p:sp>
        <p:nvSpPr>
          <p:cNvPr id="55" name="Text 53"/>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56" name="Shape 54"/>
          <p:cNvSpPr/>
          <p:nvPr/>
        </p:nvSpPr>
        <p:spPr>
          <a:xfrm>
            <a:off x="1751076" y="3968496"/>
            <a:ext cx="0" cy="256032"/>
          </a:xfrm>
          <a:prstGeom prst="line">
            <a:avLst/>
          </a:prstGeom>
          <a:noFill/>
          <a:ln w="12700">
            <a:solidFill>
              <a:srgbClr val="C3CDDA"/>
            </a:solidFill>
            <a:prstDash val="dash"/>
            <a:tailEnd type="triangle"/>
          </a:ln>
        </p:spPr>
      </p:sp>
      <p:sp>
        <p:nvSpPr>
          <p:cNvPr id="57" name="Shape 55"/>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58" name="Text 56"/>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59" name="Shape 57"/>
          <p:cNvSpPr/>
          <p:nvPr/>
        </p:nvSpPr>
        <p:spPr>
          <a:xfrm>
            <a:off x="3922776" y="3968496"/>
            <a:ext cx="0" cy="256032"/>
          </a:xfrm>
          <a:prstGeom prst="line">
            <a:avLst/>
          </a:prstGeom>
          <a:noFill/>
          <a:ln w="12700">
            <a:solidFill>
              <a:srgbClr val="16305B"/>
            </a:solidFill>
            <a:prstDash val="solid"/>
            <a:headEnd type="triangle"/>
            <a:tailEnd type="triangle"/>
          </a:ln>
        </p:spPr>
      </p:sp>
      <p:sp>
        <p:nvSpPr>
          <p:cNvPr id="60" name="Text 58"/>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1" name="Shape 59"/>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2" name="Text 60"/>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3" name="Shape 61"/>
          <p:cNvSpPr/>
          <p:nvPr/>
        </p:nvSpPr>
        <p:spPr>
          <a:xfrm>
            <a:off x="60944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5" name="Shape 63"/>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67" name="Shape 65"/>
          <p:cNvSpPr/>
          <p:nvPr/>
        </p:nvSpPr>
        <p:spPr>
          <a:xfrm>
            <a:off x="8266176" y="3968496"/>
            <a:ext cx="0" cy="256032"/>
          </a:xfrm>
          <a:prstGeom prst="line">
            <a:avLst/>
          </a:prstGeom>
          <a:noFill/>
          <a:ln w="12700">
            <a:solidFill>
              <a:srgbClr val="C3CDDA"/>
            </a:solidFill>
            <a:prstDash val="dash"/>
            <a:tailEnd type="triangle"/>
          </a:ln>
        </p:spPr>
      </p:sp>
      <p:sp>
        <p:nvSpPr>
          <p:cNvPr id="68" name="Shape 66"/>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69" name="Text 67"/>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0" name="Shape 68"/>
          <p:cNvSpPr/>
          <p:nvPr/>
        </p:nvSpPr>
        <p:spPr>
          <a:xfrm>
            <a:off x="10437876" y="3968496"/>
            <a:ext cx="0" cy="256032"/>
          </a:xfrm>
          <a:prstGeom prst="line">
            <a:avLst/>
          </a:prstGeom>
          <a:noFill/>
          <a:ln w="12700">
            <a:solidFill>
              <a:srgbClr val="C3CDDA"/>
            </a:solidFill>
            <a:prstDash val="dash"/>
            <a:tailEnd type="triangle"/>
          </a:ln>
        </p:spPr>
      </p:sp>
      <p:sp>
        <p:nvSpPr>
          <p:cNvPr id="71" name="Shape 69"/>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2" name="Text 70"/>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3" name="Shape 71"/>
          <p:cNvSpPr/>
          <p:nvPr/>
        </p:nvSpPr>
        <p:spPr>
          <a:xfrm>
            <a:off x="813816" y="4818888"/>
            <a:ext cx="10561320" cy="0"/>
          </a:xfrm>
          <a:prstGeom prst="line">
            <a:avLst/>
          </a:prstGeom>
          <a:noFill/>
          <a:ln w="9525">
            <a:solidFill>
              <a:srgbClr val="DDE3EB"/>
            </a:solidFill>
            <a:prstDash val="solid"/>
          </a:ln>
        </p:spPr>
      </p:sp>
      <p:sp>
        <p:nvSpPr>
          <p:cNvPr id="74" name="Text 72"/>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5" name="Shape 7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6" name="Shape 74"/>
          <p:cNvSpPr/>
          <p:nvPr/>
        </p:nvSpPr>
        <p:spPr>
          <a:xfrm>
            <a:off x="832104" y="5724144"/>
            <a:ext cx="64008" cy="164592"/>
          </a:xfrm>
          <a:prstGeom prst="rect">
            <a:avLst/>
          </a:prstGeom>
          <a:solidFill>
            <a:srgbClr val="00A3C4"/>
          </a:solidFill>
          <a:ln w="12700">
            <a:solidFill>
              <a:srgbClr val="00A3C4"/>
            </a:solidFill>
            <a:prstDash val="solid"/>
          </a:ln>
        </p:spPr>
      </p:sp>
      <p:sp>
        <p:nvSpPr>
          <p:cNvPr id="77" name="Text 7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78" name="Text 7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79" name="Shape 77"/>
          <p:cNvSpPr/>
          <p:nvPr/>
        </p:nvSpPr>
        <p:spPr>
          <a:xfrm>
            <a:off x="4489704" y="5724144"/>
            <a:ext cx="64008" cy="164592"/>
          </a:xfrm>
          <a:prstGeom prst="rect">
            <a:avLst/>
          </a:prstGeom>
          <a:solidFill>
            <a:srgbClr val="00A3C4"/>
          </a:solidFill>
          <a:ln w="12700">
            <a:solidFill>
              <a:srgbClr val="00A3C4"/>
            </a:solidFill>
            <a:prstDash val="solid"/>
          </a:ln>
        </p:spPr>
      </p:sp>
      <p:sp>
        <p:nvSpPr>
          <p:cNvPr id="80" name="Text 7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1" name="Text 7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2" name="Shape 80"/>
          <p:cNvSpPr/>
          <p:nvPr/>
        </p:nvSpPr>
        <p:spPr>
          <a:xfrm>
            <a:off x="8147304" y="5724144"/>
            <a:ext cx="64008" cy="164592"/>
          </a:xfrm>
          <a:prstGeom prst="rect">
            <a:avLst/>
          </a:prstGeom>
          <a:solidFill>
            <a:srgbClr val="00A3C4"/>
          </a:solidFill>
          <a:ln w="12700">
            <a:solidFill>
              <a:srgbClr val="00A3C4"/>
            </a:solidFill>
            <a:prstDash val="solid"/>
          </a:ln>
        </p:spPr>
      </p:sp>
      <p:sp>
        <p:nvSpPr>
          <p:cNvPr id="83" name="Text 8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모듈 분리 구조</a:t>
            </a:r>
            <a:endParaRPr lang="en-US" sz="1050" dirty="0"/>
          </a:p>
        </p:txBody>
      </p:sp>
      <p:sp>
        <p:nvSpPr>
          <p:cNvPr id="84" name="Text 8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 학습 모듈을 독립적으로 교체</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 어떻게</a:t>
            </a:r>
            <a:endParaRPr lang="en-US" sz="1300" dirty="0"/>
          </a:p>
        </p:txBody>
      </p:sp>
      <p:sp>
        <p:nvSpPr>
          <p:cNvPr id="9" name="Shape 7"/>
          <p:cNvSpPr/>
          <p:nvPr/>
        </p:nvSpPr>
        <p:spPr>
          <a:xfrm>
            <a:off x="813816" y="1801368"/>
            <a:ext cx="685800" cy="274320"/>
          </a:xfrm>
          <a:prstGeom prst="roundRect">
            <a:avLst>
              <a:gd name="adj" fmla="val 23333"/>
            </a:avLst>
          </a:prstGeom>
          <a:solidFill>
            <a:srgbClr val="16305B"/>
          </a:solidFill>
          <a:ln w="9525">
            <a:solidFill>
              <a:srgbClr val="16305B"/>
            </a:solidFill>
            <a:prstDash val="solid"/>
          </a:ln>
        </p:spPr>
      </p:sp>
      <p:sp>
        <p:nvSpPr>
          <p:cNvPr id="10" name="Text 8"/>
          <p:cNvSpPr txBox="1"/>
          <p:nvPr/>
        </p:nvSpPr>
        <p:spPr>
          <a:xfrm>
            <a:off x="813816" y="180136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왜</a:t>
            </a:r>
            <a:endParaRPr lang="en-US" sz="900" dirty="0"/>
          </a:p>
        </p:txBody>
      </p:sp>
      <p:sp>
        <p:nvSpPr>
          <p:cNvPr id="11" name="Text 9"/>
          <p:cNvSpPr txBox="1"/>
          <p:nvPr/>
        </p:nvSpPr>
        <p:spPr>
          <a:xfrm>
            <a:off x="1618488" y="177393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11개 모두 학습하면 해석 수 급증 → 영향 없는 변수를 먼저 고정</a:t>
            </a:r>
            <a:endParaRPr lang="en-US" sz="900" dirty="0"/>
          </a:p>
        </p:txBody>
      </p:sp>
      <p:sp>
        <p:nvSpPr>
          <p:cNvPr id="12" name="Shape 10"/>
          <p:cNvSpPr/>
          <p:nvPr/>
        </p:nvSpPr>
        <p:spPr>
          <a:xfrm>
            <a:off x="813816" y="2167128"/>
            <a:ext cx="685800" cy="274320"/>
          </a:xfrm>
          <a:prstGeom prst="roundRect">
            <a:avLst>
              <a:gd name="adj" fmla="val 23333"/>
            </a:avLst>
          </a:prstGeom>
          <a:solidFill>
            <a:srgbClr val="00A3C4"/>
          </a:solidFill>
          <a:ln w="9525">
            <a:solidFill>
              <a:srgbClr val="00A3C4"/>
            </a:solidFill>
            <a:prstDash val="solid"/>
          </a:ln>
        </p:spPr>
      </p:sp>
      <p:sp>
        <p:nvSpPr>
          <p:cNvPr id="13" name="Text 11"/>
          <p:cNvSpPr txBox="1"/>
          <p:nvPr/>
        </p:nvSpPr>
        <p:spPr>
          <a:xfrm>
            <a:off x="813816" y="216712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어떻게</a:t>
            </a:r>
            <a:endParaRPr lang="en-US" sz="900" dirty="0"/>
          </a:p>
        </p:txBody>
      </p:sp>
      <p:sp>
        <p:nvSpPr>
          <p:cNvPr id="14" name="Text 12"/>
          <p:cNvSpPr txBox="1"/>
          <p:nvPr/>
        </p:nvSpPr>
        <p:spPr>
          <a:xfrm>
            <a:off x="1618488" y="213969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DSD (Jones &amp; Nachtsheim, 2011) — 3수준 표준 선별 실험표, 29회 해석</a:t>
            </a:r>
            <a:endParaRPr lang="en-US" sz="900" dirty="0"/>
          </a:p>
        </p:txBody>
      </p:sp>
      <p:sp>
        <p:nvSpPr>
          <p:cNvPr id="15" name="Text 13"/>
          <p:cNvSpPr txBox="1"/>
          <p:nvPr/>
        </p:nvSpPr>
        <p:spPr>
          <a:xfrm>
            <a:off x="1965960" y="2560320"/>
            <a:ext cx="2715768" cy="201168"/>
          </a:xfrm>
          <a:prstGeom prst="rect">
            <a:avLst/>
          </a:prstGeom>
          <a:noFill/>
          <a:ln/>
        </p:spPr>
        <p:txBody>
          <a:bodyPr wrap="square" lIns="0" tIns="0" rIns="0" bIns="0" rtlCol="0" anchor="ctr"/>
          <a:lstStyle/>
          <a:p>
            <a:pPr algn="ctr" indent="0" marL="0">
              <a:buNone/>
            </a:pPr>
            <a:r>
              <a:rPr lang="en-US" sz="850" b="1" dirty="0">
                <a:solidFill>
                  <a:srgbClr val="16305B"/>
                </a:solidFill>
                <a:latin typeface="Malgun Gothic" pitchFamily="34" charset="0"/>
                <a:ea typeface="Malgun Gothic" pitchFamily="34" charset="-122"/>
                <a:cs typeface="Malgun Gothic" pitchFamily="34" charset="-120"/>
              </a:rPr>
              <a:t>실제 변수 11개</a:t>
            </a:r>
            <a:endParaRPr lang="en-US" sz="850" dirty="0"/>
          </a:p>
        </p:txBody>
      </p:sp>
      <p:sp>
        <p:nvSpPr>
          <p:cNvPr id="16" name="Text 14"/>
          <p:cNvSpPr txBox="1"/>
          <p:nvPr/>
        </p:nvSpPr>
        <p:spPr>
          <a:xfrm>
            <a:off x="4681728" y="2560320"/>
            <a:ext cx="1014984" cy="201168"/>
          </a:xfrm>
          <a:prstGeom prst="rect">
            <a:avLst/>
          </a:prstGeom>
          <a:noFill/>
          <a:ln/>
        </p:spPr>
        <p:txBody>
          <a:bodyPr wrap="square" lIns="0" tIns="0" rIns="0" bIns="0" rtlCol="0" anchor="ctr"/>
          <a:lstStyle/>
          <a:p>
            <a:pPr algn="ctr" indent="0" marL="0">
              <a:buNone/>
            </a:pPr>
            <a:r>
              <a:rPr lang="en-US" sz="850" b="1" dirty="0">
                <a:solidFill>
                  <a:srgbClr val="0088A6"/>
                </a:solidFill>
                <a:latin typeface="Malgun Gothic" pitchFamily="34" charset="0"/>
                <a:ea typeface="Malgun Gothic" pitchFamily="34" charset="-122"/>
                <a:cs typeface="Malgun Gothic" pitchFamily="34" charset="-120"/>
              </a:rPr>
              <a:t>가짜 인자 3개</a:t>
            </a:r>
            <a:endParaRPr lang="en-US" sz="850" dirty="0"/>
          </a:p>
        </p:txBody>
      </p:sp>
      <p:sp>
        <p:nvSpPr>
          <p:cNvPr id="17" name="Shape 15"/>
          <p:cNvSpPr/>
          <p:nvPr/>
        </p:nvSpPr>
        <p:spPr>
          <a:xfrm>
            <a:off x="1965960" y="2798064"/>
            <a:ext cx="2688336" cy="0"/>
          </a:xfrm>
          <a:prstGeom prst="line">
            <a:avLst/>
          </a:prstGeom>
          <a:noFill/>
          <a:ln w="12700">
            <a:solidFill>
              <a:srgbClr val="16305B"/>
            </a:solidFill>
            <a:prstDash val="solid"/>
          </a:ln>
        </p:spPr>
      </p:sp>
      <p:sp>
        <p:nvSpPr>
          <p:cNvPr id="18" name="Shape 16"/>
          <p:cNvSpPr/>
          <p:nvPr/>
        </p:nvSpPr>
        <p:spPr>
          <a:xfrm>
            <a:off x="4709160" y="2798064"/>
            <a:ext cx="713232" cy="0"/>
          </a:xfrm>
          <a:prstGeom prst="line">
            <a:avLst/>
          </a:prstGeom>
          <a:noFill/>
          <a:ln w="12700">
            <a:solidFill>
              <a:srgbClr val="00A3C4"/>
            </a:solidFill>
            <a:prstDash val="solid"/>
          </a:ln>
        </p:spPr>
      </p:sp>
      <p:sp>
        <p:nvSpPr>
          <p:cNvPr id="19" name="Shape 17"/>
          <p:cNvSpPr/>
          <p:nvPr/>
        </p:nvSpPr>
        <p:spPr>
          <a:xfrm>
            <a:off x="1965960" y="2944368"/>
            <a:ext cx="224028" cy="51206"/>
          </a:xfrm>
          <a:prstGeom prst="rect">
            <a:avLst/>
          </a:prstGeom>
          <a:solidFill>
            <a:srgbClr val="8FB0D4"/>
          </a:solidFill>
          <a:ln w="12700">
            <a:solidFill>
              <a:srgbClr val="8FB0D4"/>
            </a:solidFill>
            <a:prstDash val="solid"/>
          </a:ln>
        </p:spPr>
      </p:sp>
      <p:sp>
        <p:nvSpPr>
          <p:cNvPr id="20" name="Shape 18"/>
          <p:cNvSpPr/>
          <p:nvPr/>
        </p:nvSpPr>
        <p:spPr>
          <a:xfrm>
            <a:off x="2212848" y="2944368"/>
            <a:ext cx="224028" cy="51206"/>
          </a:xfrm>
          <a:prstGeom prst="rect">
            <a:avLst/>
          </a:prstGeom>
          <a:solidFill>
            <a:srgbClr val="16305B"/>
          </a:solidFill>
          <a:ln w="12700">
            <a:solidFill>
              <a:srgbClr val="16305B"/>
            </a:solidFill>
            <a:prstDash val="solid"/>
          </a:ln>
        </p:spPr>
      </p:sp>
      <p:sp>
        <p:nvSpPr>
          <p:cNvPr id="21" name="Shape 19"/>
          <p:cNvSpPr/>
          <p:nvPr/>
        </p:nvSpPr>
        <p:spPr>
          <a:xfrm>
            <a:off x="2459736" y="2944368"/>
            <a:ext cx="224028" cy="51206"/>
          </a:xfrm>
          <a:prstGeom prst="rect">
            <a:avLst/>
          </a:prstGeom>
          <a:solidFill>
            <a:srgbClr val="16305B"/>
          </a:solidFill>
          <a:ln w="12700">
            <a:solidFill>
              <a:srgbClr val="16305B"/>
            </a:solidFill>
            <a:prstDash val="solid"/>
          </a:ln>
        </p:spPr>
      </p:sp>
      <p:sp>
        <p:nvSpPr>
          <p:cNvPr id="22" name="Shape 20"/>
          <p:cNvSpPr/>
          <p:nvPr/>
        </p:nvSpPr>
        <p:spPr>
          <a:xfrm>
            <a:off x="2706624" y="2944368"/>
            <a:ext cx="224028" cy="51206"/>
          </a:xfrm>
          <a:prstGeom prst="rect">
            <a:avLst/>
          </a:prstGeom>
          <a:solidFill>
            <a:srgbClr val="16305B"/>
          </a:solidFill>
          <a:ln w="12700">
            <a:solidFill>
              <a:srgbClr val="16305B"/>
            </a:solidFill>
            <a:prstDash val="solid"/>
          </a:ln>
        </p:spPr>
      </p:sp>
      <p:sp>
        <p:nvSpPr>
          <p:cNvPr id="23" name="Shape 21"/>
          <p:cNvSpPr/>
          <p:nvPr/>
        </p:nvSpPr>
        <p:spPr>
          <a:xfrm>
            <a:off x="2953512" y="2944368"/>
            <a:ext cx="224028" cy="51206"/>
          </a:xfrm>
          <a:prstGeom prst="rect">
            <a:avLst/>
          </a:prstGeom>
          <a:solidFill>
            <a:srgbClr val="16305B"/>
          </a:solidFill>
          <a:ln w="12700">
            <a:solidFill>
              <a:srgbClr val="16305B"/>
            </a:solidFill>
            <a:prstDash val="solid"/>
          </a:ln>
        </p:spPr>
      </p:sp>
      <p:sp>
        <p:nvSpPr>
          <p:cNvPr id="24" name="Shape 22"/>
          <p:cNvSpPr/>
          <p:nvPr/>
        </p:nvSpPr>
        <p:spPr>
          <a:xfrm>
            <a:off x="3200400" y="2944368"/>
            <a:ext cx="224028" cy="51206"/>
          </a:xfrm>
          <a:prstGeom prst="rect">
            <a:avLst/>
          </a:prstGeom>
          <a:solidFill>
            <a:srgbClr val="16305B"/>
          </a:solidFill>
          <a:ln w="12700">
            <a:solidFill>
              <a:srgbClr val="16305B"/>
            </a:solidFill>
            <a:prstDash val="solid"/>
          </a:ln>
        </p:spPr>
      </p:sp>
      <p:sp>
        <p:nvSpPr>
          <p:cNvPr id="25" name="Shape 23"/>
          <p:cNvSpPr/>
          <p:nvPr/>
        </p:nvSpPr>
        <p:spPr>
          <a:xfrm>
            <a:off x="3447288" y="2944368"/>
            <a:ext cx="224028" cy="51206"/>
          </a:xfrm>
          <a:prstGeom prst="rect">
            <a:avLst/>
          </a:prstGeom>
          <a:solidFill>
            <a:srgbClr val="16305B"/>
          </a:solidFill>
          <a:ln w="12700">
            <a:solidFill>
              <a:srgbClr val="16305B"/>
            </a:solidFill>
            <a:prstDash val="solid"/>
          </a:ln>
        </p:spPr>
      </p:sp>
      <p:sp>
        <p:nvSpPr>
          <p:cNvPr id="26" name="Shape 24"/>
          <p:cNvSpPr/>
          <p:nvPr/>
        </p:nvSpPr>
        <p:spPr>
          <a:xfrm>
            <a:off x="3694176" y="2944368"/>
            <a:ext cx="224028" cy="51206"/>
          </a:xfrm>
          <a:prstGeom prst="rect">
            <a:avLst/>
          </a:prstGeom>
          <a:solidFill>
            <a:srgbClr val="16305B"/>
          </a:solidFill>
          <a:ln w="12700">
            <a:solidFill>
              <a:srgbClr val="16305B"/>
            </a:solidFill>
            <a:prstDash val="solid"/>
          </a:ln>
        </p:spPr>
      </p:sp>
      <p:sp>
        <p:nvSpPr>
          <p:cNvPr id="27" name="Shape 25"/>
          <p:cNvSpPr/>
          <p:nvPr/>
        </p:nvSpPr>
        <p:spPr>
          <a:xfrm>
            <a:off x="3941064" y="2944368"/>
            <a:ext cx="224028" cy="51206"/>
          </a:xfrm>
          <a:prstGeom prst="rect">
            <a:avLst/>
          </a:prstGeom>
          <a:solidFill>
            <a:srgbClr val="16305B"/>
          </a:solidFill>
          <a:ln w="12700">
            <a:solidFill>
              <a:srgbClr val="16305B"/>
            </a:solidFill>
            <a:prstDash val="solid"/>
          </a:ln>
        </p:spPr>
      </p:sp>
      <p:sp>
        <p:nvSpPr>
          <p:cNvPr id="28" name="Shape 26"/>
          <p:cNvSpPr/>
          <p:nvPr/>
        </p:nvSpPr>
        <p:spPr>
          <a:xfrm>
            <a:off x="4187952" y="2944368"/>
            <a:ext cx="224028" cy="51206"/>
          </a:xfrm>
          <a:prstGeom prst="rect">
            <a:avLst/>
          </a:prstGeom>
          <a:solidFill>
            <a:srgbClr val="16305B"/>
          </a:solidFill>
          <a:ln w="12700">
            <a:solidFill>
              <a:srgbClr val="16305B"/>
            </a:solidFill>
            <a:prstDash val="solid"/>
          </a:ln>
        </p:spPr>
      </p:sp>
      <p:sp>
        <p:nvSpPr>
          <p:cNvPr id="29" name="Shape 27"/>
          <p:cNvSpPr/>
          <p:nvPr/>
        </p:nvSpPr>
        <p:spPr>
          <a:xfrm>
            <a:off x="4434840" y="2944368"/>
            <a:ext cx="224028" cy="51206"/>
          </a:xfrm>
          <a:prstGeom prst="rect">
            <a:avLst/>
          </a:prstGeom>
          <a:solidFill>
            <a:srgbClr val="16305B"/>
          </a:solidFill>
          <a:ln w="12700">
            <a:solidFill>
              <a:srgbClr val="16305B"/>
            </a:solidFill>
            <a:prstDash val="solid"/>
          </a:ln>
        </p:spPr>
      </p:sp>
      <p:sp>
        <p:nvSpPr>
          <p:cNvPr id="30" name="Shape 28"/>
          <p:cNvSpPr/>
          <p:nvPr/>
        </p:nvSpPr>
        <p:spPr>
          <a:xfrm>
            <a:off x="4681728" y="2944368"/>
            <a:ext cx="224028" cy="51206"/>
          </a:xfrm>
          <a:prstGeom prst="rect">
            <a:avLst/>
          </a:prstGeom>
          <a:solidFill>
            <a:srgbClr val="0090B0"/>
          </a:solidFill>
          <a:ln w="12700">
            <a:solidFill>
              <a:srgbClr val="0090B0"/>
            </a:solidFill>
            <a:prstDash val="solid"/>
          </a:ln>
        </p:spPr>
      </p:sp>
      <p:sp>
        <p:nvSpPr>
          <p:cNvPr id="31" name="Shape 29"/>
          <p:cNvSpPr/>
          <p:nvPr/>
        </p:nvSpPr>
        <p:spPr>
          <a:xfrm>
            <a:off x="4928616" y="2944368"/>
            <a:ext cx="224028" cy="51206"/>
          </a:xfrm>
          <a:prstGeom prst="rect">
            <a:avLst/>
          </a:prstGeom>
          <a:solidFill>
            <a:srgbClr val="0090B0"/>
          </a:solidFill>
          <a:ln w="12700">
            <a:solidFill>
              <a:srgbClr val="0090B0"/>
            </a:solidFill>
            <a:prstDash val="solid"/>
          </a:ln>
        </p:spPr>
      </p:sp>
      <p:sp>
        <p:nvSpPr>
          <p:cNvPr id="32" name="Shape 30"/>
          <p:cNvSpPr/>
          <p:nvPr/>
        </p:nvSpPr>
        <p:spPr>
          <a:xfrm>
            <a:off x="5175504" y="2944368"/>
            <a:ext cx="224028" cy="51206"/>
          </a:xfrm>
          <a:prstGeom prst="rect">
            <a:avLst/>
          </a:prstGeom>
          <a:solidFill>
            <a:srgbClr val="0090B0"/>
          </a:solidFill>
          <a:ln w="12700">
            <a:solidFill>
              <a:srgbClr val="0090B0"/>
            </a:solidFill>
            <a:prstDash val="solid"/>
          </a:ln>
        </p:spPr>
      </p:sp>
      <p:sp>
        <p:nvSpPr>
          <p:cNvPr id="33" name="Shape 31"/>
          <p:cNvSpPr/>
          <p:nvPr/>
        </p:nvSpPr>
        <p:spPr>
          <a:xfrm>
            <a:off x="1965960" y="3010205"/>
            <a:ext cx="224028" cy="51206"/>
          </a:xfrm>
          <a:prstGeom prst="rect">
            <a:avLst/>
          </a:prstGeom>
          <a:solidFill>
            <a:srgbClr val="16305B"/>
          </a:solidFill>
          <a:ln w="12700">
            <a:solidFill>
              <a:srgbClr val="16305B"/>
            </a:solidFill>
            <a:prstDash val="solid"/>
          </a:ln>
        </p:spPr>
      </p:sp>
      <p:sp>
        <p:nvSpPr>
          <p:cNvPr id="34" name="Shape 32"/>
          <p:cNvSpPr/>
          <p:nvPr/>
        </p:nvSpPr>
        <p:spPr>
          <a:xfrm>
            <a:off x="2212848" y="3010205"/>
            <a:ext cx="224028" cy="51206"/>
          </a:xfrm>
          <a:prstGeom prst="rect">
            <a:avLst/>
          </a:prstGeom>
          <a:solidFill>
            <a:srgbClr val="8FB0D4"/>
          </a:solidFill>
          <a:ln w="12700">
            <a:solidFill>
              <a:srgbClr val="8FB0D4"/>
            </a:solidFill>
            <a:prstDash val="solid"/>
          </a:ln>
        </p:spPr>
      </p:sp>
      <p:sp>
        <p:nvSpPr>
          <p:cNvPr id="35" name="Shape 33"/>
          <p:cNvSpPr/>
          <p:nvPr/>
        </p:nvSpPr>
        <p:spPr>
          <a:xfrm>
            <a:off x="2459736" y="3010205"/>
            <a:ext cx="224028" cy="51206"/>
          </a:xfrm>
          <a:prstGeom prst="rect">
            <a:avLst/>
          </a:prstGeom>
          <a:solidFill>
            <a:srgbClr val="16305B"/>
          </a:solidFill>
          <a:ln w="12700">
            <a:solidFill>
              <a:srgbClr val="16305B"/>
            </a:solidFill>
            <a:prstDash val="solid"/>
          </a:ln>
        </p:spPr>
      </p:sp>
      <p:sp>
        <p:nvSpPr>
          <p:cNvPr id="36" name="Shape 34"/>
          <p:cNvSpPr/>
          <p:nvPr/>
        </p:nvSpPr>
        <p:spPr>
          <a:xfrm>
            <a:off x="2706624" y="3010205"/>
            <a:ext cx="224028" cy="51206"/>
          </a:xfrm>
          <a:prstGeom prst="rect">
            <a:avLst/>
          </a:prstGeom>
          <a:solidFill>
            <a:srgbClr val="E4EBF3"/>
          </a:solidFill>
          <a:ln w="12700">
            <a:solidFill>
              <a:srgbClr val="E4EBF3"/>
            </a:solidFill>
            <a:prstDash val="solid"/>
          </a:ln>
        </p:spPr>
      </p:sp>
      <p:sp>
        <p:nvSpPr>
          <p:cNvPr id="37" name="Shape 35"/>
          <p:cNvSpPr/>
          <p:nvPr/>
        </p:nvSpPr>
        <p:spPr>
          <a:xfrm>
            <a:off x="2953512" y="3010205"/>
            <a:ext cx="224028" cy="51206"/>
          </a:xfrm>
          <a:prstGeom prst="rect">
            <a:avLst/>
          </a:prstGeom>
          <a:solidFill>
            <a:srgbClr val="16305B"/>
          </a:solidFill>
          <a:ln w="12700">
            <a:solidFill>
              <a:srgbClr val="16305B"/>
            </a:solidFill>
            <a:prstDash val="solid"/>
          </a:ln>
        </p:spPr>
      </p:sp>
      <p:sp>
        <p:nvSpPr>
          <p:cNvPr id="38" name="Shape 36"/>
          <p:cNvSpPr/>
          <p:nvPr/>
        </p:nvSpPr>
        <p:spPr>
          <a:xfrm>
            <a:off x="3200400" y="3010205"/>
            <a:ext cx="224028" cy="51206"/>
          </a:xfrm>
          <a:prstGeom prst="rect">
            <a:avLst/>
          </a:prstGeom>
          <a:solidFill>
            <a:srgbClr val="16305B"/>
          </a:solidFill>
          <a:ln w="12700">
            <a:solidFill>
              <a:srgbClr val="16305B"/>
            </a:solidFill>
            <a:prstDash val="solid"/>
          </a:ln>
        </p:spPr>
      </p:sp>
      <p:sp>
        <p:nvSpPr>
          <p:cNvPr id="39" name="Shape 37"/>
          <p:cNvSpPr/>
          <p:nvPr/>
        </p:nvSpPr>
        <p:spPr>
          <a:xfrm>
            <a:off x="3447288" y="3010205"/>
            <a:ext cx="224028" cy="51206"/>
          </a:xfrm>
          <a:prstGeom prst="rect">
            <a:avLst/>
          </a:prstGeom>
          <a:solidFill>
            <a:srgbClr val="E4EBF3"/>
          </a:solidFill>
          <a:ln w="12700">
            <a:solidFill>
              <a:srgbClr val="E4EBF3"/>
            </a:solidFill>
            <a:prstDash val="solid"/>
          </a:ln>
        </p:spPr>
      </p:sp>
      <p:sp>
        <p:nvSpPr>
          <p:cNvPr id="40" name="Shape 38"/>
          <p:cNvSpPr/>
          <p:nvPr/>
        </p:nvSpPr>
        <p:spPr>
          <a:xfrm>
            <a:off x="3694176" y="3010205"/>
            <a:ext cx="224028" cy="51206"/>
          </a:xfrm>
          <a:prstGeom prst="rect">
            <a:avLst/>
          </a:prstGeom>
          <a:solidFill>
            <a:srgbClr val="E4EBF3"/>
          </a:solidFill>
          <a:ln w="12700">
            <a:solidFill>
              <a:srgbClr val="E4EBF3"/>
            </a:solidFill>
            <a:prstDash val="solid"/>
          </a:ln>
        </p:spPr>
      </p:sp>
      <p:sp>
        <p:nvSpPr>
          <p:cNvPr id="41" name="Shape 39"/>
          <p:cNvSpPr/>
          <p:nvPr/>
        </p:nvSpPr>
        <p:spPr>
          <a:xfrm>
            <a:off x="3941064" y="3010205"/>
            <a:ext cx="224028" cy="51206"/>
          </a:xfrm>
          <a:prstGeom prst="rect">
            <a:avLst/>
          </a:prstGeom>
          <a:solidFill>
            <a:srgbClr val="E4EBF3"/>
          </a:solidFill>
          <a:ln w="12700">
            <a:solidFill>
              <a:srgbClr val="E4EBF3"/>
            </a:solidFill>
            <a:prstDash val="solid"/>
          </a:ln>
        </p:spPr>
      </p:sp>
      <p:sp>
        <p:nvSpPr>
          <p:cNvPr id="42" name="Shape 40"/>
          <p:cNvSpPr/>
          <p:nvPr/>
        </p:nvSpPr>
        <p:spPr>
          <a:xfrm>
            <a:off x="4187952" y="3010205"/>
            <a:ext cx="224028" cy="51206"/>
          </a:xfrm>
          <a:prstGeom prst="rect">
            <a:avLst/>
          </a:prstGeom>
          <a:solidFill>
            <a:srgbClr val="E4EBF3"/>
          </a:solidFill>
          <a:ln w="12700">
            <a:solidFill>
              <a:srgbClr val="E4EBF3"/>
            </a:solidFill>
            <a:prstDash val="solid"/>
          </a:ln>
        </p:spPr>
      </p:sp>
      <p:sp>
        <p:nvSpPr>
          <p:cNvPr id="43" name="Shape 41"/>
          <p:cNvSpPr/>
          <p:nvPr/>
        </p:nvSpPr>
        <p:spPr>
          <a:xfrm>
            <a:off x="4434840" y="3010205"/>
            <a:ext cx="224028" cy="51206"/>
          </a:xfrm>
          <a:prstGeom prst="rect">
            <a:avLst/>
          </a:prstGeom>
          <a:solidFill>
            <a:srgbClr val="16305B"/>
          </a:solidFill>
          <a:ln w="12700">
            <a:solidFill>
              <a:srgbClr val="16305B"/>
            </a:solidFill>
            <a:prstDash val="solid"/>
          </a:ln>
        </p:spPr>
      </p:sp>
      <p:sp>
        <p:nvSpPr>
          <p:cNvPr id="44" name="Shape 42"/>
          <p:cNvSpPr/>
          <p:nvPr/>
        </p:nvSpPr>
        <p:spPr>
          <a:xfrm>
            <a:off x="4681728" y="3010205"/>
            <a:ext cx="224028" cy="51206"/>
          </a:xfrm>
          <a:prstGeom prst="rect">
            <a:avLst/>
          </a:prstGeom>
          <a:solidFill>
            <a:srgbClr val="0090B0"/>
          </a:solidFill>
          <a:ln w="12700">
            <a:solidFill>
              <a:srgbClr val="0090B0"/>
            </a:solidFill>
            <a:prstDash val="solid"/>
          </a:ln>
        </p:spPr>
      </p:sp>
      <p:sp>
        <p:nvSpPr>
          <p:cNvPr id="45" name="Shape 43"/>
          <p:cNvSpPr/>
          <p:nvPr/>
        </p:nvSpPr>
        <p:spPr>
          <a:xfrm>
            <a:off x="4928616" y="3010205"/>
            <a:ext cx="224028" cy="51206"/>
          </a:xfrm>
          <a:prstGeom prst="rect">
            <a:avLst/>
          </a:prstGeom>
          <a:solidFill>
            <a:srgbClr val="E2F4F8"/>
          </a:solidFill>
          <a:ln w="12700">
            <a:solidFill>
              <a:srgbClr val="E2F4F8"/>
            </a:solidFill>
            <a:prstDash val="solid"/>
          </a:ln>
        </p:spPr>
      </p:sp>
      <p:sp>
        <p:nvSpPr>
          <p:cNvPr id="46" name="Shape 44"/>
          <p:cNvSpPr/>
          <p:nvPr/>
        </p:nvSpPr>
        <p:spPr>
          <a:xfrm>
            <a:off x="5175504" y="3010205"/>
            <a:ext cx="224028" cy="51206"/>
          </a:xfrm>
          <a:prstGeom prst="rect">
            <a:avLst/>
          </a:prstGeom>
          <a:solidFill>
            <a:srgbClr val="0090B0"/>
          </a:solidFill>
          <a:ln w="12700">
            <a:solidFill>
              <a:srgbClr val="0090B0"/>
            </a:solidFill>
            <a:prstDash val="solid"/>
          </a:ln>
        </p:spPr>
      </p:sp>
      <p:sp>
        <p:nvSpPr>
          <p:cNvPr id="47" name="Shape 45"/>
          <p:cNvSpPr/>
          <p:nvPr/>
        </p:nvSpPr>
        <p:spPr>
          <a:xfrm>
            <a:off x="1965960" y="3076042"/>
            <a:ext cx="224028" cy="51206"/>
          </a:xfrm>
          <a:prstGeom prst="rect">
            <a:avLst/>
          </a:prstGeom>
          <a:solidFill>
            <a:srgbClr val="16305B"/>
          </a:solidFill>
          <a:ln w="12700">
            <a:solidFill>
              <a:srgbClr val="16305B"/>
            </a:solidFill>
            <a:prstDash val="solid"/>
          </a:ln>
        </p:spPr>
      </p:sp>
      <p:sp>
        <p:nvSpPr>
          <p:cNvPr id="48" name="Shape 46"/>
          <p:cNvSpPr/>
          <p:nvPr/>
        </p:nvSpPr>
        <p:spPr>
          <a:xfrm>
            <a:off x="2212848" y="3076042"/>
            <a:ext cx="224028" cy="51206"/>
          </a:xfrm>
          <a:prstGeom prst="rect">
            <a:avLst/>
          </a:prstGeom>
          <a:solidFill>
            <a:srgbClr val="16305B"/>
          </a:solidFill>
          <a:ln w="12700">
            <a:solidFill>
              <a:srgbClr val="16305B"/>
            </a:solidFill>
            <a:prstDash val="solid"/>
          </a:ln>
        </p:spPr>
      </p:sp>
      <p:sp>
        <p:nvSpPr>
          <p:cNvPr id="49" name="Shape 47"/>
          <p:cNvSpPr/>
          <p:nvPr/>
        </p:nvSpPr>
        <p:spPr>
          <a:xfrm>
            <a:off x="2459736" y="3076042"/>
            <a:ext cx="224028" cy="51206"/>
          </a:xfrm>
          <a:prstGeom prst="rect">
            <a:avLst/>
          </a:prstGeom>
          <a:solidFill>
            <a:srgbClr val="8FB0D4"/>
          </a:solidFill>
          <a:ln w="12700">
            <a:solidFill>
              <a:srgbClr val="8FB0D4"/>
            </a:solidFill>
            <a:prstDash val="solid"/>
          </a:ln>
        </p:spPr>
      </p:sp>
      <p:sp>
        <p:nvSpPr>
          <p:cNvPr id="50" name="Shape 48"/>
          <p:cNvSpPr/>
          <p:nvPr/>
        </p:nvSpPr>
        <p:spPr>
          <a:xfrm>
            <a:off x="2706624" y="3076042"/>
            <a:ext cx="224028" cy="51206"/>
          </a:xfrm>
          <a:prstGeom prst="rect">
            <a:avLst/>
          </a:prstGeom>
          <a:solidFill>
            <a:srgbClr val="16305B"/>
          </a:solidFill>
          <a:ln w="12700">
            <a:solidFill>
              <a:srgbClr val="16305B"/>
            </a:solidFill>
            <a:prstDash val="solid"/>
          </a:ln>
        </p:spPr>
      </p:sp>
      <p:sp>
        <p:nvSpPr>
          <p:cNvPr id="51" name="Shape 49"/>
          <p:cNvSpPr/>
          <p:nvPr/>
        </p:nvSpPr>
        <p:spPr>
          <a:xfrm>
            <a:off x="2953512" y="3076042"/>
            <a:ext cx="224028" cy="51206"/>
          </a:xfrm>
          <a:prstGeom prst="rect">
            <a:avLst/>
          </a:prstGeom>
          <a:solidFill>
            <a:srgbClr val="E4EBF3"/>
          </a:solidFill>
          <a:ln w="12700">
            <a:solidFill>
              <a:srgbClr val="E4EBF3"/>
            </a:solidFill>
            <a:prstDash val="solid"/>
          </a:ln>
        </p:spPr>
      </p:sp>
      <p:sp>
        <p:nvSpPr>
          <p:cNvPr id="52" name="Shape 50"/>
          <p:cNvSpPr/>
          <p:nvPr/>
        </p:nvSpPr>
        <p:spPr>
          <a:xfrm>
            <a:off x="3200400" y="3076042"/>
            <a:ext cx="224028" cy="51206"/>
          </a:xfrm>
          <a:prstGeom prst="rect">
            <a:avLst/>
          </a:prstGeom>
          <a:solidFill>
            <a:srgbClr val="16305B"/>
          </a:solidFill>
          <a:ln w="12700">
            <a:solidFill>
              <a:srgbClr val="16305B"/>
            </a:solidFill>
            <a:prstDash val="solid"/>
          </a:ln>
        </p:spPr>
      </p:sp>
      <p:sp>
        <p:nvSpPr>
          <p:cNvPr id="53" name="Shape 51"/>
          <p:cNvSpPr/>
          <p:nvPr/>
        </p:nvSpPr>
        <p:spPr>
          <a:xfrm>
            <a:off x="3447288" y="3076042"/>
            <a:ext cx="224028" cy="51206"/>
          </a:xfrm>
          <a:prstGeom prst="rect">
            <a:avLst/>
          </a:prstGeom>
          <a:solidFill>
            <a:srgbClr val="16305B"/>
          </a:solidFill>
          <a:ln w="12700">
            <a:solidFill>
              <a:srgbClr val="16305B"/>
            </a:solidFill>
            <a:prstDash val="solid"/>
          </a:ln>
        </p:spPr>
      </p:sp>
      <p:sp>
        <p:nvSpPr>
          <p:cNvPr id="54" name="Shape 52"/>
          <p:cNvSpPr/>
          <p:nvPr/>
        </p:nvSpPr>
        <p:spPr>
          <a:xfrm>
            <a:off x="3694176" y="3076042"/>
            <a:ext cx="224028" cy="51206"/>
          </a:xfrm>
          <a:prstGeom prst="rect">
            <a:avLst/>
          </a:prstGeom>
          <a:solidFill>
            <a:srgbClr val="E4EBF3"/>
          </a:solidFill>
          <a:ln w="12700">
            <a:solidFill>
              <a:srgbClr val="E4EBF3"/>
            </a:solidFill>
            <a:prstDash val="solid"/>
          </a:ln>
        </p:spPr>
      </p:sp>
      <p:sp>
        <p:nvSpPr>
          <p:cNvPr id="55" name="Shape 53"/>
          <p:cNvSpPr/>
          <p:nvPr/>
        </p:nvSpPr>
        <p:spPr>
          <a:xfrm>
            <a:off x="3941064" y="3076042"/>
            <a:ext cx="224028" cy="51206"/>
          </a:xfrm>
          <a:prstGeom prst="rect">
            <a:avLst/>
          </a:prstGeom>
          <a:solidFill>
            <a:srgbClr val="E4EBF3"/>
          </a:solidFill>
          <a:ln w="12700">
            <a:solidFill>
              <a:srgbClr val="E4EBF3"/>
            </a:solidFill>
            <a:prstDash val="solid"/>
          </a:ln>
        </p:spPr>
      </p:sp>
      <p:sp>
        <p:nvSpPr>
          <p:cNvPr id="56" name="Shape 54"/>
          <p:cNvSpPr/>
          <p:nvPr/>
        </p:nvSpPr>
        <p:spPr>
          <a:xfrm>
            <a:off x="4187952" y="3076042"/>
            <a:ext cx="224028" cy="51206"/>
          </a:xfrm>
          <a:prstGeom prst="rect">
            <a:avLst/>
          </a:prstGeom>
          <a:solidFill>
            <a:srgbClr val="E4EBF3"/>
          </a:solidFill>
          <a:ln w="12700">
            <a:solidFill>
              <a:srgbClr val="E4EBF3"/>
            </a:solidFill>
            <a:prstDash val="solid"/>
          </a:ln>
        </p:spPr>
      </p:sp>
      <p:sp>
        <p:nvSpPr>
          <p:cNvPr id="57" name="Shape 55"/>
          <p:cNvSpPr/>
          <p:nvPr/>
        </p:nvSpPr>
        <p:spPr>
          <a:xfrm>
            <a:off x="4434840" y="3076042"/>
            <a:ext cx="224028" cy="51206"/>
          </a:xfrm>
          <a:prstGeom prst="rect">
            <a:avLst/>
          </a:prstGeom>
          <a:solidFill>
            <a:srgbClr val="E4EBF3"/>
          </a:solidFill>
          <a:ln w="12700">
            <a:solidFill>
              <a:srgbClr val="E4EBF3"/>
            </a:solidFill>
            <a:prstDash val="solid"/>
          </a:ln>
        </p:spPr>
      </p:sp>
      <p:sp>
        <p:nvSpPr>
          <p:cNvPr id="58" name="Shape 56"/>
          <p:cNvSpPr/>
          <p:nvPr/>
        </p:nvSpPr>
        <p:spPr>
          <a:xfrm>
            <a:off x="4681728" y="3076042"/>
            <a:ext cx="224028" cy="51206"/>
          </a:xfrm>
          <a:prstGeom prst="rect">
            <a:avLst/>
          </a:prstGeom>
          <a:solidFill>
            <a:srgbClr val="0090B0"/>
          </a:solidFill>
          <a:ln w="12700">
            <a:solidFill>
              <a:srgbClr val="0090B0"/>
            </a:solidFill>
            <a:prstDash val="solid"/>
          </a:ln>
        </p:spPr>
      </p:sp>
      <p:sp>
        <p:nvSpPr>
          <p:cNvPr id="59" name="Shape 57"/>
          <p:cNvSpPr/>
          <p:nvPr/>
        </p:nvSpPr>
        <p:spPr>
          <a:xfrm>
            <a:off x="4928616" y="3076042"/>
            <a:ext cx="224028" cy="51206"/>
          </a:xfrm>
          <a:prstGeom prst="rect">
            <a:avLst/>
          </a:prstGeom>
          <a:solidFill>
            <a:srgbClr val="0090B0"/>
          </a:solidFill>
          <a:ln w="12700">
            <a:solidFill>
              <a:srgbClr val="0090B0"/>
            </a:solidFill>
            <a:prstDash val="solid"/>
          </a:ln>
        </p:spPr>
      </p:sp>
      <p:sp>
        <p:nvSpPr>
          <p:cNvPr id="60" name="Shape 58"/>
          <p:cNvSpPr/>
          <p:nvPr/>
        </p:nvSpPr>
        <p:spPr>
          <a:xfrm>
            <a:off x="5175504" y="3076042"/>
            <a:ext cx="224028" cy="51206"/>
          </a:xfrm>
          <a:prstGeom prst="rect">
            <a:avLst/>
          </a:prstGeom>
          <a:solidFill>
            <a:srgbClr val="E2F4F8"/>
          </a:solidFill>
          <a:ln w="12700">
            <a:solidFill>
              <a:srgbClr val="E2F4F8"/>
            </a:solidFill>
            <a:prstDash val="solid"/>
          </a:ln>
        </p:spPr>
      </p:sp>
      <p:sp>
        <p:nvSpPr>
          <p:cNvPr id="61" name="Shape 59"/>
          <p:cNvSpPr/>
          <p:nvPr/>
        </p:nvSpPr>
        <p:spPr>
          <a:xfrm>
            <a:off x="1965960" y="3141878"/>
            <a:ext cx="224028" cy="51206"/>
          </a:xfrm>
          <a:prstGeom prst="rect">
            <a:avLst/>
          </a:prstGeom>
          <a:solidFill>
            <a:srgbClr val="16305B"/>
          </a:solidFill>
          <a:ln w="12700">
            <a:solidFill>
              <a:srgbClr val="16305B"/>
            </a:solidFill>
            <a:prstDash val="solid"/>
          </a:ln>
        </p:spPr>
      </p:sp>
      <p:sp>
        <p:nvSpPr>
          <p:cNvPr id="62" name="Shape 60"/>
          <p:cNvSpPr/>
          <p:nvPr/>
        </p:nvSpPr>
        <p:spPr>
          <a:xfrm>
            <a:off x="2212848" y="3141878"/>
            <a:ext cx="224028" cy="51206"/>
          </a:xfrm>
          <a:prstGeom prst="rect">
            <a:avLst/>
          </a:prstGeom>
          <a:solidFill>
            <a:srgbClr val="E4EBF3"/>
          </a:solidFill>
          <a:ln w="12700">
            <a:solidFill>
              <a:srgbClr val="E4EBF3"/>
            </a:solidFill>
            <a:prstDash val="solid"/>
          </a:ln>
        </p:spPr>
      </p:sp>
      <p:sp>
        <p:nvSpPr>
          <p:cNvPr id="63" name="Shape 61"/>
          <p:cNvSpPr/>
          <p:nvPr/>
        </p:nvSpPr>
        <p:spPr>
          <a:xfrm>
            <a:off x="2459736" y="3141878"/>
            <a:ext cx="224028" cy="51206"/>
          </a:xfrm>
          <a:prstGeom prst="rect">
            <a:avLst/>
          </a:prstGeom>
          <a:solidFill>
            <a:srgbClr val="16305B"/>
          </a:solidFill>
          <a:ln w="12700">
            <a:solidFill>
              <a:srgbClr val="16305B"/>
            </a:solidFill>
            <a:prstDash val="solid"/>
          </a:ln>
        </p:spPr>
      </p:sp>
      <p:sp>
        <p:nvSpPr>
          <p:cNvPr id="64" name="Shape 62"/>
          <p:cNvSpPr/>
          <p:nvPr/>
        </p:nvSpPr>
        <p:spPr>
          <a:xfrm>
            <a:off x="2706624" y="3141878"/>
            <a:ext cx="224028" cy="51206"/>
          </a:xfrm>
          <a:prstGeom prst="rect">
            <a:avLst/>
          </a:prstGeom>
          <a:solidFill>
            <a:srgbClr val="8FB0D4"/>
          </a:solidFill>
          <a:ln w="12700">
            <a:solidFill>
              <a:srgbClr val="8FB0D4"/>
            </a:solidFill>
            <a:prstDash val="solid"/>
          </a:ln>
        </p:spPr>
      </p:sp>
      <p:sp>
        <p:nvSpPr>
          <p:cNvPr id="65" name="Shape 63"/>
          <p:cNvSpPr/>
          <p:nvPr/>
        </p:nvSpPr>
        <p:spPr>
          <a:xfrm>
            <a:off x="2953512" y="3141878"/>
            <a:ext cx="224028" cy="51206"/>
          </a:xfrm>
          <a:prstGeom prst="rect">
            <a:avLst/>
          </a:prstGeom>
          <a:solidFill>
            <a:srgbClr val="16305B"/>
          </a:solidFill>
          <a:ln w="12700">
            <a:solidFill>
              <a:srgbClr val="16305B"/>
            </a:solidFill>
            <a:prstDash val="solid"/>
          </a:ln>
        </p:spPr>
      </p:sp>
      <p:sp>
        <p:nvSpPr>
          <p:cNvPr id="66" name="Shape 64"/>
          <p:cNvSpPr/>
          <p:nvPr/>
        </p:nvSpPr>
        <p:spPr>
          <a:xfrm>
            <a:off x="3200400" y="3141878"/>
            <a:ext cx="224028" cy="51206"/>
          </a:xfrm>
          <a:prstGeom prst="rect">
            <a:avLst/>
          </a:prstGeom>
          <a:solidFill>
            <a:srgbClr val="E4EBF3"/>
          </a:solidFill>
          <a:ln w="12700">
            <a:solidFill>
              <a:srgbClr val="E4EBF3"/>
            </a:solidFill>
            <a:prstDash val="solid"/>
          </a:ln>
        </p:spPr>
      </p:sp>
      <p:sp>
        <p:nvSpPr>
          <p:cNvPr id="67" name="Shape 65"/>
          <p:cNvSpPr/>
          <p:nvPr/>
        </p:nvSpPr>
        <p:spPr>
          <a:xfrm>
            <a:off x="3447288" y="3141878"/>
            <a:ext cx="224028" cy="51206"/>
          </a:xfrm>
          <a:prstGeom prst="rect">
            <a:avLst/>
          </a:prstGeom>
          <a:solidFill>
            <a:srgbClr val="16305B"/>
          </a:solidFill>
          <a:ln w="12700">
            <a:solidFill>
              <a:srgbClr val="16305B"/>
            </a:solidFill>
            <a:prstDash val="solid"/>
          </a:ln>
        </p:spPr>
      </p:sp>
      <p:sp>
        <p:nvSpPr>
          <p:cNvPr id="68" name="Shape 66"/>
          <p:cNvSpPr/>
          <p:nvPr/>
        </p:nvSpPr>
        <p:spPr>
          <a:xfrm>
            <a:off x="3694176" y="3141878"/>
            <a:ext cx="224028" cy="51206"/>
          </a:xfrm>
          <a:prstGeom prst="rect">
            <a:avLst/>
          </a:prstGeom>
          <a:solidFill>
            <a:srgbClr val="16305B"/>
          </a:solidFill>
          <a:ln w="12700">
            <a:solidFill>
              <a:srgbClr val="16305B"/>
            </a:solidFill>
            <a:prstDash val="solid"/>
          </a:ln>
        </p:spPr>
      </p:sp>
      <p:sp>
        <p:nvSpPr>
          <p:cNvPr id="69" name="Shape 67"/>
          <p:cNvSpPr/>
          <p:nvPr/>
        </p:nvSpPr>
        <p:spPr>
          <a:xfrm>
            <a:off x="3941064" y="3141878"/>
            <a:ext cx="224028" cy="51206"/>
          </a:xfrm>
          <a:prstGeom prst="rect">
            <a:avLst/>
          </a:prstGeom>
          <a:solidFill>
            <a:srgbClr val="E4EBF3"/>
          </a:solidFill>
          <a:ln w="12700">
            <a:solidFill>
              <a:srgbClr val="E4EBF3"/>
            </a:solidFill>
            <a:prstDash val="solid"/>
          </a:ln>
        </p:spPr>
      </p:sp>
      <p:sp>
        <p:nvSpPr>
          <p:cNvPr id="70" name="Shape 68"/>
          <p:cNvSpPr/>
          <p:nvPr/>
        </p:nvSpPr>
        <p:spPr>
          <a:xfrm>
            <a:off x="4187952" y="3141878"/>
            <a:ext cx="224028" cy="51206"/>
          </a:xfrm>
          <a:prstGeom prst="rect">
            <a:avLst/>
          </a:prstGeom>
          <a:solidFill>
            <a:srgbClr val="E4EBF3"/>
          </a:solidFill>
          <a:ln w="12700">
            <a:solidFill>
              <a:srgbClr val="E4EBF3"/>
            </a:solidFill>
            <a:prstDash val="solid"/>
          </a:ln>
        </p:spPr>
      </p:sp>
      <p:sp>
        <p:nvSpPr>
          <p:cNvPr id="71" name="Shape 69"/>
          <p:cNvSpPr/>
          <p:nvPr/>
        </p:nvSpPr>
        <p:spPr>
          <a:xfrm>
            <a:off x="4434840" y="3141878"/>
            <a:ext cx="224028" cy="51206"/>
          </a:xfrm>
          <a:prstGeom prst="rect">
            <a:avLst/>
          </a:prstGeom>
          <a:solidFill>
            <a:srgbClr val="E4EBF3"/>
          </a:solidFill>
          <a:ln w="12700">
            <a:solidFill>
              <a:srgbClr val="E4EBF3"/>
            </a:solidFill>
            <a:prstDash val="solid"/>
          </a:ln>
        </p:spPr>
      </p:sp>
      <p:sp>
        <p:nvSpPr>
          <p:cNvPr id="72" name="Shape 70"/>
          <p:cNvSpPr/>
          <p:nvPr/>
        </p:nvSpPr>
        <p:spPr>
          <a:xfrm>
            <a:off x="4681728" y="3141878"/>
            <a:ext cx="224028" cy="51206"/>
          </a:xfrm>
          <a:prstGeom prst="rect">
            <a:avLst/>
          </a:prstGeom>
          <a:solidFill>
            <a:srgbClr val="E2F4F8"/>
          </a:solidFill>
          <a:ln w="12700">
            <a:solidFill>
              <a:srgbClr val="E2F4F8"/>
            </a:solidFill>
            <a:prstDash val="solid"/>
          </a:ln>
        </p:spPr>
      </p:sp>
      <p:sp>
        <p:nvSpPr>
          <p:cNvPr id="73" name="Shape 71"/>
          <p:cNvSpPr/>
          <p:nvPr/>
        </p:nvSpPr>
        <p:spPr>
          <a:xfrm>
            <a:off x="4928616" y="3141878"/>
            <a:ext cx="224028" cy="51206"/>
          </a:xfrm>
          <a:prstGeom prst="rect">
            <a:avLst/>
          </a:prstGeom>
          <a:solidFill>
            <a:srgbClr val="0090B0"/>
          </a:solidFill>
          <a:ln w="12700">
            <a:solidFill>
              <a:srgbClr val="0090B0"/>
            </a:solidFill>
            <a:prstDash val="solid"/>
          </a:ln>
        </p:spPr>
      </p:sp>
      <p:sp>
        <p:nvSpPr>
          <p:cNvPr id="74" name="Shape 72"/>
          <p:cNvSpPr/>
          <p:nvPr/>
        </p:nvSpPr>
        <p:spPr>
          <a:xfrm>
            <a:off x="5175504" y="3141878"/>
            <a:ext cx="224028" cy="51206"/>
          </a:xfrm>
          <a:prstGeom prst="rect">
            <a:avLst/>
          </a:prstGeom>
          <a:solidFill>
            <a:srgbClr val="0090B0"/>
          </a:solidFill>
          <a:ln w="12700">
            <a:solidFill>
              <a:srgbClr val="0090B0"/>
            </a:solidFill>
            <a:prstDash val="solid"/>
          </a:ln>
        </p:spPr>
      </p:sp>
      <p:sp>
        <p:nvSpPr>
          <p:cNvPr id="75" name="Shape 73"/>
          <p:cNvSpPr/>
          <p:nvPr/>
        </p:nvSpPr>
        <p:spPr>
          <a:xfrm>
            <a:off x="1965960" y="3207715"/>
            <a:ext cx="224028" cy="51206"/>
          </a:xfrm>
          <a:prstGeom prst="rect">
            <a:avLst/>
          </a:prstGeom>
          <a:solidFill>
            <a:srgbClr val="16305B"/>
          </a:solidFill>
          <a:ln w="12700">
            <a:solidFill>
              <a:srgbClr val="16305B"/>
            </a:solidFill>
            <a:prstDash val="solid"/>
          </a:ln>
        </p:spPr>
      </p:sp>
      <p:sp>
        <p:nvSpPr>
          <p:cNvPr id="76" name="Shape 74"/>
          <p:cNvSpPr/>
          <p:nvPr/>
        </p:nvSpPr>
        <p:spPr>
          <a:xfrm>
            <a:off x="2212848" y="3207715"/>
            <a:ext cx="224028" cy="51206"/>
          </a:xfrm>
          <a:prstGeom prst="rect">
            <a:avLst/>
          </a:prstGeom>
          <a:solidFill>
            <a:srgbClr val="16305B"/>
          </a:solidFill>
          <a:ln w="12700">
            <a:solidFill>
              <a:srgbClr val="16305B"/>
            </a:solidFill>
            <a:prstDash val="solid"/>
          </a:ln>
        </p:spPr>
      </p:sp>
      <p:sp>
        <p:nvSpPr>
          <p:cNvPr id="77" name="Shape 75"/>
          <p:cNvSpPr/>
          <p:nvPr/>
        </p:nvSpPr>
        <p:spPr>
          <a:xfrm>
            <a:off x="2459736" y="3207715"/>
            <a:ext cx="224028" cy="51206"/>
          </a:xfrm>
          <a:prstGeom prst="rect">
            <a:avLst/>
          </a:prstGeom>
          <a:solidFill>
            <a:srgbClr val="E4EBF3"/>
          </a:solidFill>
          <a:ln w="12700">
            <a:solidFill>
              <a:srgbClr val="E4EBF3"/>
            </a:solidFill>
            <a:prstDash val="solid"/>
          </a:ln>
        </p:spPr>
      </p:sp>
      <p:sp>
        <p:nvSpPr>
          <p:cNvPr id="78" name="Shape 76"/>
          <p:cNvSpPr/>
          <p:nvPr/>
        </p:nvSpPr>
        <p:spPr>
          <a:xfrm>
            <a:off x="2706624" y="3207715"/>
            <a:ext cx="224028" cy="51206"/>
          </a:xfrm>
          <a:prstGeom prst="rect">
            <a:avLst/>
          </a:prstGeom>
          <a:solidFill>
            <a:srgbClr val="16305B"/>
          </a:solidFill>
          <a:ln w="12700">
            <a:solidFill>
              <a:srgbClr val="16305B"/>
            </a:solidFill>
            <a:prstDash val="solid"/>
          </a:ln>
        </p:spPr>
      </p:sp>
      <p:sp>
        <p:nvSpPr>
          <p:cNvPr id="79" name="Shape 77"/>
          <p:cNvSpPr/>
          <p:nvPr/>
        </p:nvSpPr>
        <p:spPr>
          <a:xfrm>
            <a:off x="2953512" y="3207715"/>
            <a:ext cx="224028" cy="51206"/>
          </a:xfrm>
          <a:prstGeom prst="rect">
            <a:avLst/>
          </a:prstGeom>
          <a:solidFill>
            <a:srgbClr val="8FB0D4"/>
          </a:solidFill>
          <a:ln w="12700">
            <a:solidFill>
              <a:srgbClr val="8FB0D4"/>
            </a:solidFill>
            <a:prstDash val="solid"/>
          </a:ln>
        </p:spPr>
      </p:sp>
      <p:sp>
        <p:nvSpPr>
          <p:cNvPr id="80" name="Shape 78"/>
          <p:cNvSpPr/>
          <p:nvPr/>
        </p:nvSpPr>
        <p:spPr>
          <a:xfrm>
            <a:off x="3200400" y="3207715"/>
            <a:ext cx="224028" cy="51206"/>
          </a:xfrm>
          <a:prstGeom prst="rect">
            <a:avLst/>
          </a:prstGeom>
          <a:solidFill>
            <a:srgbClr val="16305B"/>
          </a:solidFill>
          <a:ln w="12700">
            <a:solidFill>
              <a:srgbClr val="16305B"/>
            </a:solidFill>
            <a:prstDash val="solid"/>
          </a:ln>
        </p:spPr>
      </p:sp>
      <p:sp>
        <p:nvSpPr>
          <p:cNvPr id="81" name="Shape 79"/>
          <p:cNvSpPr/>
          <p:nvPr/>
        </p:nvSpPr>
        <p:spPr>
          <a:xfrm>
            <a:off x="3447288" y="3207715"/>
            <a:ext cx="224028" cy="51206"/>
          </a:xfrm>
          <a:prstGeom prst="rect">
            <a:avLst/>
          </a:prstGeom>
          <a:solidFill>
            <a:srgbClr val="E4EBF3"/>
          </a:solidFill>
          <a:ln w="12700">
            <a:solidFill>
              <a:srgbClr val="E4EBF3"/>
            </a:solidFill>
            <a:prstDash val="solid"/>
          </a:ln>
        </p:spPr>
      </p:sp>
      <p:sp>
        <p:nvSpPr>
          <p:cNvPr id="82" name="Shape 80"/>
          <p:cNvSpPr/>
          <p:nvPr/>
        </p:nvSpPr>
        <p:spPr>
          <a:xfrm>
            <a:off x="3694176" y="3207715"/>
            <a:ext cx="224028" cy="51206"/>
          </a:xfrm>
          <a:prstGeom prst="rect">
            <a:avLst/>
          </a:prstGeom>
          <a:solidFill>
            <a:srgbClr val="16305B"/>
          </a:solidFill>
          <a:ln w="12700">
            <a:solidFill>
              <a:srgbClr val="16305B"/>
            </a:solidFill>
            <a:prstDash val="solid"/>
          </a:ln>
        </p:spPr>
      </p:sp>
      <p:sp>
        <p:nvSpPr>
          <p:cNvPr id="83" name="Shape 81"/>
          <p:cNvSpPr/>
          <p:nvPr/>
        </p:nvSpPr>
        <p:spPr>
          <a:xfrm>
            <a:off x="3941064" y="3207715"/>
            <a:ext cx="224028" cy="51206"/>
          </a:xfrm>
          <a:prstGeom prst="rect">
            <a:avLst/>
          </a:prstGeom>
          <a:solidFill>
            <a:srgbClr val="16305B"/>
          </a:solidFill>
          <a:ln w="12700">
            <a:solidFill>
              <a:srgbClr val="16305B"/>
            </a:solidFill>
            <a:prstDash val="solid"/>
          </a:ln>
        </p:spPr>
      </p:sp>
      <p:sp>
        <p:nvSpPr>
          <p:cNvPr id="84" name="Shape 82"/>
          <p:cNvSpPr/>
          <p:nvPr/>
        </p:nvSpPr>
        <p:spPr>
          <a:xfrm>
            <a:off x="4187952" y="3207715"/>
            <a:ext cx="224028" cy="51206"/>
          </a:xfrm>
          <a:prstGeom prst="rect">
            <a:avLst/>
          </a:prstGeom>
          <a:solidFill>
            <a:srgbClr val="E4EBF3"/>
          </a:solidFill>
          <a:ln w="12700">
            <a:solidFill>
              <a:srgbClr val="E4EBF3"/>
            </a:solidFill>
            <a:prstDash val="solid"/>
          </a:ln>
        </p:spPr>
      </p:sp>
      <p:sp>
        <p:nvSpPr>
          <p:cNvPr id="85" name="Shape 83"/>
          <p:cNvSpPr/>
          <p:nvPr/>
        </p:nvSpPr>
        <p:spPr>
          <a:xfrm>
            <a:off x="4434840" y="3207715"/>
            <a:ext cx="224028" cy="51206"/>
          </a:xfrm>
          <a:prstGeom prst="rect">
            <a:avLst/>
          </a:prstGeom>
          <a:solidFill>
            <a:srgbClr val="E4EBF3"/>
          </a:solidFill>
          <a:ln w="12700">
            <a:solidFill>
              <a:srgbClr val="E4EBF3"/>
            </a:solidFill>
            <a:prstDash val="solid"/>
          </a:ln>
        </p:spPr>
      </p:sp>
      <p:sp>
        <p:nvSpPr>
          <p:cNvPr id="86" name="Shape 84"/>
          <p:cNvSpPr/>
          <p:nvPr/>
        </p:nvSpPr>
        <p:spPr>
          <a:xfrm>
            <a:off x="4681728" y="3207715"/>
            <a:ext cx="224028" cy="51206"/>
          </a:xfrm>
          <a:prstGeom prst="rect">
            <a:avLst/>
          </a:prstGeom>
          <a:solidFill>
            <a:srgbClr val="E2F4F8"/>
          </a:solidFill>
          <a:ln w="12700">
            <a:solidFill>
              <a:srgbClr val="E2F4F8"/>
            </a:solidFill>
            <a:prstDash val="solid"/>
          </a:ln>
        </p:spPr>
      </p:sp>
      <p:sp>
        <p:nvSpPr>
          <p:cNvPr id="87" name="Shape 85"/>
          <p:cNvSpPr/>
          <p:nvPr/>
        </p:nvSpPr>
        <p:spPr>
          <a:xfrm>
            <a:off x="4928616" y="3207715"/>
            <a:ext cx="224028" cy="51206"/>
          </a:xfrm>
          <a:prstGeom prst="rect">
            <a:avLst/>
          </a:prstGeom>
          <a:solidFill>
            <a:srgbClr val="E2F4F8"/>
          </a:solidFill>
          <a:ln w="12700">
            <a:solidFill>
              <a:srgbClr val="E2F4F8"/>
            </a:solidFill>
            <a:prstDash val="solid"/>
          </a:ln>
        </p:spPr>
      </p:sp>
      <p:sp>
        <p:nvSpPr>
          <p:cNvPr id="88" name="Shape 86"/>
          <p:cNvSpPr/>
          <p:nvPr/>
        </p:nvSpPr>
        <p:spPr>
          <a:xfrm>
            <a:off x="5175504" y="3207715"/>
            <a:ext cx="224028" cy="51206"/>
          </a:xfrm>
          <a:prstGeom prst="rect">
            <a:avLst/>
          </a:prstGeom>
          <a:solidFill>
            <a:srgbClr val="0090B0"/>
          </a:solidFill>
          <a:ln w="12700">
            <a:solidFill>
              <a:srgbClr val="0090B0"/>
            </a:solidFill>
            <a:prstDash val="solid"/>
          </a:ln>
        </p:spPr>
      </p:sp>
      <p:sp>
        <p:nvSpPr>
          <p:cNvPr id="89" name="Shape 87"/>
          <p:cNvSpPr/>
          <p:nvPr/>
        </p:nvSpPr>
        <p:spPr>
          <a:xfrm>
            <a:off x="1965960" y="3273552"/>
            <a:ext cx="224028" cy="51206"/>
          </a:xfrm>
          <a:prstGeom prst="rect">
            <a:avLst/>
          </a:prstGeom>
          <a:solidFill>
            <a:srgbClr val="16305B"/>
          </a:solidFill>
          <a:ln w="12700">
            <a:solidFill>
              <a:srgbClr val="16305B"/>
            </a:solidFill>
            <a:prstDash val="solid"/>
          </a:ln>
        </p:spPr>
      </p:sp>
      <p:sp>
        <p:nvSpPr>
          <p:cNvPr id="90" name="Shape 88"/>
          <p:cNvSpPr/>
          <p:nvPr/>
        </p:nvSpPr>
        <p:spPr>
          <a:xfrm>
            <a:off x="2212848" y="3273552"/>
            <a:ext cx="224028" cy="51206"/>
          </a:xfrm>
          <a:prstGeom prst="rect">
            <a:avLst/>
          </a:prstGeom>
          <a:solidFill>
            <a:srgbClr val="16305B"/>
          </a:solidFill>
          <a:ln w="12700">
            <a:solidFill>
              <a:srgbClr val="16305B"/>
            </a:solidFill>
            <a:prstDash val="solid"/>
          </a:ln>
        </p:spPr>
      </p:sp>
      <p:sp>
        <p:nvSpPr>
          <p:cNvPr id="91" name="Shape 89"/>
          <p:cNvSpPr/>
          <p:nvPr/>
        </p:nvSpPr>
        <p:spPr>
          <a:xfrm>
            <a:off x="2459736" y="3273552"/>
            <a:ext cx="224028" cy="51206"/>
          </a:xfrm>
          <a:prstGeom prst="rect">
            <a:avLst/>
          </a:prstGeom>
          <a:solidFill>
            <a:srgbClr val="16305B"/>
          </a:solidFill>
          <a:ln w="12700">
            <a:solidFill>
              <a:srgbClr val="16305B"/>
            </a:solidFill>
            <a:prstDash val="solid"/>
          </a:ln>
        </p:spPr>
      </p:sp>
      <p:sp>
        <p:nvSpPr>
          <p:cNvPr id="92" name="Shape 90"/>
          <p:cNvSpPr/>
          <p:nvPr/>
        </p:nvSpPr>
        <p:spPr>
          <a:xfrm>
            <a:off x="2706624" y="3273552"/>
            <a:ext cx="224028" cy="51206"/>
          </a:xfrm>
          <a:prstGeom prst="rect">
            <a:avLst/>
          </a:prstGeom>
          <a:solidFill>
            <a:srgbClr val="E4EBF3"/>
          </a:solidFill>
          <a:ln w="12700">
            <a:solidFill>
              <a:srgbClr val="E4EBF3"/>
            </a:solidFill>
            <a:prstDash val="solid"/>
          </a:ln>
        </p:spPr>
      </p:sp>
      <p:sp>
        <p:nvSpPr>
          <p:cNvPr id="93" name="Shape 91"/>
          <p:cNvSpPr/>
          <p:nvPr/>
        </p:nvSpPr>
        <p:spPr>
          <a:xfrm>
            <a:off x="2953512" y="3273552"/>
            <a:ext cx="224028" cy="51206"/>
          </a:xfrm>
          <a:prstGeom prst="rect">
            <a:avLst/>
          </a:prstGeom>
          <a:solidFill>
            <a:srgbClr val="16305B"/>
          </a:solidFill>
          <a:ln w="12700">
            <a:solidFill>
              <a:srgbClr val="16305B"/>
            </a:solidFill>
            <a:prstDash val="solid"/>
          </a:ln>
        </p:spPr>
      </p:sp>
      <p:sp>
        <p:nvSpPr>
          <p:cNvPr id="94" name="Shape 92"/>
          <p:cNvSpPr/>
          <p:nvPr/>
        </p:nvSpPr>
        <p:spPr>
          <a:xfrm>
            <a:off x="3200400" y="3273552"/>
            <a:ext cx="224028" cy="51206"/>
          </a:xfrm>
          <a:prstGeom prst="rect">
            <a:avLst/>
          </a:prstGeom>
          <a:solidFill>
            <a:srgbClr val="8FB0D4"/>
          </a:solidFill>
          <a:ln w="12700">
            <a:solidFill>
              <a:srgbClr val="8FB0D4"/>
            </a:solidFill>
            <a:prstDash val="solid"/>
          </a:ln>
        </p:spPr>
      </p:sp>
      <p:sp>
        <p:nvSpPr>
          <p:cNvPr id="95" name="Shape 93"/>
          <p:cNvSpPr/>
          <p:nvPr/>
        </p:nvSpPr>
        <p:spPr>
          <a:xfrm>
            <a:off x="3447288" y="3273552"/>
            <a:ext cx="224028" cy="51206"/>
          </a:xfrm>
          <a:prstGeom prst="rect">
            <a:avLst/>
          </a:prstGeom>
          <a:solidFill>
            <a:srgbClr val="16305B"/>
          </a:solidFill>
          <a:ln w="12700">
            <a:solidFill>
              <a:srgbClr val="16305B"/>
            </a:solidFill>
            <a:prstDash val="solid"/>
          </a:ln>
        </p:spPr>
      </p:sp>
      <p:sp>
        <p:nvSpPr>
          <p:cNvPr id="96" name="Shape 94"/>
          <p:cNvSpPr/>
          <p:nvPr/>
        </p:nvSpPr>
        <p:spPr>
          <a:xfrm>
            <a:off x="3694176" y="3273552"/>
            <a:ext cx="224028" cy="51206"/>
          </a:xfrm>
          <a:prstGeom prst="rect">
            <a:avLst/>
          </a:prstGeom>
          <a:solidFill>
            <a:srgbClr val="E4EBF3"/>
          </a:solidFill>
          <a:ln w="12700">
            <a:solidFill>
              <a:srgbClr val="E4EBF3"/>
            </a:solidFill>
            <a:prstDash val="solid"/>
          </a:ln>
        </p:spPr>
      </p:sp>
      <p:sp>
        <p:nvSpPr>
          <p:cNvPr id="97" name="Shape 95"/>
          <p:cNvSpPr/>
          <p:nvPr/>
        </p:nvSpPr>
        <p:spPr>
          <a:xfrm>
            <a:off x="3941064" y="3273552"/>
            <a:ext cx="224028" cy="51206"/>
          </a:xfrm>
          <a:prstGeom prst="rect">
            <a:avLst/>
          </a:prstGeom>
          <a:solidFill>
            <a:srgbClr val="16305B"/>
          </a:solidFill>
          <a:ln w="12700">
            <a:solidFill>
              <a:srgbClr val="16305B"/>
            </a:solidFill>
            <a:prstDash val="solid"/>
          </a:ln>
        </p:spPr>
      </p:sp>
      <p:sp>
        <p:nvSpPr>
          <p:cNvPr id="98" name="Shape 96"/>
          <p:cNvSpPr/>
          <p:nvPr/>
        </p:nvSpPr>
        <p:spPr>
          <a:xfrm>
            <a:off x="4187952" y="3273552"/>
            <a:ext cx="224028" cy="51206"/>
          </a:xfrm>
          <a:prstGeom prst="rect">
            <a:avLst/>
          </a:prstGeom>
          <a:solidFill>
            <a:srgbClr val="16305B"/>
          </a:solidFill>
          <a:ln w="12700">
            <a:solidFill>
              <a:srgbClr val="16305B"/>
            </a:solidFill>
            <a:prstDash val="solid"/>
          </a:ln>
        </p:spPr>
      </p:sp>
      <p:sp>
        <p:nvSpPr>
          <p:cNvPr id="99" name="Shape 97"/>
          <p:cNvSpPr/>
          <p:nvPr/>
        </p:nvSpPr>
        <p:spPr>
          <a:xfrm>
            <a:off x="4434840" y="3273552"/>
            <a:ext cx="224028" cy="51206"/>
          </a:xfrm>
          <a:prstGeom prst="rect">
            <a:avLst/>
          </a:prstGeom>
          <a:solidFill>
            <a:srgbClr val="E4EBF3"/>
          </a:solidFill>
          <a:ln w="12700">
            <a:solidFill>
              <a:srgbClr val="E4EBF3"/>
            </a:solidFill>
            <a:prstDash val="solid"/>
          </a:ln>
        </p:spPr>
      </p:sp>
      <p:sp>
        <p:nvSpPr>
          <p:cNvPr id="100" name="Shape 98"/>
          <p:cNvSpPr/>
          <p:nvPr/>
        </p:nvSpPr>
        <p:spPr>
          <a:xfrm>
            <a:off x="4681728" y="3273552"/>
            <a:ext cx="224028" cy="51206"/>
          </a:xfrm>
          <a:prstGeom prst="rect">
            <a:avLst/>
          </a:prstGeom>
          <a:solidFill>
            <a:srgbClr val="E2F4F8"/>
          </a:solidFill>
          <a:ln w="12700">
            <a:solidFill>
              <a:srgbClr val="E2F4F8"/>
            </a:solidFill>
            <a:prstDash val="solid"/>
          </a:ln>
        </p:spPr>
      </p:sp>
      <p:sp>
        <p:nvSpPr>
          <p:cNvPr id="101" name="Shape 99"/>
          <p:cNvSpPr/>
          <p:nvPr/>
        </p:nvSpPr>
        <p:spPr>
          <a:xfrm>
            <a:off x="4928616" y="3273552"/>
            <a:ext cx="224028" cy="51206"/>
          </a:xfrm>
          <a:prstGeom prst="rect">
            <a:avLst/>
          </a:prstGeom>
          <a:solidFill>
            <a:srgbClr val="E2F4F8"/>
          </a:solidFill>
          <a:ln w="12700">
            <a:solidFill>
              <a:srgbClr val="E2F4F8"/>
            </a:solidFill>
            <a:prstDash val="solid"/>
          </a:ln>
        </p:spPr>
      </p:sp>
      <p:sp>
        <p:nvSpPr>
          <p:cNvPr id="102" name="Shape 100"/>
          <p:cNvSpPr/>
          <p:nvPr/>
        </p:nvSpPr>
        <p:spPr>
          <a:xfrm>
            <a:off x="5175504" y="3273552"/>
            <a:ext cx="224028" cy="51206"/>
          </a:xfrm>
          <a:prstGeom prst="rect">
            <a:avLst/>
          </a:prstGeom>
          <a:solidFill>
            <a:srgbClr val="E2F4F8"/>
          </a:solidFill>
          <a:ln w="12700">
            <a:solidFill>
              <a:srgbClr val="E2F4F8"/>
            </a:solidFill>
            <a:prstDash val="solid"/>
          </a:ln>
        </p:spPr>
      </p:sp>
      <p:sp>
        <p:nvSpPr>
          <p:cNvPr id="103" name="Shape 101"/>
          <p:cNvSpPr/>
          <p:nvPr/>
        </p:nvSpPr>
        <p:spPr>
          <a:xfrm>
            <a:off x="1965960" y="3339389"/>
            <a:ext cx="224028" cy="51206"/>
          </a:xfrm>
          <a:prstGeom prst="rect">
            <a:avLst/>
          </a:prstGeom>
          <a:solidFill>
            <a:srgbClr val="16305B"/>
          </a:solidFill>
          <a:ln w="12700">
            <a:solidFill>
              <a:srgbClr val="16305B"/>
            </a:solidFill>
            <a:prstDash val="solid"/>
          </a:ln>
        </p:spPr>
      </p:sp>
      <p:sp>
        <p:nvSpPr>
          <p:cNvPr id="104" name="Shape 102"/>
          <p:cNvSpPr/>
          <p:nvPr/>
        </p:nvSpPr>
        <p:spPr>
          <a:xfrm>
            <a:off x="2212848" y="3339389"/>
            <a:ext cx="224028" cy="51206"/>
          </a:xfrm>
          <a:prstGeom prst="rect">
            <a:avLst/>
          </a:prstGeom>
          <a:solidFill>
            <a:srgbClr val="E4EBF3"/>
          </a:solidFill>
          <a:ln w="12700">
            <a:solidFill>
              <a:srgbClr val="E4EBF3"/>
            </a:solidFill>
            <a:prstDash val="solid"/>
          </a:ln>
        </p:spPr>
      </p:sp>
      <p:sp>
        <p:nvSpPr>
          <p:cNvPr id="105" name="Shape 103"/>
          <p:cNvSpPr/>
          <p:nvPr/>
        </p:nvSpPr>
        <p:spPr>
          <a:xfrm>
            <a:off x="2459736" y="3339389"/>
            <a:ext cx="224028" cy="51206"/>
          </a:xfrm>
          <a:prstGeom prst="rect">
            <a:avLst/>
          </a:prstGeom>
          <a:solidFill>
            <a:srgbClr val="16305B"/>
          </a:solidFill>
          <a:ln w="12700">
            <a:solidFill>
              <a:srgbClr val="16305B"/>
            </a:solidFill>
            <a:prstDash val="solid"/>
          </a:ln>
        </p:spPr>
      </p:sp>
      <p:sp>
        <p:nvSpPr>
          <p:cNvPr id="106" name="Shape 104"/>
          <p:cNvSpPr/>
          <p:nvPr/>
        </p:nvSpPr>
        <p:spPr>
          <a:xfrm>
            <a:off x="2706624" y="3339389"/>
            <a:ext cx="224028" cy="51206"/>
          </a:xfrm>
          <a:prstGeom prst="rect">
            <a:avLst/>
          </a:prstGeom>
          <a:solidFill>
            <a:srgbClr val="16305B"/>
          </a:solidFill>
          <a:ln w="12700">
            <a:solidFill>
              <a:srgbClr val="16305B"/>
            </a:solidFill>
            <a:prstDash val="solid"/>
          </a:ln>
        </p:spPr>
      </p:sp>
      <p:sp>
        <p:nvSpPr>
          <p:cNvPr id="107" name="Shape 105"/>
          <p:cNvSpPr/>
          <p:nvPr/>
        </p:nvSpPr>
        <p:spPr>
          <a:xfrm>
            <a:off x="2953512" y="3339389"/>
            <a:ext cx="224028" cy="51206"/>
          </a:xfrm>
          <a:prstGeom prst="rect">
            <a:avLst/>
          </a:prstGeom>
          <a:solidFill>
            <a:srgbClr val="E4EBF3"/>
          </a:solidFill>
          <a:ln w="12700">
            <a:solidFill>
              <a:srgbClr val="E4EBF3"/>
            </a:solidFill>
            <a:prstDash val="solid"/>
          </a:ln>
        </p:spPr>
      </p:sp>
      <p:sp>
        <p:nvSpPr>
          <p:cNvPr id="108" name="Shape 106"/>
          <p:cNvSpPr/>
          <p:nvPr/>
        </p:nvSpPr>
        <p:spPr>
          <a:xfrm>
            <a:off x="3200400" y="3339389"/>
            <a:ext cx="224028" cy="51206"/>
          </a:xfrm>
          <a:prstGeom prst="rect">
            <a:avLst/>
          </a:prstGeom>
          <a:solidFill>
            <a:srgbClr val="16305B"/>
          </a:solidFill>
          <a:ln w="12700">
            <a:solidFill>
              <a:srgbClr val="16305B"/>
            </a:solidFill>
            <a:prstDash val="solid"/>
          </a:ln>
        </p:spPr>
      </p:sp>
      <p:sp>
        <p:nvSpPr>
          <p:cNvPr id="109" name="Shape 107"/>
          <p:cNvSpPr/>
          <p:nvPr/>
        </p:nvSpPr>
        <p:spPr>
          <a:xfrm>
            <a:off x="3447288" y="3339389"/>
            <a:ext cx="224028" cy="51206"/>
          </a:xfrm>
          <a:prstGeom prst="rect">
            <a:avLst/>
          </a:prstGeom>
          <a:solidFill>
            <a:srgbClr val="8FB0D4"/>
          </a:solidFill>
          <a:ln w="12700">
            <a:solidFill>
              <a:srgbClr val="8FB0D4"/>
            </a:solidFill>
            <a:prstDash val="solid"/>
          </a:ln>
        </p:spPr>
      </p:sp>
      <p:sp>
        <p:nvSpPr>
          <p:cNvPr id="110" name="Shape 108"/>
          <p:cNvSpPr/>
          <p:nvPr/>
        </p:nvSpPr>
        <p:spPr>
          <a:xfrm>
            <a:off x="3694176" y="3339389"/>
            <a:ext cx="224028" cy="51206"/>
          </a:xfrm>
          <a:prstGeom prst="rect">
            <a:avLst/>
          </a:prstGeom>
          <a:solidFill>
            <a:srgbClr val="16305B"/>
          </a:solidFill>
          <a:ln w="12700">
            <a:solidFill>
              <a:srgbClr val="16305B"/>
            </a:solidFill>
            <a:prstDash val="solid"/>
          </a:ln>
        </p:spPr>
      </p:sp>
      <p:sp>
        <p:nvSpPr>
          <p:cNvPr id="111" name="Shape 109"/>
          <p:cNvSpPr/>
          <p:nvPr/>
        </p:nvSpPr>
        <p:spPr>
          <a:xfrm>
            <a:off x="3941064" y="3339389"/>
            <a:ext cx="224028" cy="51206"/>
          </a:xfrm>
          <a:prstGeom prst="rect">
            <a:avLst/>
          </a:prstGeom>
          <a:solidFill>
            <a:srgbClr val="E4EBF3"/>
          </a:solidFill>
          <a:ln w="12700">
            <a:solidFill>
              <a:srgbClr val="E4EBF3"/>
            </a:solidFill>
            <a:prstDash val="solid"/>
          </a:ln>
        </p:spPr>
      </p:sp>
      <p:sp>
        <p:nvSpPr>
          <p:cNvPr id="112" name="Shape 110"/>
          <p:cNvSpPr/>
          <p:nvPr/>
        </p:nvSpPr>
        <p:spPr>
          <a:xfrm>
            <a:off x="4187952" y="3339389"/>
            <a:ext cx="224028" cy="51206"/>
          </a:xfrm>
          <a:prstGeom prst="rect">
            <a:avLst/>
          </a:prstGeom>
          <a:solidFill>
            <a:srgbClr val="16305B"/>
          </a:solidFill>
          <a:ln w="12700">
            <a:solidFill>
              <a:srgbClr val="16305B"/>
            </a:solidFill>
            <a:prstDash val="solid"/>
          </a:ln>
        </p:spPr>
      </p:sp>
      <p:sp>
        <p:nvSpPr>
          <p:cNvPr id="113" name="Shape 111"/>
          <p:cNvSpPr/>
          <p:nvPr/>
        </p:nvSpPr>
        <p:spPr>
          <a:xfrm>
            <a:off x="4434840" y="3339389"/>
            <a:ext cx="224028" cy="51206"/>
          </a:xfrm>
          <a:prstGeom prst="rect">
            <a:avLst/>
          </a:prstGeom>
          <a:solidFill>
            <a:srgbClr val="16305B"/>
          </a:solidFill>
          <a:ln w="12700">
            <a:solidFill>
              <a:srgbClr val="16305B"/>
            </a:solidFill>
            <a:prstDash val="solid"/>
          </a:ln>
        </p:spPr>
      </p:sp>
      <p:sp>
        <p:nvSpPr>
          <p:cNvPr id="114" name="Shape 112"/>
          <p:cNvSpPr/>
          <p:nvPr/>
        </p:nvSpPr>
        <p:spPr>
          <a:xfrm>
            <a:off x="4681728" y="3339389"/>
            <a:ext cx="224028" cy="51206"/>
          </a:xfrm>
          <a:prstGeom prst="rect">
            <a:avLst/>
          </a:prstGeom>
          <a:solidFill>
            <a:srgbClr val="E2F4F8"/>
          </a:solidFill>
          <a:ln w="12700">
            <a:solidFill>
              <a:srgbClr val="E2F4F8"/>
            </a:solidFill>
            <a:prstDash val="solid"/>
          </a:ln>
        </p:spPr>
      </p:sp>
      <p:sp>
        <p:nvSpPr>
          <p:cNvPr id="115" name="Shape 113"/>
          <p:cNvSpPr/>
          <p:nvPr/>
        </p:nvSpPr>
        <p:spPr>
          <a:xfrm>
            <a:off x="4928616" y="3339389"/>
            <a:ext cx="224028" cy="51206"/>
          </a:xfrm>
          <a:prstGeom prst="rect">
            <a:avLst/>
          </a:prstGeom>
          <a:solidFill>
            <a:srgbClr val="E2F4F8"/>
          </a:solidFill>
          <a:ln w="12700">
            <a:solidFill>
              <a:srgbClr val="E2F4F8"/>
            </a:solidFill>
            <a:prstDash val="solid"/>
          </a:ln>
        </p:spPr>
      </p:sp>
      <p:sp>
        <p:nvSpPr>
          <p:cNvPr id="116" name="Shape 114"/>
          <p:cNvSpPr/>
          <p:nvPr/>
        </p:nvSpPr>
        <p:spPr>
          <a:xfrm>
            <a:off x="5175504" y="3339389"/>
            <a:ext cx="224028" cy="51206"/>
          </a:xfrm>
          <a:prstGeom prst="rect">
            <a:avLst/>
          </a:prstGeom>
          <a:solidFill>
            <a:srgbClr val="E2F4F8"/>
          </a:solidFill>
          <a:ln w="12700">
            <a:solidFill>
              <a:srgbClr val="E2F4F8"/>
            </a:solidFill>
            <a:prstDash val="solid"/>
          </a:ln>
        </p:spPr>
      </p:sp>
      <p:sp>
        <p:nvSpPr>
          <p:cNvPr id="117" name="Shape 115"/>
          <p:cNvSpPr/>
          <p:nvPr/>
        </p:nvSpPr>
        <p:spPr>
          <a:xfrm>
            <a:off x="1965960" y="3405226"/>
            <a:ext cx="224028" cy="51206"/>
          </a:xfrm>
          <a:prstGeom prst="rect">
            <a:avLst/>
          </a:prstGeom>
          <a:solidFill>
            <a:srgbClr val="16305B"/>
          </a:solidFill>
          <a:ln w="12700">
            <a:solidFill>
              <a:srgbClr val="16305B"/>
            </a:solidFill>
            <a:prstDash val="solid"/>
          </a:ln>
        </p:spPr>
      </p:sp>
      <p:sp>
        <p:nvSpPr>
          <p:cNvPr id="118" name="Shape 116"/>
          <p:cNvSpPr/>
          <p:nvPr/>
        </p:nvSpPr>
        <p:spPr>
          <a:xfrm>
            <a:off x="2212848" y="3405226"/>
            <a:ext cx="224028" cy="51206"/>
          </a:xfrm>
          <a:prstGeom prst="rect">
            <a:avLst/>
          </a:prstGeom>
          <a:solidFill>
            <a:srgbClr val="E4EBF3"/>
          </a:solidFill>
          <a:ln w="12700">
            <a:solidFill>
              <a:srgbClr val="E4EBF3"/>
            </a:solidFill>
            <a:prstDash val="solid"/>
          </a:ln>
        </p:spPr>
      </p:sp>
      <p:sp>
        <p:nvSpPr>
          <p:cNvPr id="119" name="Shape 117"/>
          <p:cNvSpPr/>
          <p:nvPr/>
        </p:nvSpPr>
        <p:spPr>
          <a:xfrm>
            <a:off x="2459736" y="3405226"/>
            <a:ext cx="224028" cy="51206"/>
          </a:xfrm>
          <a:prstGeom prst="rect">
            <a:avLst/>
          </a:prstGeom>
          <a:solidFill>
            <a:srgbClr val="E4EBF3"/>
          </a:solidFill>
          <a:ln w="12700">
            <a:solidFill>
              <a:srgbClr val="E4EBF3"/>
            </a:solidFill>
            <a:prstDash val="solid"/>
          </a:ln>
        </p:spPr>
      </p:sp>
      <p:sp>
        <p:nvSpPr>
          <p:cNvPr id="120" name="Shape 118"/>
          <p:cNvSpPr/>
          <p:nvPr/>
        </p:nvSpPr>
        <p:spPr>
          <a:xfrm>
            <a:off x="2706624" y="3405226"/>
            <a:ext cx="224028" cy="51206"/>
          </a:xfrm>
          <a:prstGeom prst="rect">
            <a:avLst/>
          </a:prstGeom>
          <a:solidFill>
            <a:srgbClr val="16305B"/>
          </a:solidFill>
          <a:ln w="12700">
            <a:solidFill>
              <a:srgbClr val="16305B"/>
            </a:solidFill>
            <a:prstDash val="solid"/>
          </a:ln>
        </p:spPr>
      </p:sp>
      <p:sp>
        <p:nvSpPr>
          <p:cNvPr id="121" name="Shape 119"/>
          <p:cNvSpPr/>
          <p:nvPr/>
        </p:nvSpPr>
        <p:spPr>
          <a:xfrm>
            <a:off x="2953512" y="3405226"/>
            <a:ext cx="224028" cy="51206"/>
          </a:xfrm>
          <a:prstGeom prst="rect">
            <a:avLst/>
          </a:prstGeom>
          <a:solidFill>
            <a:srgbClr val="16305B"/>
          </a:solidFill>
          <a:ln w="12700">
            <a:solidFill>
              <a:srgbClr val="16305B"/>
            </a:solidFill>
            <a:prstDash val="solid"/>
          </a:ln>
        </p:spPr>
      </p:sp>
      <p:sp>
        <p:nvSpPr>
          <p:cNvPr id="122" name="Shape 120"/>
          <p:cNvSpPr/>
          <p:nvPr/>
        </p:nvSpPr>
        <p:spPr>
          <a:xfrm>
            <a:off x="3200400" y="3405226"/>
            <a:ext cx="224028" cy="51206"/>
          </a:xfrm>
          <a:prstGeom prst="rect">
            <a:avLst/>
          </a:prstGeom>
          <a:solidFill>
            <a:srgbClr val="E4EBF3"/>
          </a:solidFill>
          <a:ln w="12700">
            <a:solidFill>
              <a:srgbClr val="E4EBF3"/>
            </a:solidFill>
            <a:prstDash val="solid"/>
          </a:ln>
        </p:spPr>
      </p:sp>
      <p:sp>
        <p:nvSpPr>
          <p:cNvPr id="123" name="Shape 121"/>
          <p:cNvSpPr/>
          <p:nvPr/>
        </p:nvSpPr>
        <p:spPr>
          <a:xfrm>
            <a:off x="3447288" y="3405226"/>
            <a:ext cx="224028" cy="51206"/>
          </a:xfrm>
          <a:prstGeom prst="rect">
            <a:avLst/>
          </a:prstGeom>
          <a:solidFill>
            <a:srgbClr val="16305B"/>
          </a:solidFill>
          <a:ln w="12700">
            <a:solidFill>
              <a:srgbClr val="16305B"/>
            </a:solidFill>
            <a:prstDash val="solid"/>
          </a:ln>
        </p:spPr>
      </p:sp>
      <p:sp>
        <p:nvSpPr>
          <p:cNvPr id="124" name="Shape 122"/>
          <p:cNvSpPr/>
          <p:nvPr/>
        </p:nvSpPr>
        <p:spPr>
          <a:xfrm>
            <a:off x="3694176" y="3405226"/>
            <a:ext cx="224028" cy="51206"/>
          </a:xfrm>
          <a:prstGeom prst="rect">
            <a:avLst/>
          </a:prstGeom>
          <a:solidFill>
            <a:srgbClr val="8FB0D4"/>
          </a:solidFill>
          <a:ln w="12700">
            <a:solidFill>
              <a:srgbClr val="8FB0D4"/>
            </a:solidFill>
            <a:prstDash val="solid"/>
          </a:ln>
        </p:spPr>
      </p:sp>
      <p:sp>
        <p:nvSpPr>
          <p:cNvPr id="125" name="Shape 123"/>
          <p:cNvSpPr/>
          <p:nvPr/>
        </p:nvSpPr>
        <p:spPr>
          <a:xfrm>
            <a:off x="3941064" y="3405226"/>
            <a:ext cx="224028" cy="51206"/>
          </a:xfrm>
          <a:prstGeom prst="rect">
            <a:avLst/>
          </a:prstGeom>
          <a:solidFill>
            <a:srgbClr val="16305B"/>
          </a:solidFill>
          <a:ln w="12700">
            <a:solidFill>
              <a:srgbClr val="16305B"/>
            </a:solidFill>
            <a:prstDash val="solid"/>
          </a:ln>
        </p:spPr>
      </p:sp>
      <p:sp>
        <p:nvSpPr>
          <p:cNvPr id="126" name="Shape 124"/>
          <p:cNvSpPr/>
          <p:nvPr/>
        </p:nvSpPr>
        <p:spPr>
          <a:xfrm>
            <a:off x="4187952" y="3405226"/>
            <a:ext cx="224028" cy="51206"/>
          </a:xfrm>
          <a:prstGeom prst="rect">
            <a:avLst/>
          </a:prstGeom>
          <a:solidFill>
            <a:srgbClr val="E4EBF3"/>
          </a:solidFill>
          <a:ln w="12700">
            <a:solidFill>
              <a:srgbClr val="E4EBF3"/>
            </a:solidFill>
            <a:prstDash val="solid"/>
          </a:ln>
        </p:spPr>
      </p:sp>
      <p:sp>
        <p:nvSpPr>
          <p:cNvPr id="127" name="Shape 125"/>
          <p:cNvSpPr/>
          <p:nvPr/>
        </p:nvSpPr>
        <p:spPr>
          <a:xfrm>
            <a:off x="4434840" y="3405226"/>
            <a:ext cx="224028" cy="51206"/>
          </a:xfrm>
          <a:prstGeom prst="rect">
            <a:avLst/>
          </a:prstGeom>
          <a:solidFill>
            <a:srgbClr val="16305B"/>
          </a:solidFill>
          <a:ln w="12700">
            <a:solidFill>
              <a:srgbClr val="16305B"/>
            </a:solidFill>
            <a:prstDash val="solid"/>
          </a:ln>
        </p:spPr>
      </p:sp>
      <p:sp>
        <p:nvSpPr>
          <p:cNvPr id="128" name="Shape 126"/>
          <p:cNvSpPr/>
          <p:nvPr/>
        </p:nvSpPr>
        <p:spPr>
          <a:xfrm>
            <a:off x="4681728" y="3405226"/>
            <a:ext cx="224028" cy="51206"/>
          </a:xfrm>
          <a:prstGeom prst="rect">
            <a:avLst/>
          </a:prstGeom>
          <a:solidFill>
            <a:srgbClr val="0090B0"/>
          </a:solidFill>
          <a:ln w="12700">
            <a:solidFill>
              <a:srgbClr val="0090B0"/>
            </a:solidFill>
            <a:prstDash val="solid"/>
          </a:ln>
        </p:spPr>
      </p:sp>
      <p:sp>
        <p:nvSpPr>
          <p:cNvPr id="129" name="Shape 127"/>
          <p:cNvSpPr/>
          <p:nvPr/>
        </p:nvSpPr>
        <p:spPr>
          <a:xfrm>
            <a:off x="4928616" y="3405226"/>
            <a:ext cx="224028" cy="51206"/>
          </a:xfrm>
          <a:prstGeom prst="rect">
            <a:avLst/>
          </a:prstGeom>
          <a:solidFill>
            <a:srgbClr val="E2F4F8"/>
          </a:solidFill>
          <a:ln w="12700">
            <a:solidFill>
              <a:srgbClr val="E2F4F8"/>
            </a:solidFill>
            <a:prstDash val="solid"/>
          </a:ln>
        </p:spPr>
      </p:sp>
      <p:sp>
        <p:nvSpPr>
          <p:cNvPr id="130" name="Shape 128"/>
          <p:cNvSpPr/>
          <p:nvPr/>
        </p:nvSpPr>
        <p:spPr>
          <a:xfrm>
            <a:off x="5175504" y="3405226"/>
            <a:ext cx="224028" cy="51206"/>
          </a:xfrm>
          <a:prstGeom prst="rect">
            <a:avLst/>
          </a:prstGeom>
          <a:solidFill>
            <a:srgbClr val="E2F4F8"/>
          </a:solidFill>
          <a:ln w="12700">
            <a:solidFill>
              <a:srgbClr val="E2F4F8"/>
            </a:solidFill>
            <a:prstDash val="solid"/>
          </a:ln>
        </p:spPr>
      </p:sp>
      <p:sp>
        <p:nvSpPr>
          <p:cNvPr id="131" name="Shape 129"/>
          <p:cNvSpPr/>
          <p:nvPr/>
        </p:nvSpPr>
        <p:spPr>
          <a:xfrm>
            <a:off x="1965960" y="3471062"/>
            <a:ext cx="224028" cy="51206"/>
          </a:xfrm>
          <a:prstGeom prst="rect">
            <a:avLst/>
          </a:prstGeom>
          <a:solidFill>
            <a:srgbClr val="16305B"/>
          </a:solidFill>
          <a:ln w="12700">
            <a:solidFill>
              <a:srgbClr val="16305B"/>
            </a:solidFill>
            <a:prstDash val="solid"/>
          </a:ln>
        </p:spPr>
      </p:sp>
      <p:sp>
        <p:nvSpPr>
          <p:cNvPr id="132" name="Shape 130"/>
          <p:cNvSpPr/>
          <p:nvPr/>
        </p:nvSpPr>
        <p:spPr>
          <a:xfrm>
            <a:off x="2212848" y="3471062"/>
            <a:ext cx="224028" cy="51206"/>
          </a:xfrm>
          <a:prstGeom prst="rect">
            <a:avLst/>
          </a:prstGeom>
          <a:solidFill>
            <a:srgbClr val="E4EBF3"/>
          </a:solidFill>
          <a:ln w="12700">
            <a:solidFill>
              <a:srgbClr val="E4EBF3"/>
            </a:solidFill>
            <a:prstDash val="solid"/>
          </a:ln>
        </p:spPr>
      </p:sp>
      <p:sp>
        <p:nvSpPr>
          <p:cNvPr id="133" name="Shape 131"/>
          <p:cNvSpPr/>
          <p:nvPr/>
        </p:nvSpPr>
        <p:spPr>
          <a:xfrm>
            <a:off x="2459736" y="3471062"/>
            <a:ext cx="224028" cy="51206"/>
          </a:xfrm>
          <a:prstGeom prst="rect">
            <a:avLst/>
          </a:prstGeom>
          <a:solidFill>
            <a:srgbClr val="E4EBF3"/>
          </a:solidFill>
          <a:ln w="12700">
            <a:solidFill>
              <a:srgbClr val="E4EBF3"/>
            </a:solidFill>
            <a:prstDash val="solid"/>
          </a:ln>
        </p:spPr>
      </p:sp>
      <p:sp>
        <p:nvSpPr>
          <p:cNvPr id="134" name="Shape 132"/>
          <p:cNvSpPr/>
          <p:nvPr/>
        </p:nvSpPr>
        <p:spPr>
          <a:xfrm>
            <a:off x="2706624" y="3471062"/>
            <a:ext cx="224028" cy="51206"/>
          </a:xfrm>
          <a:prstGeom prst="rect">
            <a:avLst/>
          </a:prstGeom>
          <a:solidFill>
            <a:srgbClr val="E4EBF3"/>
          </a:solidFill>
          <a:ln w="12700">
            <a:solidFill>
              <a:srgbClr val="E4EBF3"/>
            </a:solidFill>
            <a:prstDash val="solid"/>
          </a:ln>
        </p:spPr>
      </p:sp>
      <p:sp>
        <p:nvSpPr>
          <p:cNvPr id="135" name="Shape 133"/>
          <p:cNvSpPr/>
          <p:nvPr/>
        </p:nvSpPr>
        <p:spPr>
          <a:xfrm>
            <a:off x="2953512" y="3471062"/>
            <a:ext cx="224028" cy="51206"/>
          </a:xfrm>
          <a:prstGeom prst="rect">
            <a:avLst/>
          </a:prstGeom>
          <a:solidFill>
            <a:srgbClr val="16305B"/>
          </a:solidFill>
          <a:ln w="12700">
            <a:solidFill>
              <a:srgbClr val="16305B"/>
            </a:solidFill>
            <a:prstDash val="solid"/>
          </a:ln>
        </p:spPr>
      </p:sp>
      <p:sp>
        <p:nvSpPr>
          <p:cNvPr id="136" name="Shape 134"/>
          <p:cNvSpPr/>
          <p:nvPr/>
        </p:nvSpPr>
        <p:spPr>
          <a:xfrm>
            <a:off x="3200400" y="3471062"/>
            <a:ext cx="224028" cy="51206"/>
          </a:xfrm>
          <a:prstGeom prst="rect">
            <a:avLst/>
          </a:prstGeom>
          <a:solidFill>
            <a:srgbClr val="16305B"/>
          </a:solidFill>
          <a:ln w="12700">
            <a:solidFill>
              <a:srgbClr val="16305B"/>
            </a:solidFill>
            <a:prstDash val="solid"/>
          </a:ln>
        </p:spPr>
      </p:sp>
      <p:sp>
        <p:nvSpPr>
          <p:cNvPr id="137" name="Shape 135"/>
          <p:cNvSpPr/>
          <p:nvPr/>
        </p:nvSpPr>
        <p:spPr>
          <a:xfrm>
            <a:off x="3447288" y="3471062"/>
            <a:ext cx="224028" cy="51206"/>
          </a:xfrm>
          <a:prstGeom prst="rect">
            <a:avLst/>
          </a:prstGeom>
          <a:solidFill>
            <a:srgbClr val="E4EBF3"/>
          </a:solidFill>
          <a:ln w="12700">
            <a:solidFill>
              <a:srgbClr val="E4EBF3"/>
            </a:solidFill>
            <a:prstDash val="solid"/>
          </a:ln>
        </p:spPr>
      </p:sp>
      <p:sp>
        <p:nvSpPr>
          <p:cNvPr id="138" name="Shape 136"/>
          <p:cNvSpPr/>
          <p:nvPr/>
        </p:nvSpPr>
        <p:spPr>
          <a:xfrm>
            <a:off x="3694176" y="3471062"/>
            <a:ext cx="224028" cy="51206"/>
          </a:xfrm>
          <a:prstGeom prst="rect">
            <a:avLst/>
          </a:prstGeom>
          <a:solidFill>
            <a:srgbClr val="16305B"/>
          </a:solidFill>
          <a:ln w="12700">
            <a:solidFill>
              <a:srgbClr val="16305B"/>
            </a:solidFill>
            <a:prstDash val="solid"/>
          </a:ln>
        </p:spPr>
      </p:sp>
      <p:sp>
        <p:nvSpPr>
          <p:cNvPr id="139" name="Shape 137"/>
          <p:cNvSpPr/>
          <p:nvPr/>
        </p:nvSpPr>
        <p:spPr>
          <a:xfrm>
            <a:off x="3941064" y="3471062"/>
            <a:ext cx="224028" cy="51206"/>
          </a:xfrm>
          <a:prstGeom prst="rect">
            <a:avLst/>
          </a:prstGeom>
          <a:solidFill>
            <a:srgbClr val="8FB0D4"/>
          </a:solidFill>
          <a:ln w="12700">
            <a:solidFill>
              <a:srgbClr val="8FB0D4"/>
            </a:solidFill>
            <a:prstDash val="solid"/>
          </a:ln>
        </p:spPr>
      </p:sp>
      <p:sp>
        <p:nvSpPr>
          <p:cNvPr id="140" name="Shape 138"/>
          <p:cNvSpPr/>
          <p:nvPr/>
        </p:nvSpPr>
        <p:spPr>
          <a:xfrm>
            <a:off x="4187952" y="3471062"/>
            <a:ext cx="224028" cy="51206"/>
          </a:xfrm>
          <a:prstGeom prst="rect">
            <a:avLst/>
          </a:prstGeom>
          <a:solidFill>
            <a:srgbClr val="16305B"/>
          </a:solidFill>
          <a:ln w="12700">
            <a:solidFill>
              <a:srgbClr val="16305B"/>
            </a:solidFill>
            <a:prstDash val="solid"/>
          </a:ln>
        </p:spPr>
      </p:sp>
      <p:sp>
        <p:nvSpPr>
          <p:cNvPr id="141" name="Shape 139"/>
          <p:cNvSpPr/>
          <p:nvPr/>
        </p:nvSpPr>
        <p:spPr>
          <a:xfrm>
            <a:off x="4434840" y="3471062"/>
            <a:ext cx="224028" cy="51206"/>
          </a:xfrm>
          <a:prstGeom prst="rect">
            <a:avLst/>
          </a:prstGeom>
          <a:solidFill>
            <a:srgbClr val="E4EBF3"/>
          </a:solidFill>
          <a:ln w="12700">
            <a:solidFill>
              <a:srgbClr val="E4EBF3"/>
            </a:solidFill>
            <a:prstDash val="solid"/>
          </a:ln>
        </p:spPr>
      </p:sp>
      <p:sp>
        <p:nvSpPr>
          <p:cNvPr id="142" name="Shape 140"/>
          <p:cNvSpPr/>
          <p:nvPr/>
        </p:nvSpPr>
        <p:spPr>
          <a:xfrm>
            <a:off x="4681728" y="3471062"/>
            <a:ext cx="224028" cy="51206"/>
          </a:xfrm>
          <a:prstGeom prst="rect">
            <a:avLst/>
          </a:prstGeom>
          <a:solidFill>
            <a:srgbClr val="0090B0"/>
          </a:solidFill>
          <a:ln w="12700">
            <a:solidFill>
              <a:srgbClr val="0090B0"/>
            </a:solidFill>
            <a:prstDash val="solid"/>
          </a:ln>
        </p:spPr>
      </p:sp>
      <p:sp>
        <p:nvSpPr>
          <p:cNvPr id="143" name="Shape 141"/>
          <p:cNvSpPr/>
          <p:nvPr/>
        </p:nvSpPr>
        <p:spPr>
          <a:xfrm>
            <a:off x="4928616" y="3471062"/>
            <a:ext cx="224028" cy="51206"/>
          </a:xfrm>
          <a:prstGeom prst="rect">
            <a:avLst/>
          </a:prstGeom>
          <a:solidFill>
            <a:srgbClr val="0090B0"/>
          </a:solidFill>
          <a:ln w="12700">
            <a:solidFill>
              <a:srgbClr val="0090B0"/>
            </a:solidFill>
            <a:prstDash val="solid"/>
          </a:ln>
        </p:spPr>
      </p:sp>
      <p:sp>
        <p:nvSpPr>
          <p:cNvPr id="144" name="Shape 142"/>
          <p:cNvSpPr/>
          <p:nvPr/>
        </p:nvSpPr>
        <p:spPr>
          <a:xfrm>
            <a:off x="5175504" y="3471062"/>
            <a:ext cx="224028" cy="51206"/>
          </a:xfrm>
          <a:prstGeom prst="rect">
            <a:avLst/>
          </a:prstGeom>
          <a:solidFill>
            <a:srgbClr val="E2F4F8"/>
          </a:solidFill>
          <a:ln w="12700">
            <a:solidFill>
              <a:srgbClr val="E2F4F8"/>
            </a:solidFill>
            <a:prstDash val="solid"/>
          </a:ln>
        </p:spPr>
      </p:sp>
      <p:sp>
        <p:nvSpPr>
          <p:cNvPr id="145" name="Shape 143"/>
          <p:cNvSpPr/>
          <p:nvPr/>
        </p:nvSpPr>
        <p:spPr>
          <a:xfrm>
            <a:off x="1965960" y="3536899"/>
            <a:ext cx="224028" cy="51206"/>
          </a:xfrm>
          <a:prstGeom prst="rect">
            <a:avLst/>
          </a:prstGeom>
          <a:solidFill>
            <a:srgbClr val="16305B"/>
          </a:solidFill>
          <a:ln w="12700">
            <a:solidFill>
              <a:srgbClr val="16305B"/>
            </a:solidFill>
            <a:prstDash val="solid"/>
          </a:ln>
        </p:spPr>
      </p:sp>
      <p:sp>
        <p:nvSpPr>
          <p:cNvPr id="146" name="Shape 144"/>
          <p:cNvSpPr/>
          <p:nvPr/>
        </p:nvSpPr>
        <p:spPr>
          <a:xfrm>
            <a:off x="2212848" y="3536899"/>
            <a:ext cx="224028" cy="51206"/>
          </a:xfrm>
          <a:prstGeom prst="rect">
            <a:avLst/>
          </a:prstGeom>
          <a:solidFill>
            <a:srgbClr val="E4EBF3"/>
          </a:solidFill>
          <a:ln w="12700">
            <a:solidFill>
              <a:srgbClr val="E4EBF3"/>
            </a:solidFill>
            <a:prstDash val="solid"/>
          </a:ln>
        </p:spPr>
      </p:sp>
      <p:sp>
        <p:nvSpPr>
          <p:cNvPr id="147" name="Shape 145"/>
          <p:cNvSpPr/>
          <p:nvPr/>
        </p:nvSpPr>
        <p:spPr>
          <a:xfrm>
            <a:off x="2459736" y="3536899"/>
            <a:ext cx="224028" cy="51206"/>
          </a:xfrm>
          <a:prstGeom prst="rect">
            <a:avLst/>
          </a:prstGeom>
          <a:solidFill>
            <a:srgbClr val="E4EBF3"/>
          </a:solidFill>
          <a:ln w="12700">
            <a:solidFill>
              <a:srgbClr val="E4EBF3"/>
            </a:solidFill>
            <a:prstDash val="solid"/>
          </a:ln>
        </p:spPr>
      </p:sp>
      <p:sp>
        <p:nvSpPr>
          <p:cNvPr id="148" name="Shape 146"/>
          <p:cNvSpPr/>
          <p:nvPr/>
        </p:nvSpPr>
        <p:spPr>
          <a:xfrm>
            <a:off x="2706624" y="3536899"/>
            <a:ext cx="224028" cy="51206"/>
          </a:xfrm>
          <a:prstGeom prst="rect">
            <a:avLst/>
          </a:prstGeom>
          <a:solidFill>
            <a:srgbClr val="E4EBF3"/>
          </a:solidFill>
          <a:ln w="12700">
            <a:solidFill>
              <a:srgbClr val="E4EBF3"/>
            </a:solidFill>
            <a:prstDash val="solid"/>
          </a:ln>
        </p:spPr>
      </p:sp>
      <p:sp>
        <p:nvSpPr>
          <p:cNvPr id="149" name="Shape 147"/>
          <p:cNvSpPr/>
          <p:nvPr/>
        </p:nvSpPr>
        <p:spPr>
          <a:xfrm>
            <a:off x="2953512" y="3536899"/>
            <a:ext cx="224028" cy="51206"/>
          </a:xfrm>
          <a:prstGeom prst="rect">
            <a:avLst/>
          </a:prstGeom>
          <a:solidFill>
            <a:srgbClr val="E4EBF3"/>
          </a:solidFill>
          <a:ln w="12700">
            <a:solidFill>
              <a:srgbClr val="E4EBF3"/>
            </a:solidFill>
            <a:prstDash val="solid"/>
          </a:ln>
        </p:spPr>
      </p:sp>
      <p:sp>
        <p:nvSpPr>
          <p:cNvPr id="150" name="Shape 148"/>
          <p:cNvSpPr/>
          <p:nvPr/>
        </p:nvSpPr>
        <p:spPr>
          <a:xfrm>
            <a:off x="3200400" y="3536899"/>
            <a:ext cx="224028" cy="51206"/>
          </a:xfrm>
          <a:prstGeom prst="rect">
            <a:avLst/>
          </a:prstGeom>
          <a:solidFill>
            <a:srgbClr val="16305B"/>
          </a:solidFill>
          <a:ln w="12700">
            <a:solidFill>
              <a:srgbClr val="16305B"/>
            </a:solidFill>
            <a:prstDash val="solid"/>
          </a:ln>
        </p:spPr>
      </p:sp>
      <p:sp>
        <p:nvSpPr>
          <p:cNvPr id="151" name="Shape 149"/>
          <p:cNvSpPr/>
          <p:nvPr/>
        </p:nvSpPr>
        <p:spPr>
          <a:xfrm>
            <a:off x="3447288" y="3536899"/>
            <a:ext cx="224028" cy="51206"/>
          </a:xfrm>
          <a:prstGeom prst="rect">
            <a:avLst/>
          </a:prstGeom>
          <a:solidFill>
            <a:srgbClr val="16305B"/>
          </a:solidFill>
          <a:ln w="12700">
            <a:solidFill>
              <a:srgbClr val="16305B"/>
            </a:solidFill>
            <a:prstDash val="solid"/>
          </a:ln>
        </p:spPr>
      </p:sp>
      <p:sp>
        <p:nvSpPr>
          <p:cNvPr id="152" name="Shape 150"/>
          <p:cNvSpPr/>
          <p:nvPr/>
        </p:nvSpPr>
        <p:spPr>
          <a:xfrm>
            <a:off x="3694176" y="3536899"/>
            <a:ext cx="224028" cy="51206"/>
          </a:xfrm>
          <a:prstGeom prst="rect">
            <a:avLst/>
          </a:prstGeom>
          <a:solidFill>
            <a:srgbClr val="E4EBF3"/>
          </a:solidFill>
          <a:ln w="12700">
            <a:solidFill>
              <a:srgbClr val="E4EBF3"/>
            </a:solidFill>
            <a:prstDash val="solid"/>
          </a:ln>
        </p:spPr>
      </p:sp>
      <p:sp>
        <p:nvSpPr>
          <p:cNvPr id="153" name="Shape 151"/>
          <p:cNvSpPr/>
          <p:nvPr/>
        </p:nvSpPr>
        <p:spPr>
          <a:xfrm>
            <a:off x="3941064" y="3536899"/>
            <a:ext cx="224028" cy="51206"/>
          </a:xfrm>
          <a:prstGeom prst="rect">
            <a:avLst/>
          </a:prstGeom>
          <a:solidFill>
            <a:srgbClr val="16305B"/>
          </a:solidFill>
          <a:ln w="12700">
            <a:solidFill>
              <a:srgbClr val="16305B"/>
            </a:solidFill>
            <a:prstDash val="solid"/>
          </a:ln>
        </p:spPr>
      </p:sp>
      <p:sp>
        <p:nvSpPr>
          <p:cNvPr id="154" name="Shape 152"/>
          <p:cNvSpPr/>
          <p:nvPr/>
        </p:nvSpPr>
        <p:spPr>
          <a:xfrm>
            <a:off x="4187952" y="3536899"/>
            <a:ext cx="224028" cy="51206"/>
          </a:xfrm>
          <a:prstGeom prst="rect">
            <a:avLst/>
          </a:prstGeom>
          <a:solidFill>
            <a:srgbClr val="8FB0D4"/>
          </a:solidFill>
          <a:ln w="12700">
            <a:solidFill>
              <a:srgbClr val="8FB0D4"/>
            </a:solidFill>
            <a:prstDash val="solid"/>
          </a:ln>
        </p:spPr>
      </p:sp>
      <p:sp>
        <p:nvSpPr>
          <p:cNvPr id="155" name="Shape 153"/>
          <p:cNvSpPr/>
          <p:nvPr/>
        </p:nvSpPr>
        <p:spPr>
          <a:xfrm>
            <a:off x="4434840" y="3536899"/>
            <a:ext cx="224028" cy="51206"/>
          </a:xfrm>
          <a:prstGeom prst="rect">
            <a:avLst/>
          </a:prstGeom>
          <a:solidFill>
            <a:srgbClr val="16305B"/>
          </a:solidFill>
          <a:ln w="12700">
            <a:solidFill>
              <a:srgbClr val="16305B"/>
            </a:solidFill>
            <a:prstDash val="solid"/>
          </a:ln>
        </p:spPr>
      </p:sp>
      <p:sp>
        <p:nvSpPr>
          <p:cNvPr id="156" name="Shape 154"/>
          <p:cNvSpPr/>
          <p:nvPr/>
        </p:nvSpPr>
        <p:spPr>
          <a:xfrm>
            <a:off x="4681728" y="3536899"/>
            <a:ext cx="224028" cy="51206"/>
          </a:xfrm>
          <a:prstGeom prst="rect">
            <a:avLst/>
          </a:prstGeom>
          <a:solidFill>
            <a:srgbClr val="E2F4F8"/>
          </a:solidFill>
          <a:ln w="12700">
            <a:solidFill>
              <a:srgbClr val="E2F4F8"/>
            </a:solidFill>
            <a:prstDash val="solid"/>
          </a:ln>
        </p:spPr>
      </p:sp>
      <p:sp>
        <p:nvSpPr>
          <p:cNvPr id="157" name="Shape 155"/>
          <p:cNvSpPr/>
          <p:nvPr/>
        </p:nvSpPr>
        <p:spPr>
          <a:xfrm>
            <a:off x="4928616" y="3536899"/>
            <a:ext cx="224028" cy="51206"/>
          </a:xfrm>
          <a:prstGeom prst="rect">
            <a:avLst/>
          </a:prstGeom>
          <a:solidFill>
            <a:srgbClr val="0090B0"/>
          </a:solidFill>
          <a:ln w="12700">
            <a:solidFill>
              <a:srgbClr val="0090B0"/>
            </a:solidFill>
            <a:prstDash val="solid"/>
          </a:ln>
        </p:spPr>
      </p:sp>
      <p:sp>
        <p:nvSpPr>
          <p:cNvPr id="158" name="Shape 156"/>
          <p:cNvSpPr/>
          <p:nvPr/>
        </p:nvSpPr>
        <p:spPr>
          <a:xfrm>
            <a:off x="5175504" y="3536899"/>
            <a:ext cx="224028" cy="51206"/>
          </a:xfrm>
          <a:prstGeom prst="rect">
            <a:avLst/>
          </a:prstGeom>
          <a:solidFill>
            <a:srgbClr val="0090B0"/>
          </a:solidFill>
          <a:ln w="12700">
            <a:solidFill>
              <a:srgbClr val="0090B0"/>
            </a:solidFill>
            <a:prstDash val="solid"/>
          </a:ln>
        </p:spPr>
      </p:sp>
      <p:sp>
        <p:nvSpPr>
          <p:cNvPr id="159" name="Shape 157"/>
          <p:cNvSpPr/>
          <p:nvPr/>
        </p:nvSpPr>
        <p:spPr>
          <a:xfrm>
            <a:off x="1965960" y="3602736"/>
            <a:ext cx="224028" cy="51206"/>
          </a:xfrm>
          <a:prstGeom prst="rect">
            <a:avLst/>
          </a:prstGeom>
          <a:solidFill>
            <a:srgbClr val="16305B"/>
          </a:solidFill>
          <a:ln w="12700">
            <a:solidFill>
              <a:srgbClr val="16305B"/>
            </a:solidFill>
            <a:prstDash val="solid"/>
          </a:ln>
        </p:spPr>
      </p:sp>
      <p:sp>
        <p:nvSpPr>
          <p:cNvPr id="160" name="Shape 158"/>
          <p:cNvSpPr/>
          <p:nvPr/>
        </p:nvSpPr>
        <p:spPr>
          <a:xfrm>
            <a:off x="2212848" y="3602736"/>
            <a:ext cx="224028" cy="51206"/>
          </a:xfrm>
          <a:prstGeom prst="rect">
            <a:avLst/>
          </a:prstGeom>
          <a:solidFill>
            <a:srgbClr val="16305B"/>
          </a:solidFill>
          <a:ln w="12700">
            <a:solidFill>
              <a:srgbClr val="16305B"/>
            </a:solidFill>
            <a:prstDash val="solid"/>
          </a:ln>
        </p:spPr>
      </p:sp>
      <p:sp>
        <p:nvSpPr>
          <p:cNvPr id="161" name="Shape 159"/>
          <p:cNvSpPr/>
          <p:nvPr/>
        </p:nvSpPr>
        <p:spPr>
          <a:xfrm>
            <a:off x="2459736" y="3602736"/>
            <a:ext cx="224028" cy="51206"/>
          </a:xfrm>
          <a:prstGeom prst="rect">
            <a:avLst/>
          </a:prstGeom>
          <a:solidFill>
            <a:srgbClr val="E4EBF3"/>
          </a:solidFill>
          <a:ln w="12700">
            <a:solidFill>
              <a:srgbClr val="E4EBF3"/>
            </a:solidFill>
            <a:prstDash val="solid"/>
          </a:ln>
        </p:spPr>
      </p:sp>
      <p:sp>
        <p:nvSpPr>
          <p:cNvPr id="162" name="Shape 160"/>
          <p:cNvSpPr/>
          <p:nvPr/>
        </p:nvSpPr>
        <p:spPr>
          <a:xfrm>
            <a:off x="2706624" y="3602736"/>
            <a:ext cx="224028" cy="51206"/>
          </a:xfrm>
          <a:prstGeom prst="rect">
            <a:avLst/>
          </a:prstGeom>
          <a:solidFill>
            <a:srgbClr val="E4EBF3"/>
          </a:solidFill>
          <a:ln w="12700">
            <a:solidFill>
              <a:srgbClr val="E4EBF3"/>
            </a:solidFill>
            <a:prstDash val="solid"/>
          </a:ln>
        </p:spPr>
      </p:sp>
      <p:sp>
        <p:nvSpPr>
          <p:cNvPr id="163" name="Shape 161"/>
          <p:cNvSpPr/>
          <p:nvPr/>
        </p:nvSpPr>
        <p:spPr>
          <a:xfrm>
            <a:off x="2953512" y="3602736"/>
            <a:ext cx="224028" cy="51206"/>
          </a:xfrm>
          <a:prstGeom prst="rect">
            <a:avLst/>
          </a:prstGeom>
          <a:solidFill>
            <a:srgbClr val="E4EBF3"/>
          </a:solidFill>
          <a:ln w="12700">
            <a:solidFill>
              <a:srgbClr val="E4EBF3"/>
            </a:solidFill>
            <a:prstDash val="solid"/>
          </a:ln>
        </p:spPr>
      </p:sp>
      <p:sp>
        <p:nvSpPr>
          <p:cNvPr id="164" name="Shape 162"/>
          <p:cNvSpPr/>
          <p:nvPr/>
        </p:nvSpPr>
        <p:spPr>
          <a:xfrm>
            <a:off x="3200400" y="3602736"/>
            <a:ext cx="224028" cy="51206"/>
          </a:xfrm>
          <a:prstGeom prst="rect">
            <a:avLst/>
          </a:prstGeom>
          <a:solidFill>
            <a:srgbClr val="E4EBF3"/>
          </a:solidFill>
          <a:ln w="12700">
            <a:solidFill>
              <a:srgbClr val="E4EBF3"/>
            </a:solidFill>
            <a:prstDash val="solid"/>
          </a:ln>
        </p:spPr>
      </p:sp>
      <p:sp>
        <p:nvSpPr>
          <p:cNvPr id="165" name="Shape 163"/>
          <p:cNvSpPr/>
          <p:nvPr/>
        </p:nvSpPr>
        <p:spPr>
          <a:xfrm>
            <a:off x="3447288" y="3602736"/>
            <a:ext cx="224028" cy="51206"/>
          </a:xfrm>
          <a:prstGeom prst="rect">
            <a:avLst/>
          </a:prstGeom>
          <a:solidFill>
            <a:srgbClr val="16305B"/>
          </a:solidFill>
          <a:ln w="12700">
            <a:solidFill>
              <a:srgbClr val="16305B"/>
            </a:solidFill>
            <a:prstDash val="solid"/>
          </a:ln>
        </p:spPr>
      </p:sp>
      <p:sp>
        <p:nvSpPr>
          <p:cNvPr id="166" name="Shape 164"/>
          <p:cNvSpPr/>
          <p:nvPr/>
        </p:nvSpPr>
        <p:spPr>
          <a:xfrm>
            <a:off x="3694176" y="3602736"/>
            <a:ext cx="224028" cy="51206"/>
          </a:xfrm>
          <a:prstGeom prst="rect">
            <a:avLst/>
          </a:prstGeom>
          <a:solidFill>
            <a:srgbClr val="16305B"/>
          </a:solidFill>
          <a:ln w="12700">
            <a:solidFill>
              <a:srgbClr val="16305B"/>
            </a:solidFill>
            <a:prstDash val="solid"/>
          </a:ln>
        </p:spPr>
      </p:sp>
      <p:sp>
        <p:nvSpPr>
          <p:cNvPr id="167" name="Shape 165"/>
          <p:cNvSpPr/>
          <p:nvPr/>
        </p:nvSpPr>
        <p:spPr>
          <a:xfrm>
            <a:off x="3941064" y="3602736"/>
            <a:ext cx="224028" cy="51206"/>
          </a:xfrm>
          <a:prstGeom prst="rect">
            <a:avLst/>
          </a:prstGeom>
          <a:solidFill>
            <a:srgbClr val="E4EBF3"/>
          </a:solidFill>
          <a:ln w="12700">
            <a:solidFill>
              <a:srgbClr val="E4EBF3"/>
            </a:solidFill>
            <a:prstDash val="solid"/>
          </a:ln>
        </p:spPr>
      </p:sp>
      <p:sp>
        <p:nvSpPr>
          <p:cNvPr id="168" name="Shape 166"/>
          <p:cNvSpPr/>
          <p:nvPr/>
        </p:nvSpPr>
        <p:spPr>
          <a:xfrm>
            <a:off x="4187952" y="3602736"/>
            <a:ext cx="224028" cy="51206"/>
          </a:xfrm>
          <a:prstGeom prst="rect">
            <a:avLst/>
          </a:prstGeom>
          <a:solidFill>
            <a:srgbClr val="16305B"/>
          </a:solidFill>
          <a:ln w="12700">
            <a:solidFill>
              <a:srgbClr val="16305B"/>
            </a:solidFill>
            <a:prstDash val="solid"/>
          </a:ln>
        </p:spPr>
      </p:sp>
      <p:sp>
        <p:nvSpPr>
          <p:cNvPr id="169" name="Shape 167"/>
          <p:cNvSpPr/>
          <p:nvPr/>
        </p:nvSpPr>
        <p:spPr>
          <a:xfrm>
            <a:off x="4434840" y="3602736"/>
            <a:ext cx="224028" cy="51206"/>
          </a:xfrm>
          <a:prstGeom prst="rect">
            <a:avLst/>
          </a:prstGeom>
          <a:solidFill>
            <a:srgbClr val="8FB0D4"/>
          </a:solidFill>
          <a:ln w="12700">
            <a:solidFill>
              <a:srgbClr val="8FB0D4"/>
            </a:solidFill>
            <a:prstDash val="solid"/>
          </a:ln>
        </p:spPr>
      </p:sp>
      <p:sp>
        <p:nvSpPr>
          <p:cNvPr id="170" name="Shape 168"/>
          <p:cNvSpPr/>
          <p:nvPr/>
        </p:nvSpPr>
        <p:spPr>
          <a:xfrm>
            <a:off x="4681728" y="3602736"/>
            <a:ext cx="224028" cy="51206"/>
          </a:xfrm>
          <a:prstGeom prst="rect">
            <a:avLst/>
          </a:prstGeom>
          <a:solidFill>
            <a:srgbClr val="0090B0"/>
          </a:solidFill>
          <a:ln w="12700">
            <a:solidFill>
              <a:srgbClr val="0090B0"/>
            </a:solidFill>
            <a:prstDash val="solid"/>
          </a:ln>
        </p:spPr>
      </p:sp>
      <p:sp>
        <p:nvSpPr>
          <p:cNvPr id="171" name="Shape 169"/>
          <p:cNvSpPr/>
          <p:nvPr/>
        </p:nvSpPr>
        <p:spPr>
          <a:xfrm>
            <a:off x="4928616" y="3602736"/>
            <a:ext cx="224028" cy="51206"/>
          </a:xfrm>
          <a:prstGeom prst="rect">
            <a:avLst/>
          </a:prstGeom>
          <a:solidFill>
            <a:srgbClr val="E2F4F8"/>
          </a:solidFill>
          <a:ln w="12700">
            <a:solidFill>
              <a:srgbClr val="E2F4F8"/>
            </a:solidFill>
            <a:prstDash val="solid"/>
          </a:ln>
        </p:spPr>
      </p:sp>
      <p:sp>
        <p:nvSpPr>
          <p:cNvPr id="172" name="Shape 170"/>
          <p:cNvSpPr/>
          <p:nvPr/>
        </p:nvSpPr>
        <p:spPr>
          <a:xfrm>
            <a:off x="5175504" y="3602736"/>
            <a:ext cx="224028" cy="51206"/>
          </a:xfrm>
          <a:prstGeom prst="rect">
            <a:avLst/>
          </a:prstGeom>
          <a:solidFill>
            <a:srgbClr val="0090B0"/>
          </a:solidFill>
          <a:ln w="12700">
            <a:solidFill>
              <a:srgbClr val="0090B0"/>
            </a:solidFill>
            <a:prstDash val="solid"/>
          </a:ln>
        </p:spPr>
      </p:sp>
      <p:sp>
        <p:nvSpPr>
          <p:cNvPr id="173" name="Shape 171"/>
          <p:cNvSpPr/>
          <p:nvPr/>
        </p:nvSpPr>
        <p:spPr>
          <a:xfrm>
            <a:off x="1965960" y="3668573"/>
            <a:ext cx="224028" cy="51206"/>
          </a:xfrm>
          <a:prstGeom prst="rect">
            <a:avLst/>
          </a:prstGeom>
          <a:solidFill>
            <a:srgbClr val="16305B"/>
          </a:solidFill>
          <a:ln w="12700">
            <a:solidFill>
              <a:srgbClr val="16305B"/>
            </a:solidFill>
            <a:prstDash val="solid"/>
          </a:ln>
        </p:spPr>
      </p:sp>
      <p:sp>
        <p:nvSpPr>
          <p:cNvPr id="174" name="Shape 172"/>
          <p:cNvSpPr/>
          <p:nvPr/>
        </p:nvSpPr>
        <p:spPr>
          <a:xfrm>
            <a:off x="2212848" y="3668573"/>
            <a:ext cx="224028" cy="51206"/>
          </a:xfrm>
          <a:prstGeom prst="rect">
            <a:avLst/>
          </a:prstGeom>
          <a:solidFill>
            <a:srgbClr val="16305B"/>
          </a:solidFill>
          <a:ln w="12700">
            <a:solidFill>
              <a:srgbClr val="16305B"/>
            </a:solidFill>
            <a:prstDash val="solid"/>
          </a:ln>
        </p:spPr>
      </p:sp>
      <p:sp>
        <p:nvSpPr>
          <p:cNvPr id="175" name="Shape 173"/>
          <p:cNvSpPr/>
          <p:nvPr/>
        </p:nvSpPr>
        <p:spPr>
          <a:xfrm>
            <a:off x="2459736" y="3668573"/>
            <a:ext cx="224028" cy="51206"/>
          </a:xfrm>
          <a:prstGeom prst="rect">
            <a:avLst/>
          </a:prstGeom>
          <a:solidFill>
            <a:srgbClr val="16305B"/>
          </a:solidFill>
          <a:ln w="12700">
            <a:solidFill>
              <a:srgbClr val="16305B"/>
            </a:solidFill>
            <a:prstDash val="solid"/>
          </a:ln>
        </p:spPr>
      </p:sp>
      <p:sp>
        <p:nvSpPr>
          <p:cNvPr id="176" name="Shape 174"/>
          <p:cNvSpPr/>
          <p:nvPr/>
        </p:nvSpPr>
        <p:spPr>
          <a:xfrm>
            <a:off x="2706624" y="3668573"/>
            <a:ext cx="224028" cy="51206"/>
          </a:xfrm>
          <a:prstGeom prst="rect">
            <a:avLst/>
          </a:prstGeom>
          <a:solidFill>
            <a:srgbClr val="E4EBF3"/>
          </a:solidFill>
          <a:ln w="12700">
            <a:solidFill>
              <a:srgbClr val="E4EBF3"/>
            </a:solidFill>
            <a:prstDash val="solid"/>
          </a:ln>
        </p:spPr>
      </p:sp>
      <p:sp>
        <p:nvSpPr>
          <p:cNvPr id="177" name="Shape 175"/>
          <p:cNvSpPr/>
          <p:nvPr/>
        </p:nvSpPr>
        <p:spPr>
          <a:xfrm>
            <a:off x="2953512" y="3668573"/>
            <a:ext cx="224028" cy="51206"/>
          </a:xfrm>
          <a:prstGeom prst="rect">
            <a:avLst/>
          </a:prstGeom>
          <a:solidFill>
            <a:srgbClr val="E4EBF3"/>
          </a:solidFill>
          <a:ln w="12700">
            <a:solidFill>
              <a:srgbClr val="E4EBF3"/>
            </a:solidFill>
            <a:prstDash val="solid"/>
          </a:ln>
        </p:spPr>
      </p:sp>
      <p:sp>
        <p:nvSpPr>
          <p:cNvPr id="178" name="Shape 176"/>
          <p:cNvSpPr/>
          <p:nvPr/>
        </p:nvSpPr>
        <p:spPr>
          <a:xfrm>
            <a:off x="3200400" y="3668573"/>
            <a:ext cx="224028" cy="51206"/>
          </a:xfrm>
          <a:prstGeom prst="rect">
            <a:avLst/>
          </a:prstGeom>
          <a:solidFill>
            <a:srgbClr val="E4EBF3"/>
          </a:solidFill>
          <a:ln w="12700">
            <a:solidFill>
              <a:srgbClr val="E4EBF3"/>
            </a:solidFill>
            <a:prstDash val="solid"/>
          </a:ln>
        </p:spPr>
      </p:sp>
      <p:sp>
        <p:nvSpPr>
          <p:cNvPr id="179" name="Shape 177"/>
          <p:cNvSpPr/>
          <p:nvPr/>
        </p:nvSpPr>
        <p:spPr>
          <a:xfrm>
            <a:off x="3447288" y="3668573"/>
            <a:ext cx="224028" cy="51206"/>
          </a:xfrm>
          <a:prstGeom prst="rect">
            <a:avLst/>
          </a:prstGeom>
          <a:solidFill>
            <a:srgbClr val="E4EBF3"/>
          </a:solidFill>
          <a:ln w="12700">
            <a:solidFill>
              <a:srgbClr val="E4EBF3"/>
            </a:solidFill>
            <a:prstDash val="solid"/>
          </a:ln>
        </p:spPr>
      </p:sp>
      <p:sp>
        <p:nvSpPr>
          <p:cNvPr id="180" name="Shape 178"/>
          <p:cNvSpPr/>
          <p:nvPr/>
        </p:nvSpPr>
        <p:spPr>
          <a:xfrm>
            <a:off x="3694176" y="3668573"/>
            <a:ext cx="224028" cy="51206"/>
          </a:xfrm>
          <a:prstGeom prst="rect">
            <a:avLst/>
          </a:prstGeom>
          <a:solidFill>
            <a:srgbClr val="16305B"/>
          </a:solidFill>
          <a:ln w="12700">
            <a:solidFill>
              <a:srgbClr val="16305B"/>
            </a:solidFill>
            <a:prstDash val="solid"/>
          </a:ln>
        </p:spPr>
      </p:sp>
      <p:sp>
        <p:nvSpPr>
          <p:cNvPr id="181" name="Shape 179"/>
          <p:cNvSpPr/>
          <p:nvPr/>
        </p:nvSpPr>
        <p:spPr>
          <a:xfrm>
            <a:off x="3941064" y="3668573"/>
            <a:ext cx="224028" cy="51206"/>
          </a:xfrm>
          <a:prstGeom prst="rect">
            <a:avLst/>
          </a:prstGeom>
          <a:solidFill>
            <a:srgbClr val="16305B"/>
          </a:solidFill>
          <a:ln w="12700">
            <a:solidFill>
              <a:srgbClr val="16305B"/>
            </a:solidFill>
            <a:prstDash val="solid"/>
          </a:ln>
        </p:spPr>
      </p:sp>
      <p:sp>
        <p:nvSpPr>
          <p:cNvPr id="182" name="Shape 180"/>
          <p:cNvSpPr/>
          <p:nvPr/>
        </p:nvSpPr>
        <p:spPr>
          <a:xfrm>
            <a:off x="4187952" y="3668573"/>
            <a:ext cx="224028" cy="51206"/>
          </a:xfrm>
          <a:prstGeom prst="rect">
            <a:avLst/>
          </a:prstGeom>
          <a:solidFill>
            <a:srgbClr val="E4EBF3"/>
          </a:solidFill>
          <a:ln w="12700">
            <a:solidFill>
              <a:srgbClr val="E4EBF3"/>
            </a:solidFill>
            <a:prstDash val="solid"/>
          </a:ln>
        </p:spPr>
      </p:sp>
      <p:sp>
        <p:nvSpPr>
          <p:cNvPr id="183" name="Shape 181"/>
          <p:cNvSpPr/>
          <p:nvPr/>
        </p:nvSpPr>
        <p:spPr>
          <a:xfrm>
            <a:off x="4434840" y="3668573"/>
            <a:ext cx="224028" cy="51206"/>
          </a:xfrm>
          <a:prstGeom prst="rect">
            <a:avLst/>
          </a:prstGeom>
          <a:solidFill>
            <a:srgbClr val="16305B"/>
          </a:solidFill>
          <a:ln w="12700">
            <a:solidFill>
              <a:srgbClr val="16305B"/>
            </a:solidFill>
            <a:prstDash val="solid"/>
          </a:ln>
        </p:spPr>
      </p:sp>
      <p:sp>
        <p:nvSpPr>
          <p:cNvPr id="184" name="Shape 182"/>
          <p:cNvSpPr/>
          <p:nvPr/>
        </p:nvSpPr>
        <p:spPr>
          <a:xfrm>
            <a:off x="4681728" y="3668573"/>
            <a:ext cx="224028" cy="51206"/>
          </a:xfrm>
          <a:prstGeom prst="rect">
            <a:avLst/>
          </a:prstGeom>
          <a:solidFill>
            <a:srgbClr val="8DD2E2"/>
          </a:solidFill>
          <a:ln w="12700">
            <a:solidFill>
              <a:srgbClr val="8DD2E2"/>
            </a:solidFill>
            <a:prstDash val="solid"/>
          </a:ln>
        </p:spPr>
      </p:sp>
      <p:sp>
        <p:nvSpPr>
          <p:cNvPr id="185" name="Shape 183"/>
          <p:cNvSpPr/>
          <p:nvPr/>
        </p:nvSpPr>
        <p:spPr>
          <a:xfrm>
            <a:off x="4928616" y="3668573"/>
            <a:ext cx="224028" cy="51206"/>
          </a:xfrm>
          <a:prstGeom prst="rect">
            <a:avLst/>
          </a:prstGeom>
          <a:solidFill>
            <a:srgbClr val="0090B0"/>
          </a:solidFill>
          <a:ln w="12700">
            <a:solidFill>
              <a:srgbClr val="0090B0"/>
            </a:solidFill>
            <a:prstDash val="solid"/>
          </a:ln>
        </p:spPr>
      </p:sp>
      <p:sp>
        <p:nvSpPr>
          <p:cNvPr id="186" name="Shape 184"/>
          <p:cNvSpPr/>
          <p:nvPr/>
        </p:nvSpPr>
        <p:spPr>
          <a:xfrm>
            <a:off x="5175504" y="3668573"/>
            <a:ext cx="224028" cy="51206"/>
          </a:xfrm>
          <a:prstGeom prst="rect">
            <a:avLst/>
          </a:prstGeom>
          <a:solidFill>
            <a:srgbClr val="E2F4F8"/>
          </a:solidFill>
          <a:ln w="12700">
            <a:solidFill>
              <a:srgbClr val="E2F4F8"/>
            </a:solidFill>
            <a:prstDash val="solid"/>
          </a:ln>
        </p:spPr>
      </p:sp>
      <p:sp>
        <p:nvSpPr>
          <p:cNvPr id="187" name="Shape 185"/>
          <p:cNvSpPr/>
          <p:nvPr/>
        </p:nvSpPr>
        <p:spPr>
          <a:xfrm>
            <a:off x="1965960" y="3734410"/>
            <a:ext cx="224028" cy="51206"/>
          </a:xfrm>
          <a:prstGeom prst="rect">
            <a:avLst/>
          </a:prstGeom>
          <a:solidFill>
            <a:srgbClr val="16305B"/>
          </a:solidFill>
          <a:ln w="12700">
            <a:solidFill>
              <a:srgbClr val="16305B"/>
            </a:solidFill>
            <a:prstDash val="solid"/>
          </a:ln>
        </p:spPr>
      </p:sp>
      <p:sp>
        <p:nvSpPr>
          <p:cNvPr id="188" name="Shape 186"/>
          <p:cNvSpPr/>
          <p:nvPr/>
        </p:nvSpPr>
        <p:spPr>
          <a:xfrm>
            <a:off x="2212848" y="3734410"/>
            <a:ext cx="224028" cy="51206"/>
          </a:xfrm>
          <a:prstGeom prst="rect">
            <a:avLst/>
          </a:prstGeom>
          <a:solidFill>
            <a:srgbClr val="E4EBF3"/>
          </a:solidFill>
          <a:ln w="12700">
            <a:solidFill>
              <a:srgbClr val="E4EBF3"/>
            </a:solidFill>
            <a:prstDash val="solid"/>
          </a:ln>
        </p:spPr>
      </p:sp>
      <p:sp>
        <p:nvSpPr>
          <p:cNvPr id="189" name="Shape 187"/>
          <p:cNvSpPr/>
          <p:nvPr/>
        </p:nvSpPr>
        <p:spPr>
          <a:xfrm>
            <a:off x="2459736" y="3734410"/>
            <a:ext cx="224028" cy="51206"/>
          </a:xfrm>
          <a:prstGeom prst="rect">
            <a:avLst/>
          </a:prstGeom>
          <a:solidFill>
            <a:srgbClr val="16305B"/>
          </a:solidFill>
          <a:ln w="12700">
            <a:solidFill>
              <a:srgbClr val="16305B"/>
            </a:solidFill>
            <a:prstDash val="solid"/>
          </a:ln>
        </p:spPr>
      </p:sp>
      <p:sp>
        <p:nvSpPr>
          <p:cNvPr id="190" name="Shape 188"/>
          <p:cNvSpPr/>
          <p:nvPr/>
        </p:nvSpPr>
        <p:spPr>
          <a:xfrm>
            <a:off x="2706624" y="3734410"/>
            <a:ext cx="224028" cy="51206"/>
          </a:xfrm>
          <a:prstGeom prst="rect">
            <a:avLst/>
          </a:prstGeom>
          <a:solidFill>
            <a:srgbClr val="16305B"/>
          </a:solidFill>
          <a:ln w="12700">
            <a:solidFill>
              <a:srgbClr val="16305B"/>
            </a:solidFill>
            <a:prstDash val="solid"/>
          </a:ln>
        </p:spPr>
      </p:sp>
      <p:sp>
        <p:nvSpPr>
          <p:cNvPr id="191" name="Shape 189"/>
          <p:cNvSpPr/>
          <p:nvPr/>
        </p:nvSpPr>
        <p:spPr>
          <a:xfrm>
            <a:off x="2953512" y="3734410"/>
            <a:ext cx="224028" cy="51206"/>
          </a:xfrm>
          <a:prstGeom prst="rect">
            <a:avLst/>
          </a:prstGeom>
          <a:solidFill>
            <a:srgbClr val="E4EBF3"/>
          </a:solidFill>
          <a:ln w="12700">
            <a:solidFill>
              <a:srgbClr val="E4EBF3"/>
            </a:solidFill>
            <a:prstDash val="solid"/>
          </a:ln>
        </p:spPr>
      </p:sp>
      <p:sp>
        <p:nvSpPr>
          <p:cNvPr id="192" name="Shape 190"/>
          <p:cNvSpPr/>
          <p:nvPr/>
        </p:nvSpPr>
        <p:spPr>
          <a:xfrm>
            <a:off x="3200400" y="3734410"/>
            <a:ext cx="224028" cy="51206"/>
          </a:xfrm>
          <a:prstGeom prst="rect">
            <a:avLst/>
          </a:prstGeom>
          <a:solidFill>
            <a:srgbClr val="E4EBF3"/>
          </a:solidFill>
          <a:ln w="12700">
            <a:solidFill>
              <a:srgbClr val="E4EBF3"/>
            </a:solidFill>
            <a:prstDash val="solid"/>
          </a:ln>
        </p:spPr>
      </p:sp>
      <p:sp>
        <p:nvSpPr>
          <p:cNvPr id="193" name="Shape 191"/>
          <p:cNvSpPr/>
          <p:nvPr/>
        </p:nvSpPr>
        <p:spPr>
          <a:xfrm>
            <a:off x="3447288" y="3734410"/>
            <a:ext cx="224028" cy="51206"/>
          </a:xfrm>
          <a:prstGeom prst="rect">
            <a:avLst/>
          </a:prstGeom>
          <a:solidFill>
            <a:srgbClr val="E4EBF3"/>
          </a:solidFill>
          <a:ln w="12700">
            <a:solidFill>
              <a:srgbClr val="E4EBF3"/>
            </a:solidFill>
            <a:prstDash val="solid"/>
          </a:ln>
        </p:spPr>
      </p:sp>
      <p:sp>
        <p:nvSpPr>
          <p:cNvPr id="194" name="Shape 192"/>
          <p:cNvSpPr/>
          <p:nvPr/>
        </p:nvSpPr>
        <p:spPr>
          <a:xfrm>
            <a:off x="3694176" y="3734410"/>
            <a:ext cx="224028" cy="51206"/>
          </a:xfrm>
          <a:prstGeom prst="rect">
            <a:avLst/>
          </a:prstGeom>
          <a:solidFill>
            <a:srgbClr val="E4EBF3"/>
          </a:solidFill>
          <a:ln w="12700">
            <a:solidFill>
              <a:srgbClr val="E4EBF3"/>
            </a:solidFill>
            <a:prstDash val="solid"/>
          </a:ln>
        </p:spPr>
      </p:sp>
      <p:sp>
        <p:nvSpPr>
          <p:cNvPr id="195" name="Shape 193"/>
          <p:cNvSpPr/>
          <p:nvPr/>
        </p:nvSpPr>
        <p:spPr>
          <a:xfrm>
            <a:off x="3941064" y="3734410"/>
            <a:ext cx="224028" cy="51206"/>
          </a:xfrm>
          <a:prstGeom prst="rect">
            <a:avLst/>
          </a:prstGeom>
          <a:solidFill>
            <a:srgbClr val="16305B"/>
          </a:solidFill>
          <a:ln w="12700">
            <a:solidFill>
              <a:srgbClr val="16305B"/>
            </a:solidFill>
            <a:prstDash val="solid"/>
          </a:ln>
        </p:spPr>
      </p:sp>
      <p:sp>
        <p:nvSpPr>
          <p:cNvPr id="196" name="Shape 194"/>
          <p:cNvSpPr/>
          <p:nvPr/>
        </p:nvSpPr>
        <p:spPr>
          <a:xfrm>
            <a:off x="4187952" y="3734410"/>
            <a:ext cx="224028" cy="51206"/>
          </a:xfrm>
          <a:prstGeom prst="rect">
            <a:avLst/>
          </a:prstGeom>
          <a:solidFill>
            <a:srgbClr val="16305B"/>
          </a:solidFill>
          <a:ln w="12700">
            <a:solidFill>
              <a:srgbClr val="16305B"/>
            </a:solidFill>
            <a:prstDash val="solid"/>
          </a:ln>
        </p:spPr>
      </p:sp>
      <p:sp>
        <p:nvSpPr>
          <p:cNvPr id="197" name="Shape 195"/>
          <p:cNvSpPr/>
          <p:nvPr/>
        </p:nvSpPr>
        <p:spPr>
          <a:xfrm>
            <a:off x="4434840" y="3734410"/>
            <a:ext cx="224028" cy="51206"/>
          </a:xfrm>
          <a:prstGeom prst="rect">
            <a:avLst/>
          </a:prstGeom>
          <a:solidFill>
            <a:srgbClr val="E4EBF3"/>
          </a:solidFill>
          <a:ln w="12700">
            <a:solidFill>
              <a:srgbClr val="E4EBF3"/>
            </a:solidFill>
            <a:prstDash val="solid"/>
          </a:ln>
        </p:spPr>
      </p:sp>
      <p:sp>
        <p:nvSpPr>
          <p:cNvPr id="198" name="Shape 196"/>
          <p:cNvSpPr/>
          <p:nvPr/>
        </p:nvSpPr>
        <p:spPr>
          <a:xfrm>
            <a:off x="4681728" y="3734410"/>
            <a:ext cx="224028" cy="51206"/>
          </a:xfrm>
          <a:prstGeom prst="rect">
            <a:avLst/>
          </a:prstGeom>
          <a:solidFill>
            <a:srgbClr val="0090B0"/>
          </a:solidFill>
          <a:ln w="12700">
            <a:solidFill>
              <a:srgbClr val="0090B0"/>
            </a:solidFill>
            <a:prstDash val="solid"/>
          </a:ln>
        </p:spPr>
      </p:sp>
      <p:sp>
        <p:nvSpPr>
          <p:cNvPr id="199" name="Shape 197"/>
          <p:cNvSpPr/>
          <p:nvPr/>
        </p:nvSpPr>
        <p:spPr>
          <a:xfrm>
            <a:off x="4928616" y="3734410"/>
            <a:ext cx="224028" cy="51206"/>
          </a:xfrm>
          <a:prstGeom prst="rect">
            <a:avLst/>
          </a:prstGeom>
          <a:solidFill>
            <a:srgbClr val="8DD2E2"/>
          </a:solidFill>
          <a:ln w="12700">
            <a:solidFill>
              <a:srgbClr val="8DD2E2"/>
            </a:solidFill>
            <a:prstDash val="solid"/>
          </a:ln>
        </p:spPr>
      </p:sp>
      <p:sp>
        <p:nvSpPr>
          <p:cNvPr id="200" name="Shape 198"/>
          <p:cNvSpPr/>
          <p:nvPr/>
        </p:nvSpPr>
        <p:spPr>
          <a:xfrm>
            <a:off x="5175504" y="3734410"/>
            <a:ext cx="224028" cy="51206"/>
          </a:xfrm>
          <a:prstGeom prst="rect">
            <a:avLst/>
          </a:prstGeom>
          <a:solidFill>
            <a:srgbClr val="0090B0"/>
          </a:solidFill>
          <a:ln w="12700">
            <a:solidFill>
              <a:srgbClr val="0090B0"/>
            </a:solidFill>
            <a:prstDash val="solid"/>
          </a:ln>
        </p:spPr>
      </p:sp>
      <p:sp>
        <p:nvSpPr>
          <p:cNvPr id="201" name="Shape 199"/>
          <p:cNvSpPr/>
          <p:nvPr/>
        </p:nvSpPr>
        <p:spPr>
          <a:xfrm>
            <a:off x="1965960" y="3800246"/>
            <a:ext cx="224028" cy="51206"/>
          </a:xfrm>
          <a:prstGeom prst="rect">
            <a:avLst/>
          </a:prstGeom>
          <a:solidFill>
            <a:srgbClr val="16305B"/>
          </a:solidFill>
          <a:ln w="12700">
            <a:solidFill>
              <a:srgbClr val="16305B"/>
            </a:solidFill>
            <a:prstDash val="solid"/>
          </a:ln>
        </p:spPr>
      </p:sp>
      <p:sp>
        <p:nvSpPr>
          <p:cNvPr id="202" name="Shape 200"/>
          <p:cNvSpPr/>
          <p:nvPr/>
        </p:nvSpPr>
        <p:spPr>
          <a:xfrm>
            <a:off x="2212848" y="3800246"/>
            <a:ext cx="224028" cy="51206"/>
          </a:xfrm>
          <a:prstGeom prst="rect">
            <a:avLst/>
          </a:prstGeom>
          <a:solidFill>
            <a:srgbClr val="16305B"/>
          </a:solidFill>
          <a:ln w="12700">
            <a:solidFill>
              <a:srgbClr val="16305B"/>
            </a:solidFill>
            <a:prstDash val="solid"/>
          </a:ln>
        </p:spPr>
      </p:sp>
      <p:sp>
        <p:nvSpPr>
          <p:cNvPr id="203" name="Shape 201"/>
          <p:cNvSpPr/>
          <p:nvPr/>
        </p:nvSpPr>
        <p:spPr>
          <a:xfrm>
            <a:off x="2459736" y="3800246"/>
            <a:ext cx="224028" cy="51206"/>
          </a:xfrm>
          <a:prstGeom prst="rect">
            <a:avLst/>
          </a:prstGeom>
          <a:solidFill>
            <a:srgbClr val="E4EBF3"/>
          </a:solidFill>
          <a:ln w="12700">
            <a:solidFill>
              <a:srgbClr val="E4EBF3"/>
            </a:solidFill>
            <a:prstDash val="solid"/>
          </a:ln>
        </p:spPr>
      </p:sp>
      <p:sp>
        <p:nvSpPr>
          <p:cNvPr id="204" name="Shape 202"/>
          <p:cNvSpPr/>
          <p:nvPr/>
        </p:nvSpPr>
        <p:spPr>
          <a:xfrm>
            <a:off x="2706624" y="3800246"/>
            <a:ext cx="224028" cy="51206"/>
          </a:xfrm>
          <a:prstGeom prst="rect">
            <a:avLst/>
          </a:prstGeom>
          <a:solidFill>
            <a:srgbClr val="16305B"/>
          </a:solidFill>
          <a:ln w="12700">
            <a:solidFill>
              <a:srgbClr val="16305B"/>
            </a:solidFill>
            <a:prstDash val="solid"/>
          </a:ln>
        </p:spPr>
      </p:sp>
      <p:sp>
        <p:nvSpPr>
          <p:cNvPr id="205" name="Shape 203"/>
          <p:cNvSpPr/>
          <p:nvPr/>
        </p:nvSpPr>
        <p:spPr>
          <a:xfrm>
            <a:off x="2953512" y="3800246"/>
            <a:ext cx="224028" cy="51206"/>
          </a:xfrm>
          <a:prstGeom prst="rect">
            <a:avLst/>
          </a:prstGeom>
          <a:solidFill>
            <a:srgbClr val="16305B"/>
          </a:solidFill>
          <a:ln w="12700">
            <a:solidFill>
              <a:srgbClr val="16305B"/>
            </a:solidFill>
            <a:prstDash val="solid"/>
          </a:ln>
        </p:spPr>
      </p:sp>
      <p:sp>
        <p:nvSpPr>
          <p:cNvPr id="206" name="Shape 204"/>
          <p:cNvSpPr/>
          <p:nvPr/>
        </p:nvSpPr>
        <p:spPr>
          <a:xfrm>
            <a:off x="3200400" y="3800246"/>
            <a:ext cx="224028" cy="51206"/>
          </a:xfrm>
          <a:prstGeom prst="rect">
            <a:avLst/>
          </a:prstGeom>
          <a:solidFill>
            <a:srgbClr val="E4EBF3"/>
          </a:solidFill>
          <a:ln w="12700">
            <a:solidFill>
              <a:srgbClr val="E4EBF3"/>
            </a:solidFill>
            <a:prstDash val="solid"/>
          </a:ln>
        </p:spPr>
      </p:sp>
      <p:sp>
        <p:nvSpPr>
          <p:cNvPr id="207" name="Shape 205"/>
          <p:cNvSpPr/>
          <p:nvPr/>
        </p:nvSpPr>
        <p:spPr>
          <a:xfrm>
            <a:off x="3447288" y="3800246"/>
            <a:ext cx="224028" cy="51206"/>
          </a:xfrm>
          <a:prstGeom prst="rect">
            <a:avLst/>
          </a:prstGeom>
          <a:solidFill>
            <a:srgbClr val="E4EBF3"/>
          </a:solidFill>
          <a:ln w="12700">
            <a:solidFill>
              <a:srgbClr val="E4EBF3"/>
            </a:solidFill>
            <a:prstDash val="solid"/>
          </a:ln>
        </p:spPr>
      </p:sp>
      <p:sp>
        <p:nvSpPr>
          <p:cNvPr id="208" name="Shape 206"/>
          <p:cNvSpPr/>
          <p:nvPr/>
        </p:nvSpPr>
        <p:spPr>
          <a:xfrm>
            <a:off x="3694176" y="3800246"/>
            <a:ext cx="224028" cy="51206"/>
          </a:xfrm>
          <a:prstGeom prst="rect">
            <a:avLst/>
          </a:prstGeom>
          <a:solidFill>
            <a:srgbClr val="E4EBF3"/>
          </a:solidFill>
          <a:ln w="12700">
            <a:solidFill>
              <a:srgbClr val="E4EBF3"/>
            </a:solidFill>
            <a:prstDash val="solid"/>
          </a:ln>
        </p:spPr>
      </p:sp>
      <p:sp>
        <p:nvSpPr>
          <p:cNvPr id="209" name="Shape 207"/>
          <p:cNvSpPr/>
          <p:nvPr/>
        </p:nvSpPr>
        <p:spPr>
          <a:xfrm>
            <a:off x="3941064" y="3800246"/>
            <a:ext cx="224028" cy="51206"/>
          </a:xfrm>
          <a:prstGeom prst="rect">
            <a:avLst/>
          </a:prstGeom>
          <a:solidFill>
            <a:srgbClr val="E4EBF3"/>
          </a:solidFill>
          <a:ln w="12700">
            <a:solidFill>
              <a:srgbClr val="E4EBF3"/>
            </a:solidFill>
            <a:prstDash val="solid"/>
          </a:ln>
        </p:spPr>
      </p:sp>
      <p:sp>
        <p:nvSpPr>
          <p:cNvPr id="210" name="Shape 208"/>
          <p:cNvSpPr/>
          <p:nvPr/>
        </p:nvSpPr>
        <p:spPr>
          <a:xfrm>
            <a:off x="4187952" y="3800246"/>
            <a:ext cx="224028" cy="51206"/>
          </a:xfrm>
          <a:prstGeom prst="rect">
            <a:avLst/>
          </a:prstGeom>
          <a:solidFill>
            <a:srgbClr val="16305B"/>
          </a:solidFill>
          <a:ln w="12700">
            <a:solidFill>
              <a:srgbClr val="16305B"/>
            </a:solidFill>
            <a:prstDash val="solid"/>
          </a:ln>
        </p:spPr>
      </p:sp>
      <p:sp>
        <p:nvSpPr>
          <p:cNvPr id="211" name="Shape 209"/>
          <p:cNvSpPr/>
          <p:nvPr/>
        </p:nvSpPr>
        <p:spPr>
          <a:xfrm>
            <a:off x="4434840" y="3800246"/>
            <a:ext cx="224028" cy="51206"/>
          </a:xfrm>
          <a:prstGeom prst="rect">
            <a:avLst/>
          </a:prstGeom>
          <a:solidFill>
            <a:srgbClr val="16305B"/>
          </a:solidFill>
          <a:ln w="12700">
            <a:solidFill>
              <a:srgbClr val="16305B"/>
            </a:solidFill>
            <a:prstDash val="solid"/>
          </a:ln>
        </p:spPr>
      </p:sp>
      <p:sp>
        <p:nvSpPr>
          <p:cNvPr id="212" name="Shape 210"/>
          <p:cNvSpPr/>
          <p:nvPr/>
        </p:nvSpPr>
        <p:spPr>
          <a:xfrm>
            <a:off x="4681728" y="3800246"/>
            <a:ext cx="224028" cy="51206"/>
          </a:xfrm>
          <a:prstGeom prst="rect">
            <a:avLst/>
          </a:prstGeom>
          <a:solidFill>
            <a:srgbClr val="E2F4F8"/>
          </a:solidFill>
          <a:ln w="12700">
            <a:solidFill>
              <a:srgbClr val="E2F4F8"/>
            </a:solidFill>
            <a:prstDash val="solid"/>
          </a:ln>
        </p:spPr>
      </p:sp>
      <p:sp>
        <p:nvSpPr>
          <p:cNvPr id="213" name="Shape 211"/>
          <p:cNvSpPr/>
          <p:nvPr/>
        </p:nvSpPr>
        <p:spPr>
          <a:xfrm>
            <a:off x="4928616" y="3800246"/>
            <a:ext cx="224028" cy="51206"/>
          </a:xfrm>
          <a:prstGeom prst="rect">
            <a:avLst/>
          </a:prstGeom>
          <a:solidFill>
            <a:srgbClr val="0090B0"/>
          </a:solidFill>
          <a:ln w="12700">
            <a:solidFill>
              <a:srgbClr val="0090B0"/>
            </a:solidFill>
            <a:prstDash val="solid"/>
          </a:ln>
        </p:spPr>
      </p:sp>
      <p:sp>
        <p:nvSpPr>
          <p:cNvPr id="214" name="Shape 212"/>
          <p:cNvSpPr/>
          <p:nvPr/>
        </p:nvSpPr>
        <p:spPr>
          <a:xfrm>
            <a:off x="5175504" y="3800246"/>
            <a:ext cx="224028" cy="51206"/>
          </a:xfrm>
          <a:prstGeom prst="rect">
            <a:avLst/>
          </a:prstGeom>
          <a:solidFill>
            <a:srgbClr val="8DD2E2"/>
          </a:solidFill>
          <a:ln w="12700">
            <a:solidFill>
              <a:srgbClr val="8DD2E2"/>
            </a:solidFill>
            <a:prstDash val="solid"/>
          </a:ln>
        </p:spPr>
      </p:sp>
      <p:sp>
        <p:nvSpPr>
          <p:cNvPr id="215" name="Shape 213"/>
          <p:cNvSpPr/>
          <p:nvPr/>
        </p:nvSpPr>
        <p:spPr>
          <a:xfrm>
            <a:off x="1965960" y="3911803"/>
            <a:ext cx="224028" cy="51206"/>
          </a:xfrm>
          <a:prstGeom prst="rect">
            <a:avLst/>
          </a:prstGeom>
          <a:solidFill>
            <a:srgbClr val="8FB0D4"/>
          </a:solidFill>
          <a:ln w="12700">
            <a:solidFill>
              <a:srgbClr val="8FB0D4"/>
            </a:solidFill>
            <a:prstDash val="solid"/>
          </a:ln>
        </p:spPr>
      </p:sp>
      <p:sp>
        <p:nvSpPr>
          <p:cNvPr id="216" name="Shape 214"/>
          <p:cNvSpPr/>
          <p:nvPr/>
        </p:nvSpPr>
        <p:spPr>
          <a:xfrm>
            <a:off x="2212848" y="3911803"/>
            <a:ext cx="224028" cy="51206"/>
          </a:xfrm>
          <a:prstGeom prst="rect">
            <a:avLst/>
          </a:prstGeom>
          <a:solidFill>
            <a:srgbClr val="E4EBF3"/>
          </a:solidFill>
          <a:ln w="12700">
            <a:solidFill>
              <a:srgbClr val="E4EBF3"/>
            </a:solidFill>
            <a:prstDash val="solid"/>
          </a:ln>
        </p:spPr>
      </p:sp>
      <p:sp>
        <p:nvSpPr>
          <p:cNvPr id="217" name="Shape 215"/>
          <p:cNvSpPr/>
          <p:nvPr/>
        </p:nvSpPr>
        <p:spPr>
          <a:xfrm>
            <a:off x="2459736" y="3911803"/>
            <a:ext cx="224028" cy="51206"/>
          </a:xfrm>
          <a:prstGeom prst="rect">
            <a:avLst/>
          </a:prstGeom>
          <a:solidFill>
            <a:srgbClr val="E4EBF3"/>
          </a:solidFill>
          <a:ln w="12700">
            <a:solidFill>
              <a:srgbClr val="E4EBF3"/>
            </a:solidFill>
            <a:prstDash val="solid"/>
          </a:ln>
        </p:spPr>
      </p:sp>
      <p:sp>
        <p:nvSpPr>
          <p:cNvPr id="218" name="Shape 216"/>
          <p:cNvSpPr/>
          <p:nvPr/>
        </p:nvSpPr>
        <p:spPr>
          <a:xfrm>
            <a:off x="2706624" y="3911803"/>
            <a:ext cx="224028" cy="51206"/>
          </a:xfrm>
          <a:prstGeom prst="rect">
            <a:avLst/>
          </a:prstGeom>
          <a:solidFill>
            <a:srgbClr val="E4EBF3"/>
          </a:solidFill>
          <a:ln w="12700">
            <a:solidFill>
              <a:srgbClr val="E4EBF3"/>
            </a:solidFill>
            <a:prstDash val="solid"/>
          </a:ln>
        </p:spPr>
      </p:sp>
      <p:sp>
        <p:nvSpPr>
          <p:cNvPr id="219" name="Shape 217"/>
          <p:cNvSpPr/>
          <p:nvPr/>
        </p:nvSpPr>
        <p:spPr>
          <a:xfrm>
            <a:off x="2953512" y="3911803"/>
            <a:ext cx="224028" cy="51206"/>
          </a:xfrm>
          <a:prstGeom prst="rect">
            <a:avLst/>
          </a:prstGeom>
          <a:solidFill>
            <a:srgbClr val="E4EBF3"/>
          </a:solidFill>
          <a:ln w="12700">
            <a:solidFill>
              <a:srgbClr val="E4EBF3"/>
            </a:solidFill>
            <a:prstDash val="solid"/>
          </a:ln>
        </p:spPr>
      </p:sp>
      <p:sp>
        <p:nvSpPr>
          <p:cNvPr id="220" name="Shape 218"/>
          <p:cNvSpPr/>
          <p:nvPr/>
        </p:nvSpPr>
        <p:spPr>
          <a:xfrm>
            <a:off x="3200400" y="3911803"/>
            <a:ext cx="224028" cy="51206"/>
          </a:xfrm>
          <a:prstGeom prst="rect">
            <a:avLst/>
          </a:prstGeom>
          <a:solidFill>
            <a:srgbClr val="E4EBF3"/>
          </a:solidFill>
          <a:ln w="12700">
            <a:solidFill>
              <a:srgbClr val="E4EBF3"/>
            </a:solidFill>
            <a:prstDash val="solid"/>
          </a:ln>
        </p:spPr>
      </p:sp>
      <p:sp>
        <p:nvSpPr>
          <p:cNvPr id="221" name="Shape 219"/>
          <p:cNvSpPr/>
          <p:nvPr/>
        </p:nvSpPr>
        <p:spPr>
          <a:xfrm>
            <a:off x="3447288" y="3911803"/>
            <a:ext cx="224028" cy="51206"/>
          </a:xfrm>
          <a:prstGeom prst="rect">
            <a:avLst/>
          </a:prstGeom>
          <a:solidFill>
            <a:srgbClr val="E4EBF3"/>
          </a:solidFill>
          <a:ln w="12700">
            <a:solidFill>
              <a:srgbClr val="E4EBF3"/>
            </a:solidFill>
            <a:prstDash val="solid"/>
          </a:ln>
        </p:spPr>
      </p:sp>
      <p:sp>
        <p:nvSpPr>
          <p:cNvPr id="222" name="Shape 220"/>
          <p:cNvSpPr/>
          <p:nvPr/>
        </p:nvSpPr>
        <p:spPr>
          <a:xfrm>
            <a:off x="3694176" y="3911803"/>
            <a:ext cx="224028" cy="51206"/>
          </a:xfrm>
          <a:prstGeom prst="rect">
            <a:avLst/>
          </a:prstGeom>
          <a:solidFill>
            <a:srgbClr val="E4EBF3"/>
          </a:solidFill>
          <a:ln w="12700">
            <a:solidFill>
              <a:srgbClr val="E4EBF3"/>
            </a:solidFill>
            <a:prstDash val="solid"/>
          </a:ln>
        </p:spPr>
      </p:sp>
      <p:sp>
        <p:nvSpPr>
          <p:cNvPr id="223" name="Shape 221"/>
          <p:cNvSpPr/>
          <p:nvPr/>
        </p:nvSpPr>
        <p:spPr>
          <a:xfrm>
            <a:off x="3941064" y="3911803"/>
            <a:ext cx="224028" cy="51206"/>
          </a:xfrm>
          <a:prstGeom prst="rect">
            <a:avLst/>
          </a:prstGeom>
          <a:solidFill>
            <a:srgbClr val="E4EBF3"/>
          </a:solidFill>
          <a:ln w="12700">
            <a:solidFill>
              <a:srgbClr val="E4EBF3"/>
            </a:solidFill>
            <a:prstDash val="solid"/>
          </a:ln>
        </p:spPr>
      </p:sp>
      <p:sp>
        <p:nvSpPr>
          <p:cNvPr id="224" name="Shape 222"/>
          <p:cNvSpPr/>
          <p:nvPr/>
        </p:nvSpPr>
        <p:spPr>
          <a:xfrm>
            <a:off x="4187952" y="3911803"/>
            <a:ext cx="224028" cy="51206"/>
          </a:xfrm>
          <a:prstGeom prst="rect">
            <a:avLst/>
          </a:prstGeom>
          <a:solidFill>
            <a:srgbClr val="E4EBF3"/>
          </a:solidFill>
          <a:ln w="12700">
            <a:solidFill>
              <a:srgbClr val="E4EBF3"/>
            </a:solidFill>
            <a:prstDash val="solid"/>
          </a:ln>
        </p:spPr>
      </p:sp>
      <p:sp>
        <p:nvSpPr>
          <p:cNvPr id="225" name="Shape 223"/>
          <p:cNvSpPr/>
          <p:nvPr/>
        </p:nvSpPr>
        <p:spPr>
          <a:xfrm>
            <a:off x="4434840" y="3911803"/>
            <a:ext cx="224028" cy="51206"/>
          </a:xfrm>
          <a:prstGeom prst="rect">
            <a:avLst/>
          </a:prstGeom>
          <a:solidFill>
            <a:srgbClr val="E4EBF3"/>
          </a:solidFill>
          <a:ln w="12700">
            <a:solidFill>
              <a:srgbClr val="E4EBF3"/>
            </a:solidFill>
            <a:prstDash val="solid"/>
          </a:ln>
        </p:spPr>
      </p:sp>
      <p:sp>
        <p:nvSpPr>
          <p:cNvPr id="226" name="Shape 224"/>
          <p:cNvSpPr/>
          <p:nvPr/>
        </p:nvSpPr>
        <p:spPr>
          <a:xfrm>
            <a:off x="4681728" y="3911803"/>
            <a:ext cx="224028" cy="51206"/>
          </a:xfrm>
          <a:prstGeom prst="rect">
            <a:avLst/>
          </a:prstGeom>
          <a:solidFill>
            <a:srgbClr val="E2F4F8"/>
          </a:solidFill>
          <a:ln w="12700">
            <a:solidFill>
              <a:srgbClr val="E2F4F8"/>
            </a:solidFill>
            <a:prstDash val="solid"/>
          </a:ln>
        </p:spPr>
      </p:sp>
      <p:sp>
        <p:nvSpPr>
          <p:cNvPr id="227" name="Shape 225"/>
          <p:cNvSpPr/>
          <p:nvPr/>
        </p:nvSpPr>
        <p:spPr>
          <a:xfrm>
            <a:off x="4928616" y="3911803"/>
            <a:ext cx="224028" cy="51206"/>
          </a:xfrm>
          <a:prstGeom prst="rect">
            <a:avLst/>
          </a:prstGeom>
          <a:solidFill>
            <a:srgbClr val="E2F4F8"/>
          </a:solidFill>
          <a:ln w="12700">
            <a:solidFill>
              <a:srgbClr val="E2F4F8"/>
            </a:solidFill>
            <a:prstDash val="solid"/>
          </a:ln>
        </p:spPr>
      </p:sp>
      <p:sp>
        <p:nvSpPr>
          <p:cNvPr id="228" name="Shape 226"/>
          <p:cNvSpPr/>
          <p:nvPr/>
        </p:nvSpPr>
        <p:spPr>
          <a:xfrm>
            <a:off x="5175504" y="3911803"/>
            <a:ext cx="224028" cy="51206"/>
          </a:xfrm>
          <a:prstGeom prst="rect">
            <a:avLst/>
          </a:prstGeom>
          <a:solidFill>
            <a:srgbClr val="E2F4F8"/>
          </a:solidFill>
          <a:ln w="12700">
            <a:solidFill>
              <a:srgbClr val="E2F4F8"/>
            </a:solidFill>
            <a:prstDash val="solid"/>
          </a:ln>
        </p:spPr>
      </p:sp>
      <p:sp>
        <p:nvSpPr>
          <p:cNvPr id="229" name="Shape 227"/>
          <p:cNvSpPr/>
          <p:nvPr/>
        </p:nvSpPr>
        <p:spPr>
          <a:xfrm>
            <a:off x="1965960" y="3977640"/>
            <a:ext cx="224028" cy="51206"/>
          </a:xfrm>
          <a:prstGeom prst="rect">
            <a:avLst/>
          </a:prstGeom>
          <a:solidFill>
            <a:srgbClr val="E4EBF3"/>
          </a:solidFill>
          <a:ln w="12700">
            <a:solidFill>
              <a:srgbClr val="E4EBF3"/>
            </a:solidFill>
            <a:prstDash val="solid"/>
          </a:ln>
        </p:spPr>
      </p:sp>
      <p:sp>
        <p:nvSpPr>
          <p:cNvPr id="230" name="Shape 228"/>
          <p:cNvSpPr/>
          <p:nvPr/>
        </p:nvSpPr>
        <p:spPr>
          <a:xfrm>
            <a:off x="2212848" y="3977640"/>
            <a:ext cx="224028" cy="51206"/>
          </a:xfrm>
          <a:prstGeom prst="rect">
            <a:avLst/>
          </a:prstGeom>
          <a:solidFill>
            <a:srgbClr val="8FB0D4"/>
          </a:solidFill>
          <a:ln w="12700">
            <a:solidFill>
              <a:srgbClr val="8FB0D4"/>
            </a:solidFill>
            <a:prstDash val="solid"/>
          </a:ln>
        </p:spPr>
      </p:sp>
      <p:sp>
        <p:nvSpPr>
          <p:cNvPr id="231" name="Shape 229"/>
          <p:cNvSpPr/>
          <p:nvPr/>
        </p:nvSpPr>
        <p:spPr>
          <a:xfrm>
            <a:off x="2459736" y="3977640"/>
            <a:ext cx="224028" cy="51206"/>
          </a:xfrm>
          <a:prstGeom prst="rect">
            <a:avLst/>
          </a:prstGeom>
          <a:solidFill>
            <a:srgbClr val="E4EBF3"/>
          </a:solidFill>
          <a:ln w="12700">
            <a:solidFill>
              <a:srgbClr val="E4EBF3"/>
            </a:solidFill>
            <a:prstDash val="solid"/>
          </a:ln>
        </p:spPr>
      </p:sp>
      <p:sp>
        <p:nvSpPr>
          <p:cNvPr id="232" name="Shape 230"/>
          <p:cNvSpPr/>
          <p:nvPr/>
        </p:nvSpPr>
        <p:spPr>
          <a:xfrm>
            <a:off x="2706624" y="3977640"/>
            <a:ext cx="224028" cy="51206"/>
          </a:xfrm>
          <a:prstGeom prst="rect">
            <a:avLst/>
          </a:prstGeom>
          <a:solidFill>
            <a:srgbClr val="16305B"/>
          </a:solidFill>
          <a:ln w="12700">
            <a:solidFill>
              <a:srgbClr val="16305B"/>
            </a:solidFill>
            <a:prstDash val="solid"/>
          </a:ln>
        </p:spPr>
      </p:sp>
      <p:sp>
        <p:nvSpPr>
          <p:cNvPr id="233" name="Shape 231"/>
          <p:cNvSpPr/>
          <p:nvPr/>
        </p:nvSpPr>
        <p:spPr>
          <a:xfrm>
            <a:off x="2953512" y="3977640"/>
            <a:ext cx="224028" cy="51206"/>
          </a:xfrm>
          <a:prstGeom prst="rect">
            <a:avLst/>
          </a:prstGeom>
          <a:solidFill>
            <a:srgbClr val="E4EBF3"/>
          </a:solidFill>
          <a:ln w="12700">
            <a:solidFill>
              <a:srgbClr val="E4EBF3"/>
            </a:solidFill>
            <a:prstDash val="solid"/>
          </a:ln>
        </p:spPr>
      </p:sp>
      <p:sp>
        <p:nvSpPr>
          <p:cNvPr id="234" name="Shape 232"/>
          <p:cNvSpPr/>
          <p:nvPr/>
        </p:nvSpPr>
        <p:spPr>
          <a:xfrm>
            <a:off x="3200400" y="3977640"/>
            <a:ext cx="224028" cy="51206"/>
          </a:xfrm>
          <a:prstGeom prst="rect">
            <a:avLst/>
          </a:prstGeom>
          <a:solidFill>
            <a:srgbClr val="E4EBF3"/>
          </a:solidFill>
          <a:ln w="12700">
            <a:solidFill>
              <a:srgbClr val="E4EBF3"/>
            </a:solidFill>
            <a:prstDash val="solid"/>
          </a:ln>
        </p:spPr>
      </p:sp>
      <p:sp>
        <p:nvSpPr>
          <p:cNvPr id="235" name="Shape 233"/>
          <p:cNvSpPr/>
          <p:nvPr/>
        </p:nvSpPr>
        <p:spPr>
          <a:xfrm>
            <a:off x="3447288" y="3977640"/>
            <a:ext cx="224028" cy="51206"/>
          </a:xfrm>
          <a:prstGeom prst="rect">
            <a:avLst/>
          </a:prstGeom>
          <a:solidFill>
            <a:srgbClr val="16305B"/>
          </a:solidFill>
          <a:ln w="12700">
            <a:solidFill>
              <a:srgbClr val="16305B"/>
            </a:solidFill>
            <a:prstDash val="solid"/>
          </a:ln>
        </p:spPr>
      </p:sp>
      <p:sp>
        <p:nvSpPr>
          <p:cNvPr id="236" name="Shape 234"/>
          <p:cNvSpPr/>
          <p:nvPr/>
        </p:nvSpPr>
        <p:spPr>
          <a:xfrm>
            <a:off x="3694176" y="3977640"/>
            <a:ext cx="224028" cy="51206"/>
          </a:xfrm>
          <a:prstGeom prst="rect">
            <a:avLst/>
          </a:prstGeom>
          <a:solidFill>
            <a:srgbClr val="16305B"/>
          </a:solidFill>
          <a:ln w="12700">
            <a:solidFill>
              <a:srgbClr val="16305B"/>
            </a:solidFill>
            <a:prstDash val="solid"/>
          </a:ln>
        </p:spPr>
      </p:sp>
      <p:sp>
        <p:nvSpPr>
          <p:cNvPr id="237" name="Shape 235"/>
          <p:cNvSpPr/>
          <p:nvPr/>
        </p:nvSpPr>
        <p:spPr>
          <a:xfrm>
            <a:off x="3941064" y="3977640"/>
            <a:ext cx="224028" cy="51206"/>
          </a:xfrm>
          <a:prstGeom prst="rect">
            <a:avLst/>
          </a:prstGeom>
          <a:solidFill>
            <a:srgbClr val="16305B"/>
          </a:solidFill>
          <a:ln w="12700">
            <a:solidFill>
              <a:srgbClr val="16305B"/>
            </a:solidFill>
            <a:prstDash val="solid"/>
          </a:ln>
        </p:spPr>
      </p:sp>
      <p:sp>
        <p:nvSpPr>
          <p:cNvPr id="238" name="Shape 236"/>
          <p:cNvSpPr/>
          <p:nvPr/>
        </p:nvSpPr>
        <p:spPr>
          <a:xfrm>
            <a:off x="4187952" y="3977640"/>
            <a:ext cx="224028" cy="51206"/>
          </a:xfrm>
          <a:prstGeom prst="rect">
            <a:avLst/>
          </a:prstGeom>
          <a:solidFill>
            <a:srgbClr val="16305B"/>
          </a:solidFill>
          <a:ln w="12700">
            <a:solidFill>
              <a:srgbClr val="16305B"/>
            </a:solidFill>
            <a:prstDash val="solid"/>
          </a:ln>
        </p:spPr>
      </p:sp>
      <p:sp>
        <p:nvSpPr>
          <p:cNvPr id="239" name="Shape 237"/>
          <p:cNvSpPr/>
          <p:nvPr/>
        </p:nvSpPr>
        <p:spPr>
          <a:xfrm>
            <a:off x="4434840" y="3977640"/>
            <a:ext cx="224028" cy="51206"/>
          </a:xfrm>
          <a:prstGeom prst="rect">
            <a:avLst/>
          </a:prstGeom>
          <a:solidFill>
            <a:srgbClr val="E4EBF3"/>
          </a:solidFill>
          <a:ln w="12700">
            <a:solidFill>
              <a:srgbClr val="E4EBF3"/>
            </a:solidFill>
            <a:prstDash val="solid"/>
          </a:ln>
        </p:spPr>
      </p:sp>
      <p:sp>
        <p:nvSpPr>
          <p:cNvPr id="240" name="Shape 238"/>
          <p:cNvSpPr/>
          <p:nvPr/>
        </p:nvSpPr>
        <p:spPr>
          <a:xfrm>
            <a:off x="4681728" y="3977640"/>
            <a:ext cx="224028" cy="51206"/>
          </a:xfrm>
          <a:prstGeom prst="rect">
            <a:avLst/>
          </a:prstGeom>
          <a:solidFill>
            <a:srgbClr val="E2F4F8"/>
          </a:solidFill>
          <a:ln w="12700">
            <a:solidFill>
              <a:srgbClr val="E2F4F8"/>
            </a:solidFill>
            <a:prstDash val="solid"/>
          </a:ln>
        </p:spPr>
      </p:sp>
      <p:sp>
        <p:nvSpPr>
          <p:cNvPr id="241" name="Shape 239"/>
          <p:cNvSpPr/>
          <p:nvPr/>
        </p:nvSpPr>
        <p:spPr>
          <a:xfrm>
            <a:off x="4928616" y="3977640"/>
            <a:ext cx="224028" cy="51206"/>
          </a:xfrm>
          <a:prstGeom prst="rect">
            <a:avLst/>
          </a:prstGeom>
          <a:solidFill>
            <a:srgbClr val="0090B0"/>
          </a:solidFill>
          <a:ln w="12700">
            <a:solidFill>
              <a:srgbClr val="0090B0"/>
            </a:solidFill>
            <a:prstDash val="solid"/>
          </a:ln>
        </p:spPr>
      </p:sp>
      <p:sp>
        <p:nvSpPr>
          <p:cNvPr id="242" name="Shape 240"/>
          <p:cNvSpPr/>
          <p:nvPr/>
        </p:nvSpPr>
        <p:spPr>
          <a:xfrm>
            <a:off x="5175504" y="3977640"/>
            <a:ext cx="224028" cy="51206"/>
          </a:xfrm>
          <a:prstGeom prst="rect">
            <a:avLst/>
          </a:prstGeom>
          <a:solidFill>
            <a:srgbClr val="E2F4F8"/>
          </a:solidFill>
          <a:ln w="12700">
            <a:solidFill>
              <a:srgbClr val="E2F4F8"/>
            </a:solidFill>
            <a:prstDash val="solid"/>
          </a:ln>
        </p:spPr>
      </p:sp>
      <p:sp>
        <p:nvSpPr>
          <p:cNvPr id="243" name="Shape 241"/>
          <p:cNvSpPr/>
          <p:nvPr/>
        </p:nvSpPr>
        <p:spPr>
          <a:xfrm>
            <a:off x="1965960" y="4043477"/>
            <a:ext cx="224028" cy="51206"/>
          </a:xfrm>
          <a:prstGeom prst="rect">
            <a:avLst/>
          </a:prstGeom>
          <a:solidFill>
            <a:srgbClr val="E4EBF3"/>
          </a:solidFill>
          <a:ln w="12700">
            <a:solidFill>
              <a:srgbClr val="E4EBF3"/>
            </a:solidFill>
            <a:prstDash val="solid"/>
          </a:ln>
        </p:spPr>
      </p:sp>
      <p:sp>
        <p:nvSpPr>
          <p:cNvPr id="244" name="Shape 242"/>
          <p:cNvSpPr/>
          <p:nvPr/>
        </p:nvSpPr>
        <p:spPr>
          <a:xfrm>
            <a:off x="2212848" y="4043477"/>
            <a:ext cx="224028" cy="51206"/>
          </a:xfrm>
          <a:prstGeom prst="rect">
            <a:avLst/>
          </a:prstGeom>
          <a:solidFill>
            <a:srgbClr val="E4EBF3"/>
          </a:solidFill>
          <a:ln w="12700">
            <a:solidFill>
              <a:srgbClr val="E4EBF3"/>
            </a:solidFill>
            <a:prstDash val="solid"/>
          </a:ln>
        </p:spPr>
      </p:sp>
      <p:sp>
        <p:nvSpPr>
          <p:cNvPr id="245" name="Shape 243"/>
          <p:cNvSpPr/>
          <p:nvPr/>
        </p:nvSpPr>
        <p:spPr>
          <a:xfrm>
            <a:off x="2459736" y="4043477"/>
            <a:ext cx="224028" cy="51206"/>
          </a:xfrm>
          <a:prstGeom prst="rect">
            <a:avLst/>
          </a:prstGeom>
          <a:solidFill>
            <a:srgbClr val="8FB0D4"/>
          </a:solidFill>
          <a:ln w="12700">
            <a:solidFill>
              <a:srgbClr val="8FB0D4"/>
            </a:solidFill>
            <a:prstDash val="solid"/>
          </a:ln>
        </p:spPr>
      </p:sp>
      <p:sp>
        <p:nvSpPr>
          <p:cNvPr id="246" name="Shape 244"/>
          <p:cNvSpPr/>
          <p:nvPr/>
        </p:nvSpPr>
        <p:spPr>
          <a:xfrm>
            <a:off x="2706624" y="4043477"/>
            <a:ext cx="224028" cy="51206"/>
          </a:xfrm>
          <a:prstGeom prst="rect">
            <a:avLst/>
          </a:prstGeom>
          <a:solidFill>
            <a:srgbClr val="E4EBF3"/>
          </a:solidFill>
          <a:ln w="12700">
            <a:solidFill>
              <a:srgbClr val="E4EBF3"/>
            </a:solidFill>
            <a:prstDash val="solid"/>
          </a:ln>
        </p:spPr>
      </p:sp>
      <p:sp>
        <p:nvSpPr>
          <p:cNvPr id="247" name="Shape 245"/>
          <p:cNvSpPr/>
          <p:nvPr/>
        </p:nvSpPr>
        <p:spPr>
          <a:xfrm>
            <a:off x="2953512" y="4043477"/>
            <a:ext cx="224028" cy="51206"/>
          </a:xfrm>
          <a:prstGeom prst="rect">
            <a:avLst/>
          </a:prstGeom>
          <a:solidFill>
            <a:srgbClr val="16305B"/>
          </a:solidFill>
          <a:ln w="12700">
            <a:solidFill>
              <a:srgbClr val="16305B"/>
            </a:solidFill>
            <a:prstDash val="solid"/>
          </a:ln>
        </p:spPr>
      </p:sp>
      <p:sp>
        <p:nvSpPr>
          <p:cNvPr id="248" name="Shape 246"/>
          <p:cNvSpPr/>
          <p:nvPr/>
        </p:nvSpPr>
        <p:spPr>
          <a:xfrm>
            <a:off x="3200400" y="4043477"/>
            <a:ext cx="224028" cy="51206"/>
          </a:xfrm>
          <a:prstGeom prst="rect">
            <a:avLst/>
          </a:prstGeom>
          <a:solidFill>
            <a:srgbClr val="E4EBF3"/>
          </a:solidFill>
          <a:ln w="12700">
            <a:solidFill>
              <a:srgbClr val="E4EBF3"/>
            </a:solidFill>
            <a:prstDash val="solid"/>
          </a:ln>
        </p:spPr>
      </p:sp>
      <p:sp>
        <p:nvSpPr>
          <p:cNvPr id="249" name="Shape 247"/>
          <p:cNvSpPr/>
          <p:nvPr/>
        </p:nvSpPr>
        <p:spPr>
          <a:xfrm>
            <a:off x="3447288" y="4043477"/>
            <a:ext cx="224028" cy="51206"/>
          </a:xfrm>
          <a:prstGeom prst="rect">
            <a:avLst/>
          </a:prstGeom>
          <a:solidFill>
            <a:srgbClr val="E4EBF3"/>
          </a:solidFill>
          <a:ln w="12700">
            <a:solidFill>
              <a:srgbClr val="E4EBF3"/>
            </a:solidFill>
            <a:prstDash val="solid"/>
          </a:ln>
        </p:spPr>
      </p:sp>
      <p:sp>
        <p:nvSpPr>
          <p:cNvPr id="250" name="Shape 248"/>
          <p:cNvSpPr/>
          <p:nvPr/>
        </p:nvSpPr>
        <p:spPr>
          <a:xfrm>
            <a:off x="3694176" y="4043477"/>
            <a:ext cx="224028" cy="51206"/>
          </a:xfrm>
          <a:prstGeom prst="rect">
            <a:avLst/>
          </a:prstGeom>
          <a:solidFill>
            <a:srgbClr val="16305B"/>
          </a:solidFill>
          <a:ln w="12700">
            <a:solidFill>
              <a:srgbClr val="16305B"/>
            </a:solidFill>
            <a:prstDash val="solid"/>
          </a:ln>
        </p:spPr>
      </p:sp>
      <p:sp>
        <p:nvSpPr>
          <p:cNvPr id="251" name="Shape 249"/>
          <p:cNvSpPr/>
          <p:nvPr/>
        </p:nvSpPr>
        <p:spPr>
          <a:xfrm>
            <a:off x="3941064" y="4043477"/>
            <a:ext cx="224028" cy="51206"/>
          </a:xfrm>
          <a:prstGeom prst="rect">
            <a:avLst/>
          </a:prstGeom>
          <a:solidFill>
            <a:srgbClr val="16305B"/>
          </a:solidFill>
          <a:ln w="12700">
            <a:solidFill>
              <a:srgbClr val="16305B"/>
            </a:solidFill>
            <a:prstDash val="solid"/>
          </a:ln>
        </p:spPr>
      </p:sp>
      <p:sp>
        <p:nvSpPr>
          <p:cNvPr id="252" name="Shape 250"/>
          <p:cNvSpPr/>
          <p:nvPr/>
        </p:nvSpPr>
        <p:spPr>
          <a:xfrm>
            <a:off x="4187952" y="4043477"/>
            <a:ext cx="224028" cy="51206"/>
          </a:xfrm>
          <a:prstGeom prst="rect">
            <a:avLst/>
          </a:prstGeom>
          <a:solidFill>
            <a:srgbClr val="16305B"/>
          </a:solidFill>
          <a:ln w="12700">
            <a:solidFill>
              <a:srgbClr val="16305B"/>
            </a:solidFill>
            <a:prstDash val="solid"/>
          </a:ln>
        </p:spPr>
      </p:sp>
      <p:sp>
        <p:nvSpPr>
          <p:cNvPr id="253" name="Shape 251"/>
          <p:cNvSpPr/>
          <p:nvPr/>
        </p:nvSpPr>
        <p:spPr>
          <a:xfrm>
            <a:off x="4434840" y="4043477"/>
            <a:ext cx="224028" cy="51206"/>
          </a:xfrm>
          <a:prstGeom prst="rect">
            <a:avLst/>
          </a:prstGeom>
          <a:solidFill>
            <a:srgbClr val="16305B"/>
          </a:solidFill>
          <a:ln w="12700">
            <a:solidFill>
              <a:srgbClr val="16305B"/>
            </a:solidFill>
            <a:prstDash val="solid"/>
          </a:ln>
        </p:spPr>
      </p:sp>
      <p:sp>
        <p:nvSpPr>
          <p:cNvPr id="254" name="Shape 252"/>
          <p:cNvSpPr/>
          <p:nvPr/>
        </p:nvSpPr>
        <p:spPr>
          <a:xfrm>
            <a:off x="4681728" y="4043477"/>
            <a:ext cx="224028" cy="51206"/>
          </a:xfrm>
          <a:prstGeom prst="rect">
            <a:avLst/>
          </a:prstGeom>
          <a:solidFill>
            <a:srgbClr val="E2F4F8"/>
          </a:solidFill>
          <a:ln w="12700">
            <a:solidFill>
              <a:srgbClr val="E2F4F8"/>
            </a:solidFill>
            <a:prstDash val="solid"/>
          </a:ln>
        </p:spPr>
      </p:sp>
      <p:sp>
        <p:nvSpPr>
          <p:cNvPr id="255" name="Shape 253"/>
          <p:cNvSpPr/>
          <p:nvPr/>
        </p:nvSpPr>
        <p:spPr>
          <a:xfrm>
            <a:off x="4928616" y="4043477"/>
            <a:ext cx="224028" cy="51206"/>
          </a:xfrm>
          <a:prstGeom prst="rect">
            <a:avLst/>
          </a:prstGeom>
          <a:solidFill>
            <a:srgbClr val="E2F4F8"/>
          </a:solidFill>
          <a:ln w="12700">
            <a:solidFill>
              <a:srgbClr val="E2F4F8"/>
            </a:solidFill>
            <a:prstDash val="solid"/>
          </a:ln>
        </p:spPr>
      </p:sp>
      <p:sp>
        <p:nvSpPr>
          <p:cNvPr id="256" name="Shape 254"/>
          <p:cNvSpPr/>
          <p:nvPr/>
        </p:nvSpPr>
        <p:spPr>
          <a:xfrm>
            <a:off x="5175504" y="4043477"/>
            <a:ext cx="224028" cy="51206"/>
          </a:xfrm>
          <a:prstGeom prst="rect">
            <a:avLst/>
          </a:prstGeom>
          <a:solidFill>
            <a:srgbClr val="0090B0"/>
          </a:solidFill>
          <a:ln w="12700">
            <a:solidFill>
              <a:srgbClr val="0090B0"/>
            </a:solidFill>
            <a:prstDash val="solid"/>
          </a:ln>
        </p:spPr>
      </p:sp>
      <p:sp>
        <p:nvSpPr>
          <p:cNvPr id="257" name="Shape 255"/>
          <p:cNvSpPr/>
          <p:nvPr/>
        </p:nvSpPr>
        <p:spPr>
          <a:xfrm>
            <a:off x="1965960" y="4109314"/>
            <a:ext cx="224028" cy="51206"/>
          </a:xfrm>
          <a:prstGeom prst="rect">
            <a:avLst/>
          </a:prstGeom>
          <a:solidFill>
            <a:srgbClr val="E4EBF3"/>
          </a:solidFill>
          <a:ln w="12700">
            <a:solidFill>
              <a:srgbClr val="E4EBF3"/>
            </a:solidFill>
            <a:prstDash val="solid"/>
          </a:ln>
        </p:spPr>
      </p:sp>
      <p:sp>
        <p:nvSpPr>
          <p:cNvPr id="258" name="Shape 256"/>
          <p:cNvSpPr/>
          <p:nvPr/>
        </p:nvSpPr>
        <p:spPr>
          <a:xfrm>
            <a:off x="2212848" y="4109314"/>
            <a:ext cx="224028" cy="51206"/>
          </a:xfrm>
          <a:prstGeom prst="rect">
            <a:avLst/>
          </a:prstGeom>
          <a:solidFill>
            <a:srgbClr val="16305B"/>
          </a:solidFill>
          <a:ln w="12700">
            <a:solidFill>
              <a:srgbClr val="16305B"/>
            </a:solidFill>
            <a:prstDash val="solid"/>
          </a:ln>
        </p:spPr>
      </p:sp>
      <p:sp>
        <p:nvSpPr>
          <p:cNvPr id="259" name="Shape 257"/>
          <p:cNvSpPr/>
          <p:nvPr/>
        </p:nvSpPr>
        <p:spPr>
          <a:xfrm>
            <a:off x="2459736" y="4109314"/>
            <a:ext cx="224028" cy="51206"/>
          </a:xfrm>
          <a:prstGeom prst="rect">
            <a:avLst/>
          </a:prstGeom>
          <a:solidFill>
            <a:srgbClr val="E4EBF3"/>
          </a:solidFill>
          <a:ln w="12700">
            <a:solidFill>
              <a:srgbClr val="E4EBF3"/>
            </a:solidFill>
            <a:prstDash val="solid"/>
          </a:ln>
        </p:spPr>
      </p:sp>
      <p:sp>
        <p:nvSpPr>
          <p:cNvPr id="260" name="Shape 258"/>
          <p:cNvSpPr/>
          <p:nvPr/>
        </p:nvSpPr>
        <p:spPr>
          <a:xfrm>
            <a:off x="2706624" y="4109314"/>
            <a:ext cx="224028" cy="51206"/>
          </a:xfrm>
          <a:prstGeom prst="rect">
            <a:avLst/>
          </a:prstGeom>
          <a:solidFill>
            <a:srgbClr val="8FB0D4"/>
          </a:solidFill>
          <a:ln w="12700">
            <a:solidFill>
              <a:srgbClr val="8FB0D4"/>
            </a:solidFill>
            <a:prstDash val="solid"/>
          </a:ln>
        </p:spPr>
      </p:sp>
      <p:sp>
        <p:nvSpPr>
          <p:cNvPr id="261" name="Shape 259"/>
          <p:cNvSpPr/>
          <p:nvPr/>
        </p:nvSpPr>
        <p:spPr>
          <a:xfrm>
            <a:off x="2953512" y="4109314"/>
            <a:ext cx="224028" cy="51206"/>
          </a:xfrm>
          <a:prstGeom prst="rect">
            <a:avLst/>
          </a:prstGeom>
          <a:solidFill>
            <a:srgbClr val="E4EBF3"/>
          </a:solidFill>
          <a:ln w="12700">
            <a:solidFill>
              <a:srgbClr val="E4EBF3"/>
            </a:solidFill>
            <a:prstDash val="solid"/>
          </a:ln>
        </p:spPr>
      </p:sp>
      <p:sp>
        <p:nvSpPr>
          <p:cNvPr id="262" name="Shape 260"/>
          <p:cNvSpPr/>
          <p:nvPr/>
        </p:nvSpPr>
        <p:spPr>
          <a:xfrm>
            <a:off x="3200400" y="4109314"/>
            <a:ext cx="224028" cy="51206"/>
          </a:xfrm>
          <a:prstGeom prst="rect">
            <a:avLst/>
          </a:prstGeom>
          <a:solidFill>
            <a:srgbClr val="16305B"/>
          </a:solidFill>
          <a:ln w="12700">
            <a:solidFill>
              <a:srgbClr val="16305B"/>
            </a:solidFill>
            <a:prstDash val="solid"/>
          </a:ln>
        </p:spPr>
      </p:sp>
      <p:sp>
        <p:nvSpPr>
          <p:cNvPr id="263" name="Shape 261"/>
          <p:cNvSpPr/>
          <p:nvPr/>
        </p:nvSpPr>
        <p:spPr>
          <a:xfrm>
            <a:off x="3447288" y="4109314"/>
            <a:ext cx="224028" cy="51206"/>
          </a:xfrm>
          <a:prstGeom prst="rect">
            <a:avLst/>
          </a:prstGeom>
          <a:solidFill>
            <a:srgbClr val="E4EBF3"/>
          </a:solidFill>
          <a:ln w="12700">
            <a:solidFill>
              <a:srgbClr val="E4EBF3"/>
            </a:solidFill>
            <a:prstDash val="solid"/>
          </a:ln>
        </p:spPr>
      </p:sp>
      <p:sp>
        <p:nvSpPr>
          <p:cNvPr id="264" name="Shape 262"/>
          <p:cNvSpPr/>
          <p:nvPr/>
        </p:nvSpPr>
        <p:spPr>
          <a:xfrm>
            <a:off x="3694176" y="4109314"/>
            <a:ext cx="224028" cy="51206"/>
          </a:xfrm>
          <a:prstGeom prst="rect">
            <a:avLst/>
          </a:prstGeom>
          <a:solidFill>
            <a:srgbClr val="E4EBF3"/>
          </a:solidFill>
          <a:ln w="12700">
            <a:solidFill>
              <a:srgbClr val="E4EBF3"/>
            </a:solidFill>
            <a:prstDash val="solid"/>
          </a:ln>
        </p:spPr>
      </p:sp>
      <p:sp>
        <p:nvSpPr>
          <p:cNvPr id="265" name="Shape 263"/>
          <p:cNvSpPr/>
          <p:nvPr/>
        </p:nvSpPr>
        <p:spPr>
          <a:xfrm>
            <a:off x="3941064" y="4109314"/>
            <a:ext cx="224028" cy="51206"/>
          </a:xfrm>
          <a:prstGeom prst="rect">
            <a:avLst/>
          </a:prstGeom>
          <a:solidFill>
            <a:srgbClr val="16305B"/>
          </a:solidFill>
          <a:ln w="12700">
            <a:solidFill>
              <a:srgbClr val="16305B"/>
            </a:solidFill>
            <a:prstDash val="solid"/>
          </a:ln>
        </p:spPr>
      </p:sp>
      <p:sp>
        <p:nvSpPr>
          <p:cNvPr id="266" name="Shape 264"/>
          <p:cNvSpPr/>
          <p:nvPr/>
        </p:nvSpPr>
        <p:spPr>
          <a:xfrm>
            <a:off x="4187952" y="4109314"/>
            <a:ext cx="224028" cy="51206"/>
          </a:xfrm>
          <a:prstGeom prst="rect">
            <a:avLst/>
          </a:prstGeom>
          <a:solidFill>
            <a:srgbClr val="16305B"/>
          </a:solidFill>
          <a:ln w="12700">
            <a:solidFill>
              <a:srgbClr val="16305B"/>
            </a:solidFill>
            <a:prstDash val="solid"/>
          </a:ln>
        </p:spPr>
      </p:sp>
      <p:sp>
        <p:nvSpPr>
          <p:cNvPr id="267" name="Shape 265"/>
          <p:cNvSpPr/>
          <p:nvPr/>
        </p:nvSpPr>
        <p:spPr>
          <a:xfrm>
            <a:off x="4434840" y="4109314"/>
            <a:ext cx="224028" cy="51206"/>
          </a:xfrm>
          <a:prstGeom prst="rect">
            <a:avLst/>
          </a:prstGeom>
          <a:solidFill>
            <a:srgbClr val="16305B"/>
          </a:solidFill>
          <a:ln w="12700">
            <a:solidFill>
              <a:srgbClr val="16305B"/>
            </a:solidFill>
            <a:prstDash val="solid"/>
          </a:ln>
        </p:spPr>
      </p:sp>
      <p:sp>
        <p:nvSpPr>
          <p:cNvPr id="268" name="Shape 266"/>
          <p:cNvSpPr/>
          <p:nvPr/>
        </p:nvSpPr>
        <p:spPr>
          <a:xfrm>
            <a:off x="4681728" y="4109314"/>
            <a:ext cx="224028" cy="51206"/>
          </a:xfrm>
          <a:prstGeom prst="rect">
            <a:avLst/>
          </a:prstGeom>
          <a:solidFill>
            <a:srgbClr val="0090B0"/>
          </a:solidFill>
          <a:ln w="12700">
            <a:solidFill>
              <a:srgbClr val="0090B0"/>
            </a:solidFill>
            <a:prstDash val="solid"/>
          </a:ln>
        </p:spPr>
      </p:sp>
      <p:sp>
        <p:nvSpPr>
          <p:cNvPr id="269" name="Shape 267"/>
          <p:cNvSpPr/>
          <p:nvPr/>
        </p:nvSpPr>
        <p:spPr>
          <a:xfrm>
            <a:off x="4928616" y="4109314"/>
            <a:ext cx="224028" cy="51206"/>
          </a:xfrm>
          <a:prstGeom prst="rect">
            <a:avLst/>
          </a:prstGeom>
          <a:solidFill>
            <a:srgbClr val="E2F4F8"/>
          </a:solidFill>
          <a:ln w="12700">
            <a:solidFill>
              <a:srgbClr val="E2F4F8"/>
            </a:solidFill>
            <a:prstDash val="solid"/>
          </a:ln>
        </p:spPr>
      </p:sp>
      <p:sp>
        <p:nvSpPr>
          <p:cNvPr id="270" name="Shape 268"/>
          <p:cNvSpPr/>
          <p:nvPr/>
        </p:nvSpPr>
        <p:spPr>
          <a:xfrm>
            <a:off x="5175504" y="4109314"/>
            <a:ext cx="224028" cy="51206"/>
          </a:xfrm>
          <a:prstGeom prst="rect">
            <a:avLst/>
          </a:prstGeom>
          <a:solidFill>
            <a:srgbClr val="E2F4F8"/>
          </a:solidFill>
          <a:ln w="12700">
            <a:solidFill>
              <a:srgbClr val="E2F4F8"/>
            </a:solidFill>
            <a:prstDash val="solid"/>
          </a:ln>
        </p:spPr>
      </p:sp>
      <p:sp>
        <p:nvSpPr>
          <p:cNvPr id="271" name="Shape 269"/>
          <p:cNvSpPr/>
          <p:nvPr/>
        </p:nvSpPr>
        <p:spPr>
          <a:xfrm>
            <a:off x="1965960" y="4175150"/>
            <a:ext cx="224028" cy="51206"/>
          </a:xfrm>
          <a:prstGeom prst="rect">
            <a:avLst/>
          </a:prstGeom>
          <a:solidFill>
            <a:srgbClr val="E4EBF3"/>
          </a:solidFill>
          <a:ln w="12700">
            <a:solidFill>
              <a:srgbClr val="E4EBF3"/>
            </a:solidFill>
            <a:prstDash val="solid"/>
          </a:ln>
        </p:spPr>
      </p:sp>
      <p:sp>
        <p:nvSpPr>
          <p:cNvPr id="272" name="Shape 270"/>
          <p:cNvSpPr/>
          <p:nvPr/>
        </p:nvSpPr>
        <p:spPr>
          <a:xfrm>
            <a:off x="2212848" y="4175150"/>
            <a:ext cx="224028" cy="51206"/>
          </a:xfrm>
          <a:prstGeom prst="rect">
            <a:avLst/>
          </a:prstGeom>
          <a:solidFill>
            <a:srgbClr val="E4EBF3"/>
          </a:solidFill>
          <a:ln w="12700">
            <a:solidFill>
              <a:srgbClr val="E4EBF3"/>
            </a:solidFill>
            <a:prstDash val="solid"/>
          </a:ln>
        </p:spPr>
      </p:sp>
      <p:sp>
        <p:nvSpPr>
          <p:cNvPr id="273" name="Shape 271"/>
          <p:cNvSpPr/>
          <p:nvPr/>
        </p:nvSpPr>
        <p:spPr>
          <a:xfrm>
            <a:off x="2459736" y="4175150"/>
            <a:ext cx="224028" cy="51206"/>
          </a:xfrm>
          <a:prstGeom prst="rect">
            <a:avLst/>
          </a:prstGeom>
          <a:solidFill>
            <a:srgbClr val="16305B"/>
          </a:solidFill>
          <a:ln w="12700">
            <a:solidFill>
              <a:srgbClr val="16305B"/>
            </a:solidFill>
            <a:prstDash val="solid"/>
          </a:ln>
        </p:spPr>
      </p:sp>
      <p:sp>
        <p:nvSpPr>
          <p:cNvPr id="274" name="Shape 272"/>
          <p:cNvSpPr/>
          <p:nvPr/>
        </p:nvSpPr>
        <p:spPr>
          <a:xfrm>
            <a:off x="2706624" y="4175150"/>
            <a:ext cx="224028" cy="51206"/>
          </a:xfrm>
          <a:prstGeom prst="rect">
            <a:avLst/>
          </a:prstGeom>
          <a:solidFill>
            <a:srgbClr val="E4EBF3"/>
          </a:solidFill>
          <a:ln w="12700">
            <a:solidFill>
              <a:srgbClr val="E4EBF3"/>
            </a:solidFill>
            <a:prstDash val="solid"/>
          </a:ln>
        </p:spPr>
      </p:sp>
      <p:sp>
        <p:nvSpPr>
          <p:cNvPr id="275" name="Shape 273"/>
          <p:cNvSpPr/>
          <p:nvPr/>
        </p:nvSpPr>
        <p:spPr>
          <a:xfrm>
            <a:off x="2953512" y="4175150"/>
            <a:ext cx="224028" cy="51206"/>
          </a:xfrm>
          <a:prstGeom prst="rect">
            <a:avLst/>
          </a:prstGeom>
          <a:solidFill>
            <a:srgbClr val="8FB0D4"/>
          </a:solidFill>
          <a:ln w="12700">
            <a:solidFill>
              <a:srgbClr val="8FB0D4"/>
            </a:solidFill>
            <a:prstDash val="solid"/>
          </a:ln>
        </p:spPr>
      </p:sp>
      <p:sp>
        <p:nvSpPr>
          <p:cNvPr id="276" name="Shape 274"/>
          <p:cNvSpPr/>
          <p:nvPr/>
        </p:nvSpPr>
        <p:spPr>
          <a:xfrm>
            <a:off x="3200400" y="4175150"/>
            <a:ext cx="224028" cy="51206"/>
          </a:xfrm>
          <a:prstGeom prst="rect">
            <a:avLst/>
          </a:prstGeom>
          <a:solidFill>
            <a:srgbClr val="E4EBF3"/>
          </a:solidFill>
          <a:ln w="12700">
            <a:solidFill>
              <a:srgbClr val="E4EBF3"/>
            </a:solidFill>
            <a:prstDash val="solid"/>
          </a:ln>
        </p:spPr>
      </p:sp>
      <p:sp>
        <p:nvSpPr>
          <p:cNvPr id="277" name="Shape 275"/>
          <p:cNvSpPr/>
          <p:nvPr/>
        </p:nvSpPr>
        <p:spPr>
          <a:xfrm>
            <a:off x="3447288" y="4175150"/>
            <a:ext cx="224028" cy="51206"/>
          </a:xfrm>
          <a:prstGeom prst="rect">
            <a:avLst/>
          </a:prstGeom>
          <a:solidFill>
            <a:srgbClr val="16305B"/>
          </a:solidFill>
          <a:ln w="12700">
            <a:solidFill>
              <a:srgbClr val="16305B"/>
            </a:solidFill>
            <a:prstDash val="solid"/>
          </a:ln>
        </p:spPr>
      </p:sp>
      <p:sp>
        <p:nvSpPr>
          <p:cNvPr id="278" name="Shape 276"/>
          <p:cNvSpPr/>
          <p:nvPr/>
        </p:nvSpPr>
        <p:spPr>
          <a:xfrm>
            <a:off x="3694176" y="4175150"/>
            <a:ext cx="224028" cy="51206"/>
          </a:xfrm>
          <a:prstGeom prst="rect">
            <a:avLst/>
          </a:prstGeom>
          <a:solidFill>
            <a:srgbClr val="E4EBF3"/>
          </a:solidFill>
          <a:ln w="12700">
            <a:solidFill>
              <a:srgbClr val="E4EBF3"/>
            </a:solidFill>
            <a:prstDash val="solid"/>
          </a:ln>
        </p:spPr>
      </p:sp>
      <p:sp>
        <p:nvSpPr>
          <p:cNvPr id="279" name="Shape 277"/>
          <p:cNvSpPr/>
          <p:nvPr/>
        </p:nvSpPr>
        <p:spPr>
          <a:xfrm>
            <a:off x="3941064" y="4175150"/>
            <a:ext cx="224028" cy="51206"/>
          </a:xfrm>
          <a:prstGeom prst="rect">
            <a:avLst/>
          </a:prstGeom>
          <a:solidFill>
            <a:srgbClr val="E4EBF3"/>
          </a:solidFill>
          <a:ln w="12700">
            <a:solidFill>
              <a:srgbClr val="E4EBF3"/>
            </a:solidFill>
            <a:prstDash val="solid"/>
          </a:ln>
        </p:spPr>
      </p:sp>
      <p:sp>
        <p:nvSpPr>
          <p:cNvPr id="280" name="Shape 278"/>
          <p:cNvSpPr/>
          <p:nvPr/>
        </p:nvSpPr>
        <p:spPr>
          <a:xfrm>
            <a:off x="4187952" y="4175150"/>
            <a:ext cx="224028" cy="51206"/>
          </a:xfrm>
          <a:prstGeom prst="rect">
            <a:avLst/>
          </a:prstGeom>
          <a:solidFill>
            <a:srgbClr val="16305B"/>
          </a:solidFill>
          <a:ln w="12700">
            <a:solidFill>
              <a:srgbClr val="16305B"/>
            </a:solidFill>
            <a:prstDash val="solid"/>
          </a:ln>
        </p:spPr>
      </p:sp>
      <p:sp>
        <p:nvSpPr>
          <p:cNvPr id="281" name="Shape 279"/>
          <p:cNvSpPr/>
          <p:nvPr/>
        </p:nvSpPr>
        <p:spPr>
          <a:xfrm>
            <a:off x="4434840" y="4175150"/>
            <a:ext cx="224028" cy="51206"/>
          </a:xfrm>
          <a:prstGeom prst="rect">
            <a:avLst/>
          </a:prstGeom>
          <a:solidFill>
            <a:srgbClr val="16305B"/>
          </a:solidFill>
          <a:ln w="12700">
            <a:solidFill>
              <a:srgbClr val="16305B"/>
            </a:solidFill>
            <a:prstDash val="solid"/>
          </a:ln>
        </p:spPr>
      </p:sp>
      <p:sp>
        <p:nvSpPr>
          <p:cNvPr id="282" name="Shape 280"/>
          <p:cNvSpPr/>
          <p:nvPr/>
        </p:nvSpPr>
        <p:spPr>
          <a:xfrm>
            <a:off x="4681728" y="4175150"/>
            <a:ext cx="224028" cy="51206"/>
          </a:xfrm>
          <a:prstGeom prst="rect">
            <a:avLst/>
          </a:prstGeom>
          <a:solidFill>
            <a:srgbClr val="0090B0"/>
          </a:solidFill>
          <a:ln w="12700">
            <a:solidFill>
              <a:srgbClr val="0090B0"/>
            </a:solidFill>
            <a:prstDash val="solid"/>
          </a:ln>
        </p:spPr>
      </p:sp>
      <p:sp>
        <p:nvSpPr>
          <p:cNvPr id="283" name="Shape 281"/>
          <p:cNvSpPr/>
          <p:nvPr/>
        </p:nvSpPr>
        <p:spPr>
          <a:xfrm>
            <a:off x="4928616" y="4175150"/>
            <a:ext cx="224028" cy="51206"/>
          </a:xfrm>
          <a:prstGeom prst="rect">
            <a:avLst/>
          </a:prstGeom>
          <a:solidFill>
            <a:srgbClr val="0090B0"/>
          </a:solidFill>
          <a:ln w="12700">
            <a:solidFill>
              <a:srgbClr val="0090B0"/>
            </a:solidFill>
            <a:prstDash val="solid"/>
          </a:ln>
        </p:spPr>
      </p:sp>
      <p:sp>
        <p:nvSpPr>
          <p:cNvPr id="284" name="Shape 282"/>
          <p:cNvSpPr/>
          <p:nvPr/>
        </p:nvSpPr>
        <p:spPr>
          <a:xfrm>
            <a:off x="5175504" y="4175150"/>
            <a:ext cx="224028" cy="51206"/>
          </a:xfrm>
          <a:prstGeom prst="rect">
            <a:avLst/>
          </a:prstGeom>
          <a:solidFill>
            <a:srgbClr val="E2F4F8"/>
          </a:solidFill>
          <a:ln w="12700">
            <a:solidFill>
              <a:srgbClr val="E2F4F8"/>
            </a:solidFill>
            <a:prstDash val="solid"/>
          </a:ln>
        </p:spPr>
      </p:sp>
      <p:sp>
        <p:nvSpPr>
          <p:cNvPr id="285" name="Shape 283"/>
          <p:cNvSpPr/>
          <p:nvPr/>
        </p:nvSpPr>
        <p:spPr>
          <a:xfrm>
            <a:off x="1965960" y="4240987"/>
            <a:ext cx="224028" cy="51206"/>
          </a:xfrm>
          <a:prstGeom prst="rect">
            <a:avLst/>
          </a:prstGeom>
          <a:solidFill>
            <a:srgbClr val="E4EBF3"/>
          </a:solidFill>
          <a:ln w="12700">
            <a:solidFill>
              <a:srgbClr val="E4EBF3"/>
            </a:solidFill>
            <a:prstDash val="solid"/>
          </a:ln>
        </p:spPr>
      </p:sp>
      <p:sp>
        <p:nvSpPr>
          <p:cNvPr id="286" name="Shape 284"/>
          <p:cNvSpPr/>
          <p:nvPr/>
        </p:nvSpPr>
        <p:spPr>
          <a:xfrm>
            <a:off x="2212848" y="4240987"/>
            <a:ext cx="224028" cy="51206"/>
          </a:xfrm>
          <a:prstGeom prst="rect">
            <a:avLst/>
          </a:prstGeom>
          <a:solidFill>
            <a:srgbClr val="E4EBF3"/>
          </a:solidFill>
          <a:ln w="12700">
            <a:solidFill>
              <a:srgbClr val="E4EBF3"/>
            </a:solidFill>
            <a:prstDash val="solid"/>
          </a:ln>
        </p:spPr>
      </p:sp>
      <p:sp>
        <p:nvSpPr>
          <p:cNvPr id="287" name="Shape 285"/>
          <p:cNvSpPr/>
          <p:nvPr/>
        </p:nvSpPr>
        <p:spPr>
          <a:xfrm>
            <a:off x="2459736" y="4240987"/>
            <a:ext cx="224028" cy="51206"/>
          </a:xfrm>
          <a:prstGeom prst="rect">
            <a:avLst/>
          </a:prstGeom>
          <a:solidFill>
            <a:srgbClr val="E4EBF3"/>
          </a:solidFill>
          <a:ln w="12700">
            <a:solidFill>
              <a:srgbClr val="E4EBF3"/>
            </a:solidFill>
            <a:prstDash val="solid"/>
          </a:ln>
        </p:spPr>
      </p:sp>
      <p:sp>
        <p:nvSpPr>
          <p:cNvPr id="288" name="Shape 286"/>
          <p:cNvSpPr/>
          <p:nvPr/>
        </p:nvSpPr>
        <p:spPr>
          <a:xfrm>
            <a:off x="2706624" y="4240987"/>
            <a:ext cx="224028" cy="51206"/>
          </a:xfrm>
          <a:prstGeom prst="rect">
            <a:avLst/>
          </a:prstGeom>
          <a:solidFill>
            <a:srgbClr val="16305B"/>
          </a:solidFill>
          <a:ln w="12700">
            <a:solidFill>
              <a:srgbClr val="16305B"/>
            </a:solidFill>
            <a:prstDash val="solid"/>
          </a:ln>
        </p:spPr>
      </p:sp>
      <p:sp>
        <p:nvSpPr>
          <p:cNvPr id="289" name="Shape 287"/>
          <p:cNvSpPr/>
          <p:nvPr/>
        </p:nvSpPr>
        <p:spPr>
          <a:xfrm>
            <a:off x="2953512" y="4240987"/>
            <a:ext cx="224028" cy="51206"/>
          </a:xfrm>
          <a:prstGeom prst="rect">
            <a:avLst/>
          </a:prstGeom>
          <a:solidFill>
            <a:srgbClr val="E4EBF3"/>
          </a:solidFill>
          <a:ln w="12700">
            <a:solidFill>
              <a:srgbClr val="E4EBF3"/>
            </a:solidFill>
            <a:prstDash val="solid"/>
          </a:ln>
        </p:spPr>
      </p:sp>
      <p:sp>
        <p:nvSpPr>
          <p:cNvPr id="290" name="Shape 288"/>
          <p:cNvSpPr/>
          <p:nvPr/>
        </p:nvSpPr>
        <p:spPr>
          <a:xfrm>
            <a:off x="3200400" y="4240987"/>
            <a:ext cx="224028" cy="51206"/>
          </a:xfrm>
          <a:prstGeom prst="rect">
            <a:avLst/>
          </a:prstGeom>
          <a:solidFill>
            <a:srgbClr val="8FB0D4"/>
          </a:solidFill>
          <a:ln w="12700">
            <a:solidFill>
              <a:srgbClr val="8FB0D4"/>
            </a:solidFill>
            <a:prstDash val="solid"/>
          </a:ln>
        </p:spPr>
      </p:sp>
      <p:sp>
        <p:nvSpPr>
          <p:cNvPr id="291" name="Shape 289"/>
          <p:cNvSpPr/>
          <p:nvPr/>
        </p:nvSpPr>
        <p:spPr>
          <a:xfrm>
            <a:off x="3447288" y="4240987"/>
            <a:ext cx="224028" cy="51206"/>
          </a:xfrm>
          <a:prstGeom prst="rect">
            <a:avLst/>
          </a:prstGeom>
          <a:solidFill>
            <a:srgbClr val="E4EBF3"/>
          </a:solidFill>
          <a:ln w="12700">
            <a:solidFill>
              <a:srgbClr val="E4EBF3"/>
            </a:solidFill>
            <a:prstDash val="solid"/>
          </a:ln>
        </p:spPr>
      </p:sp>
      <p:sp>
        <p:nvSpPr>
          <p:cNvPr id="292" name="Shape 290"/>
          <p:cNvSpPr/>
          <p:nvPr/>
        </p:nvSpPr>
        <p:spPr>
          <a:xfrm>
            <a:off x="3694176" y="4240987"/>
            <a:ext cx="224028" cy="51206"/>
          </a:xfrm>
          <a:prstGeom prst="rect">
            <a:avLst/>
          </a:prstGeom>
          <a:solidFill>
            <a:srgbClr val="16305B"/>
          </a:solidFill>
          <a:ln w="12700">
            <a:solidFill>
              <a:srgbClr val="16305B"/>
            </a:solidFill>
            <a:prstDash val="solid"/>
          </a:ln>
        </p:spPr>
      </p:sp>
      <p:sp>
        <p:nvSpPr>
          <p:cNvPr id="293" name="Shape 291"/>
          <p:cNvSpPr/>
          <p:nvPr/>
        </p:nvSpPr>
        <p:spPr>
          <a:xfrm>
            <a:off x="3941064" y="4240987"/>
            <a:ext cx="224028" cy="51206"/>
          </a:xfrm>
          <a:prstGeom prst="rect">
            <a:avLst/>
          </a:prstGeom>
          <a:solidFill>
            <a:srgbClr val="E4EBF3"/>
          </a:solidFill>
          <a:ln w="12700">
            <a:solidFill>
              <a:srgbClr val="E4EBF3"/>
            </a:solidFill>
            <a:prstDash val="solid"/>
          </a:ln>
        </p:spPr>
      </p:sp>
      <p:sp>
        <p:nvSpPr>
          <p:cNvPr id="294" name="Shape 292"/>
          <p:cNvSpPr/>
          <p:nvPr/>
        </p:nvSpPr>
        <p:spPr>
          <a:xfrm>
            <a:off x="4187952" y="4240987"/>
            <a:ext cx="224028" cy="51206"/>
          </a:xfrm>
          <a:prstGeom prst="rect">
            <a:avLst/>
          </a:prstGeom>
          <a:solidFill>
            <a:srgbClr val="E4EBF3"/>
          </a:solidFill>
          <a:ln w="12700">
            <a:solidFill>
              <a:srgbClr val="E4EBF3"/>
            </a:solidFill>
            <a:prstDash val="solid"/>
          </a:ln>
        </p:spPr>
      </p:sp>
      <p:sp>
        <p:nvSpPr>
          <p:cNvPr id="295" name="Shape 293"/>
          <p:cNvSpPr/>
          <p:nvPr/>
        </p:nvSpPr>
        <p:spPr>
          <a:xfrm>
            <a:off x="4434840" y="4240987"/>
            <a:ext cx="224028" cy="51206"/>
          </a:xfrm>
          <a:prstGeom prst="rect">
            <a:avLst/>
          </a:prstGeom>
          <a:solidFill>
            <a:srgbClr val="16305B"/>
          </a:solidFill>
          <a:ln w="12700">
            <a:solidFill>
              <a:srgbClr val="16305B"/>
            </a:solidFill>
            <a:prstDash val="solid"/>
          </a:ln>
        </p:spPr>
      </p:sp>
      <p:sp>
        <p:nvSpPr>
          <p:cNvPr id="296" name="Shape 294"/>
          <p:cNvSpPr/>
          <p:nvPr/>
        </p:nvSpPr>
        <p:spPr>
          <a:xfrm>
            <a:off x="4681728" y="4240987"/>
            <a:ext cx="224028" cy="51206"/>
          </a:xfrm>
          <a:prstGeom prst="rect">
            <a:avLst/>
          </a:prstGeom>
          <a:solidFill>
            <a:srgbClr val="0090B0"/>
          </a:solidFill>
          <a:ln w="12700">
            <a:solidFill>
              <a:srgbClr val="0090B0"/>
            </a:solidFill>
            <a:prstDash val="solid"/>
          </a:ln>
        </p:spPr>
      </p:sp>
      <p:sp>
        <p:nvSpPr>
          <p:cNvPr id="297" name="Shape 295"/>
          <p:cNvSpPr/>
          <p:nvPr/>
        </p:nvSpPr>
        <p:spPr>
          <a:xfrm>
            <a:off x="4928616" y="4240987"/>
            <a:ext cx="224028" cy="51206"/>
          </a:xfrm>
          <a:prstGeom prst="rect">
            <a:avLst/>
          </a:prstGeom>
          <a:solidFill>
            <a:srgbClr val="0090B0"/>
          </a:solidFill>
          <a:ln w="12700">
            <a:solidFill>
              <a:srgbClr val="0090B0"/>
            </a:solidFill>
            <a:prstDash val="solid"/>
          </a:ln>
        </p:spPr>
      </p:sp>
      <p:sp>
        <p:nvSpPr>
          <p:cNvPr id="298" name="Shape 296"/>
          <p:cNvSpPr/>
          <p:nvPr/>
        </p:nvSpPr>
        <p:spPr>
          <a:xfrm>
            <a:off x="5175504" y="4240987"/>
            <a:ext cx="224028" cy="51206"/>
          </a:xfrm>
          <a:prstGeom prst="rect">
            <a:avLst/>
          </a:prstGeom>
          <a:solidFill>
            <a:srgbClr val="0090B0"/>
          </a:solidFill>
          <a:ln w="12700">
            <a:solidFill>
              <a:srgbClr val="0090B0"/>
            </a:solidFill>
            <a:prstDash val="solid"/>
          </a:ln>
        </p:spPr>
      </p:sp>
      <p:sp>
        <p:nvSpPr>
          <p:cNvPr id="299" name="Shape 297"/>
          <p:cNvSpPr/>
          <p:nvPr/>
        </p:nvSpPr>
        <p:spPr>
          <a:xfrm>
            <a:off x="1965960" y="4306824"/>
            <a:ext cx="224028" cy="51206"/>
          </a:xfrm>
          <a:prstGeom prst="rect">
            <a:avLst/>
          </a:prstGeom>
          <a:solidFill>
            <a:srgbClr val="E4EBF3"/>
          </a:solidFill>
          <a:ln w="12700">
            <a:solidFill>
              <a:srgbClr val="E4EBF3"/>
            </a:solidFill>
            <a:prstDash val="solid"/>
          </a:ln>
        </p:spPr>
      </p:sp>
      <p:sp>
        <p:nvSpPr>
          <p:cNvPr id="300" name="Shape 298"/>
          <p:cNvSpPr/>
          <p:nvPr/>
        </p:nvSpPr>
        <p:spPr>
          <a:xfrm>
            <a:off x="2212848" y="4306824"/>
            <a:ext cx="224028" cy="51206"/>
          </a:xfrm>
          <a:prstGeom prst="rect">
            <a:avLst/>
          </a:prstGeom>
          <a:solidFill>
            <a:srgbClr val="16305B"/>
          </a:solidFill>
          <a:ln w="12700">
            <a:solidFill>
              <a:srgbClr val="16305B"/>
            </a:solidFill>
            <a:prstDash val="solid"/>
          </a:ln>
        </p:spPr>
      </p:sp>
      <p:sp>
        <p:nvSpPr>
          <p:cNvPr id="301" name="Shape 299"/>
          <p:cNvSpPr/>
          <p:nvPr/>
        </p:nvSpPr>
        <p:spPr>
          <a:xfrm>
            <a:off x="2459736" y="4306824"/>
            <a:ext cx="224028" cy="51206"/>
          </a:xfrm>
          <a:prstGeom prst="rect">
            <a:avLst/>
          </a:prstGeom>
          <a:solidFill>
            <a:srgbClr val="E4EBF3"/>
          </a:solidFill>
          <a:ln w="12700">
            <a:solidFill>
              <a:srgbClr val="E4EBF3"/>
            </a:solidFill>
            <a:prstDash val="solid"/>
          </a:ln>
        </p:spPr>
      </p:sp>
      <p:sp>
        <p:nvSpPr>
          <p:cNvPr id="302" name="Shape 300"/>
          <p:cNvSpPr/>
          <p:nvPr/>
        </p:nvSpPr>
        <p:spPr>
          <a:xfrm>
            <a:off x="2706624" y="4306824"/>
            <a:ext cx="224028" cy="51206"/>
          </a:xfrm>
          <a:prstGeom prst="rect">
            <a:avLst/>
          </a:prstGeom>
          <a:solidFill>
            <a:srgbClr val="E4EBF3"/>
          </a:solidFill>
          <a:ln w="12700">
            <a:solidFill>
              <a:srgbClr val="E4EBF3"/>
            </a:solidFill>
            <a:prstDash val="solid"/>
          </a:ln>
        </p:spPr>
      </p:sp>
      <p:sp>
        <p:nvSpPr>
          <p:cNvPr id="303" name="Shape 301"/>
          <p:cNvSpPr/>
          <p:nvPr/>
        </p:nvSpPr>
        <p:spPr>
          <a:xfrm>
            <a:off x="2953512" y="4306824"/>
            <a:ext cx="224028" cy="51206"/>
          </a:xfrm>
          <a:prstGeom prst="rect">
            <a:avLst/>
          </a:prstGeom>
          <a:solidFill>
            <a:srgbClr val="16305B"/>
          </a:solidFill>
          <a:ln w="12700">
            <a:solidFill>
              <a:srgbClr val="16305B"/>
            </a:solidFill>
            <a:prstDash val="solid"/>
          </a:ln>
        </p:spPr>
      </p:sp>
      <p:sp>
        <p:nvSpPr>
          <p:cNvPr id="304" name="Shape 302"/>
          <p:cNvSpPr/>
          <p:nvPr/>
        </p:nvSpPr>
        <p:spPr>
          <a:xfrm>
            <a:off x="3200400" y="4306824"/>
            <a:ext cx="224028" cy="51206"/>
          </a:xfrm>
          <a:prstGeom prst="rect">
            <a:avLst/>
          </a:prstGeom>
          <a:solidFill>
            <a:srgbClr val="E4EBF3"/>
          </a:solidFill>
          <a:ln w="12700">
            <a:solidFill>
              <a:srgbClr val="E4EBF3"/>
            </a:solidFill>
            <a:prstDash val="solid"/>
          </a:ln>
        </p:spPr>
      </p:sp>
      <p:sp>
        <p:nvSpPr>
          <p:cNvPr id="305" name="Shape 303"/>
          <p:cNvSpPr/>
          <p:nvPr/>
        </p:nvSpPr>
        <p:spPr>
          <a:xfrm>
            <a:off x="3447288" y="4306824"/>
            <a:ext cx="224028" cy="51206"/>
          </a:xfrm>
          <a:prstGeom prst="rect">
            <a:avLst/>
          </a:prstGeom>
          <a:solidFill>
            <a:srgbClr val="8FB0D4"/>
          </a:solidFill>
          <a:ln w="12700">
            <a:solidFill>
              <a:srgbClr val="8FB0D4"/>
            </a:solidFill>
            <a:prstDash val="solid"/>
          </a:ln>
        </p:spPr>
      </p:sp>
      <p:sp>
        <p:nvSpPr>
          <p:cNvPr id="306" name="Shape 304"/>
          <p:cNvSpPr/>
          <p:nvPr/>
        </p:nvSpPr>
        <p:spPr>
          <a:xfrm>
            <a:off x="3694176" y="4306824"/>
            <a:ext cx="224028" cy="51206"/>
          </a:xfrm>
          <a:prstGeom prst="rect">
            <a:avLst/>
          </a:prstGeom>
          <a:solidFill>
            <a:srgbClr val="E4EBF3"/>
          </a:solidFill>
          <a:ln w="12700">
            <a:solidFill>
              <a:srgbClr val="E4EBF3"/>
            </a:solidFill>
            <a:prstDash val="solid"/>
          </a:ln>
        </p:spPr>
      </p:sp>
      <p:sp>
        <p:nvSpPr>
          <p:cNvPr id="307" name="Shape 305"/>
          <p:cNvSpPr/>
          <p:nvPr/>
        </p:nvSpPr>
        <p:spPr>
          <a:xfrm>
            <a:off x="3941064" y="4306824"/>
            <a:ext cx="224028" cy="51206"/>
          </a:xfrm>
          <a:prstGeom prst="rect">
            <a:avLst/>
          </a:prstGeom>
          <a:solidFill>
            <a:srgbClr val="16305B"/>
          </a:solidFill>
          <a:ln w="12700">
            <a:solidFill>
              <a:srgbClr val="16305B"/>
            </a:solidFill>
            <a:prstDash val="solid"/>
          </a:ln>
        </p:spPr>
      </p:sp>
      <p:sp>
        <p:nvSpPr>
          <p:cNvPr id="308" name="Shape 306"/>
          <p:cNvSpPr/>
          <p:nvPr/>
        </p:nvSpPr>
        <p:spPr>
          <a:xfrm>
            <a:off x="4187952" y="4306824"/>
            <a:ext cx="224028" cy="51206"/>
          </a:xfrm>
          <a:prstGeom prst="rect">
            <a:avLst/>
          </a:prstGeom>
          <a:solidFill>
            <a:srgbClr val="E4EBF3"/>
          </a:solidFill>
          <a:ln w="12700">
            <a:solidFill>
              <a:srgbClr val="E4EBF3"/>
            </a:solidFill>
            <a:prstDash val="solid"/>
          </a:ln>
        </p:spPr>
      </p:sp>
      <p:sp>
        <p:nvSpPr>
          <p:cNvPr id="309" name="Shape 307"/>
          <p:cNvSpPr/>
          <p:nvPr/>
        </p:nvSpPr>
        <p:spPr>
          <a:xfrm>
            <a:off x="4434840" y="4306824"/>
            <a:ext cx="224028" cy="51206"/>
          </a:xfrm>
          <a:prstGeom prst="rect">
            <a:avLst/>
          </a:prstGeom>
          <a:solidFill>
            <a:srgbClr val="E4EBF3"/>
          </a:solidFill>
          <a:ln w="12700">
            <a:solidFill>
              <a:srgbClr val="E4EBF3"/>
            </a:solidFill>
            <a:prstDash val="solid"/>
          </a:ln>
        </p:spPr>
      </p:sp>
      <p:sp>
        <p:nvSpPr>
          <p:cNvPr id="310" name="Shape 308"/>
          <p:cNvSpPr/>
          <p:nvPr/>
        </p:nvSpPr>
        <p:spPr>
          <a:xfrm>
            <a:off x="4681728" y="4306824"/>
            <a:ext cx="224028" cy="51206"/>
          </a:xfrm>
          <a:prstGeom prst="rect">
            <a:avLst/>
          </a:prstGeom>
          <a:solidFill>
            <a:srgbClr val="0090B0"/>
          </a:solidFill>
          <a:ln w="12700">
            <a:solidFill>
              <a:srgbClr val="0090B0"/>
            </a:solidFill>
            <a:prstDash val="solid"/>
          </a:ln>
        </p:spPr>
      </p:sp>
      <p:sp>
        <p:nvSpPr>
          <p:cNvPr id="311" name="Shape 309"/>
          <p:cNvSpPr/>
          <p:nvPr/>
        </p:nvSpPr>
        <p:spPr>
          <a:xfrm>
            <a:off x="4928616" y="4306824"/>
            <a:ext cx="224028" cy="51206"/>
          </a:xfrm>
          <a:prstGeom prst="rect">
            <a:avLst/>
          </a:prstGeom>
          <a:solidFill>
            <a:srgbClr val="0090B0"/>
          </a:solidFill>
          <a:ln w="12700">
            <a:solidFill>
              <a:srgbClr val="0090B0"/>
            </a:solidFill>
            <a:prstDash val="solid"/>
          </a:ln>
        </p:spPr>
      </p:sp>
      <p:sp>
        <p:nvSpPr>
          <p:cNvPr id="312" name="Shape 310"/>
          <p:cNvSpPr/>
          <p:nvPr/>
        </p:nvSpPr>
        <p:spPr>
          <a:xfrm>
            <a:off x="5175504" y="4306824"/>
            <a:ext cx="224028" cy="51206"/>
          </a:xfrm>
          <a:prstGeom prst="rect">
            <a:avLst/>
          </a:prstGeom>
          <a:solidFill>
            <a:srgbClr val="0090B0"/>
          </a:solidFill>
          <a:ln w="12700">
            <a:solidFill>
              <a:srgbClr val="0090B0"/>
            </a:solidFill>
            <a:prstDash val="solid"/>
          </a:ln>
        </p:spPr>
      </p:sp>
      <p:sp>
        <p:nvSpPr>
          <p:cNvPr id="313" name="Shape 311"/>
          <p:cNvSpPr/>
          <p:nvPr/>
        </p:nvSpPr>
        <p:spPr>
          <a:xfrm>
            <a:off x="1965960" y="4372661"/>
            <a:ext cx="224028" cy="51206"/>
          </a:xfrm>
          <a:prstGeom prst="rect">
            <a:avLst/>
          </a:prstGeom>
          <a:solidFill>
            <a:srgbClr val="E4EBF3"/>
          </a:solidFill>
          <a:ln w="12700">
            <a:solidFill>
              <a:srgbClr val="E4EBF3"/>
            </a:solidFill>
            <a:prstDash val="solid"/>
          </a:ln>
        </p:spPr>
      </p:sp>
      <p:sp>
        <p:nvSpPr>
          <p:cNvPr id="314" name="Shape 312"/>
          <p:cNvSpPr/>
          <p:nvPr/>
        </p:nvSpPr>
        <p:spPr>
          <a:xfrm>
            <a:off x="2212848" y="4372661"/>
            <a:ext cx="224028" cy="51206"/>
          </a:xfrm>
          <a:prstGeom prst="rect">
            <a:avLst/>
          </a:prstGeom>
          <a:solidFill>
            <a:srgbClr val="16305B"/>
          </a:solidFill>
          <a:ln w="12700">
            <a:solidFill>
              <a:srgbClr val="16305B"/>
            </a:solidFill>
            <a:prstDash val="solid"/>
          </a:ln>
        </p:spPr>
      </p:sp>
      <p:sp>
        <p:nvSpPr>
          <p:cNvPr id="315" name="Shape 313"/>
          <p:cNvSpPr/>
          <p:nvPr/>
        </p:nvSpPr>
        <p:spPr>
          <a:xfrm>
            <a:off x="2459736" y="4372661"/>
            <a:ext cx="224028" cy="51206"/>
          </a:xfrm>
          <a:prstGeom prst="rect">
            <a:avLst/>
          </a:prstGeom>
          <a:solidFill>
            <a:srgbClr val="16305B"/>
          </a:solidFill>
          <a:ln w="12700">
            <a:solidFill>
              <a:srgbClr val="16305B"/>
            </a:solidFill>
            <a:prstDash val="solid"/>
          </a:ln>
        </p:spPr>
      </p:sp>
      <p:sp>
        <p:nvSpPr>
          <p:cNvPr id="316" name="Shape 314"/>
          <p:cNvSpPr/>
          <p:nvPr/>
        </p:nvSpPr>
        <p:spPr>
          <a:xfrm>
            <a:off x="2706624" y="4372661"/>
            <a:ext cx="224028" cy="51206"/>
          </a:xfrm>
          <a:prstGeom prst="rect">
            <a:avLst/>
          </a:prstGeom>
          <a:solidFill>
            <a:srgbClr val="E4EBF3"/>
          </a:solidFill>
          <a:ln w="12700">
            <a:solidFill>
              <a:srgbClr val="E4EBF3"/>
            </a:solidFill>
            <a:prstDash val="solid"/>
          </a:ln>
        </p:spPr>
      </p:sp>
      <p:sp>
        <p:nvSpPr>
          <p:cNvPr id="317" name="Shape 315"/>
          <p:cNvSpPr/>
          <p:nvPr/>
        </p:nvSpPr>
        <p:spPr>
          <a:xfrm>
            <a:off x="2953512" y="4372661"/>
            <a:ext cx="224028" cy="51206"/>
          </a:xfrm>
          <a:prstGeom prst="rect">
            <a:avLst/>
          </a:prstGeom>
          <a:solidFill>
            <a:srgbClr val="E4EBF3"/>
          </a:solidFill>
          <a:ln w="12700">
            <a:solidFill>
              <a:srgbClr val="E4EBF3"/>
            </a:solidFill>
            <a:prstDash val="solid"/>
          </a:ln>
        </p:spPr>
      </p:sp>
      <p:sp>
        <p:nvSpPr>
          <p:cNvPr id="318" name="Shape 316"/>
          <p:cNvSpPr/>
          <p:nvPr/>
        </p:nvSpPr>
        <p:spPr>
          <a:xfrm>
            <a:off x="3200400" y="4372661"/>
            <a:ext cx="224028" cy="51206"/>
          </a:xfrm>
          <a:prstGeom prst="rect">
            <a:avLst/>
          </a:prstGeom>
          <a:solidFill>
            <a:srgbClr val="16305B"/>
          </a:solidFill>
          <a:ln w="12700">
            <a:solidFill>
              <a:srgbClr val="16305B"/>
            </a:solidFill>
            <a:prstDash val="solid"/>
          </a:ln>
        </p:spPr>
      </p:sp>
      <p:sp>
        <p:nvSpPr>
          <p:cNvPr id="319" name="Shape 317"/>
          <p:cNvSpPr/>
          <p:nvPr/>
        </p:nvSpPr>
        <p:spPr>
          <a:xfrm>
            <a:off x="3447288" y="4372661"/>
            <a:ext cx="224028" cy="51206"/>
          </a:xfrm>
          <a:prstGeom prst="rect">
            <a:avLst/>
          </a:prstGeom>
          <a:solidFill>
            <a:srgbClr val="E4EBF3"/>
          </a:solidFill>
          <a:ln w="12700">
            <a:solidFill>
              <a:srgbClr val="E4EBF3"/>
            </a:solidFill>
            <a:prstDash val="solid"/>
          </a:ln>
        </p:spPr>
      </p:sp>
      <p:sp>
        <p:nvSpPr>
          <p:cNvPr id="320" name="Shape 318"/>
          <p:cNvSpPr/>
          <p:nvPr/>
        </p:nvSpPr>
        <p:spPr>
          <a:xfrm>
            <a:off x="3694176" y="4372661"/>
            <a:ext cx="224028" cy="51206"/>
          </a:xfrm>
          <a:prstGeom prst="rect">
            <a:avLst/>
          </a:prstGeom>
          <a:solidFill>
            <a:srgbClr val="8FB0D4"/>
          </a:solidFill>
          <a:ln w="12700">
            <a:solidFill>
              <a:srgbClr val="8FB0D4"/>
            </a:solidFill>
            <a:prstDash val="solid"/>
          </a:ln>
        </p:spPr>
      </p:sp>
      <p:sp>
        <p:nvSpPr>
          <p:cNvPr id="321" name="Shape 319"/>
          <p:cNvSpPr/>
          <p:nvPr/>
        </p:nvSpPr>
        <p:spPr>
          <a:xfrm>
            <a:off x="3941064" y="4372661"/>
            <a:ext cx="224028" cy="51206"/>
          </a:xfrm>
          <a:prstGeom prst="rect">
            <a:avLst/>
          </a:prstGeom>
          <a:solidFill>
            <a:srgbClr val="E4EBF3"/>
          </a:solidFill>
          <a:ln w="12700">
            <a:solidFill>
              <a:srgbClr val="E4EBF3"/>
            </a:solidFill>
            <a:prstDash val="solid"/>
          </a:ln>
        </p:spPr>
      </p:sp>
      <p:sp>
        <p:nvSpPr>
          <p:cNvPr id="322" name="Shape 320"/>
          <p:cNvSpPr/>
          <p:nvPr/>
        </p:nvSpPr>
        <p:spPr>
          <a:xfrm>
            <a:off x="4187952" y="4372661"/>
            <a:ext cx="224028" cy="51206"/>
          </a:xfrm>
          <a:prstGeom prst="rect">
            <a:avLst/>
          </a:prstGeom>
          <a:solidFill>
            <a:srgbClr val="16305B"/>
          </a:solidFill>
          <a:ln w="12700">
            <a:solidFill>
              <a:srgbClr val="16305B"/>
            </a:solidFill>
            <a:prstDash val="solid"/>
          </a:ln>
        </p:spPr>
      </p:sp>
      <p:sp>
        <p:nvSpPr>
          <p:cNvPr id="323" name="Shape 321"/>
          <p:cNvSpPr/>
          <p:nvPr/>
        </p:nvSpPr>
        <p:spPr>
          <a:xfrm>
            <a:off x="4434840" y="4372661"/>
            <a:ext cx="224028" cy="51206"/>
          </a:xfrm>
          <a:prstGeom prst="rect">
            <a:avLst/>
          </a:prstGeom>
          <a:solidFill>
            <a:srgbClr val="E4EBF3"/>
          </a:solidFill>
          <a:ln w="12700">
            <a:solidFill>
              <a:srgbClr val="E4EBF3"/>
            </a:solidFill>
            <a:prstDash val="solid"/>
          </a:ln>
        </p:spPr>
      </p:sp>
      <p:sp>
        <p:nvSpPr>
          <p:cNvPr id="324" name="Shape 322"/>
          <p:cNvSpPr/>
          <p:nvPr/>
        </p:nvSpPr>
        <p:spPr>
          <a:xfrm>
            <a:off x="4681728" y="4372661"/>
            <a:ext cx="224028" cy="51206"/>
          </a:xfrm>
          <a:prstGeom prst="rect">
            <a:avLst/>
          </a:prstGeom>
          <a:solidFill>
            <a:srgbClr val="E2F4F8"/>
          </a:solidFill>
          <a:ln w="12700">
            <a:solidFill>
              <a:srgbClr val="E2F4F8"/>
            </a:solidFill>
            <a:prstDash val="solid"/>
          </a:ln>
        </p:spPr>
      </p:sp>
      <p:sp>
        <p:nvSpPr>
          <p:cNvPr id="325" name="Shape 323"/>
          <p:cNvSpPr/>
          <p:nvPr/>
        </p:nvSpPr>
        <p:spPr>
          <a:xfrm>
            <a:off x="4928616" y="4372661"/>
            <a:ext cx="224028" cy="51206"/>
          </a:xfrm>
          <a:prstGeom prst="rect">
            <a:avLst/>
          </a:prstGeom>
          <a:solidFill>
            <a:srgbClr val="0090B0"/>
          </a:solidFill>
          <a:ln w="12700">
            <a:solidFill>
              <a:srgbClr val="0090B0"/>
            </a:solidFill>
            <a:prstDash val="solid"/>
          </a:ln>
        </p:spPr>
      </p:sp>
      <p:sp>
        <p:nvSpPr>
          <p:cNvPr id="326" name="Shape 324"/>
          <p:cNvSpPr/>
          <p:nvPr/>
        </p:nvSpPr>
        <p:spPr>
          <a:xfrm>
            <a:off x="5175504" y="4372661"/>
            <a:ext cx="224028" cy="51206"/>
          </a:xfrm>
          <a:prstGeom prst="rect">
            <a:avLst/>
          </a:prstGeom>
          <a:solidFill>
            <a:srgbClr val="0090B0"/>
          </a:solidFill>
          <a:ln w="12700">
            <a:solidFill>
              <a:srgbClr val="0090B0"/>
            </a:solidFill>
            <a:prstDash val="solid"/>
          </a:ln>
        </p:spPr>
      </p:sp>
      <p:sp>
        <p:nvSpPr>
          <p:cNvPr id="327" name="Shape 325"/>
          <p:cNvSpPr/>
          <p:nvPr/>
        </p:nvSpPr>
        <p:spPr>
          <a:xfrm>
            <a:off x="1965960" y="4438498"/>
            <a:ext cx="224028" cy="51206"/>
          </a:xfrm>
          <a:prstGeom prst="rect">
            <a:avLst/>
          </a:prstGeom>
          <a:solidFill>
            <a:srgbClr val="E4EBF3"/>
          </a:solidFill>
          <a:ln w="12700">
            <a:solidFill>
              <a:srgbClr val="E4EBF3"/>
            </a:solidFill>
            <a:prstDash val="solid"/>
          </a:ln>
        </p:spPr>
      </p:sp>
      <p:sp>
        <p:nvSpPr>
          <p:cNvPr id="328" name="Shape 326"/>
          <p:cNvSpPr/>
          <p:nvPr/>
        </p:nvSpPr>
        <p:spPr>
          <a:xfrm>
            <a:off x="2212848" y="4438498"/>
            <a:ext cx="224028" cy="51206"/>
          </a:xfrm>
          <a:prstGeom prst="rect">
            <a:avLst/>
          </a:prstGeom>
          <a:solidFill>
            <a:srgbClr val="16305B"/>
          </a:solidFill>
          <a:ln w="12700">
            <a:solidFill>
              <a:srgbClr val="16305B"/>
            </a:solidFill>
            <a:prstDash val="solid"/>
          </a:ln>
        </p:spPr>
      </p:sp>
      <p:sp>
        <p:nvSpPr>
          <p:cNvPr id="329" name="Shape 327"/>
          <p:cNvSpPr/>
          <p:nvPr/>
        </p:nvSpPr>
        <p:spPr>
          <a:xfrm>
            <a:off x="2459736" y="4438498"/>
            <a:ext cx="224028" cy="51206"/>
          </a:xfrm>
          <a:prstGeom prst="rect">
            <a:avLst/>
          </a:prstGeom>
          <a:solidFill>
            <a:srgbClr val="16305B"/>
          </a:solidFill>
          <a:ln w="12700">
            <a:solidFill>
              <a:srgbClr val="16305B"/>
            </a:solidFill>
            <a:prstDash val="solid"/>
          </a:ln>
        </p:spPr>
      </p:sp>
      <p:sp>
        <p:nvSpPr>
          <p:cNvPr id="330" name="Shape 328"/>
          <p:cNvSpPr/>
          <p:nvPr/>
        </p:nvSpPr>
        <p:spPr>
          <a:xfrm>
            <a:off x="2706624" y="4438498"/>
            <a:ext cx="224028" cy="51206"/>
          </a:xfrm>
          <a:prstGeom prst="rect">
            <a:avLst/>
          </a:prstGeom>
          <a:solidFill>
            <a:srgbClr val="16305B"/>
          </a:solidFill>
          <a:ln w="12700">
            <a:solidFill>
              <a:srgbClr val="16305B"/>
            </a:solidFill>
            <a:prstDash val="solid"/>
          </a:ln>
        </p:spPr>
      </p:sp>
      <p:sp>
        <p:nvSpPr>
          <p:cNvPr id="331" name="Shape 329"/>
          <p:cNvSpPr/>
          <p:nvPr/>
        </p:nvSpPr>
        <p:spPr>
          <a:xfrm>
            <a:off x="2953512" y="4438498"/>
            <a:ext cx="224028" cy="51206"/>
          </a:xfrm>
          <a:prstGeom prst="rect">
            <a:avLst/>
          </a:prstGeom>
          <a:solidFill>
            <a:srgbClr val="E4EBF3"/>
          </a:solidFill>
          <a:ln w="12700">
            <a:solidFill>
              <a:srgbClr val="E4EBF3"/>
            </a:solidFill>
            <a:prstDash val="solid"/>
          </a:ln>
        </p:spPr>
      </p:sp>
      <p:sp>
        <p:nvSpPr>
          <p:cNvPr id="332" name="Shape 330"/>
          <p:cNvSpPr/>
          <p:nvPr/>
        </p:nvSpPr>
        <p:spPr>
          <a:xfrm>
            <a:off x="3200400" y="4438498"/>
            <a:ext cx="224028" cy="51206"/>
          </a:xfrm>
          <a:prstGeom prst="rect">
            <a:avLst/>
          </a:prstGeom>
          <a:solidFill>
            <a:srgbClr val="E4EBF3"/>
          </a:solidFill>
          <a:ln w="12700">
            <a:solidFill>
              <a:srgbClr val="E4EBF3"/>
            </a:solidFill>
            <a:prstDash val="solid"/>
          </a:ln>
        </p:spPr>
      </p:sp>
      <p:sp>
        <p:nvSpPr>
          <p:cNvPr id="333" name="Shape 331"/>
          <p:cNvSpPr/>
          <p:nvPr/>
        </p:nvSpPr>
        <p:spPr>
          <a:xfrm>
            <a:off x="3447288" y="4438498"/>
            <a:ext cx="224028" cy="51206"/>
          </a:xfrm>
          <a:prstGeom prst="rect">
            <a:avLst/>
          </a:prstGeom>
          <a:solidFill>
            <a:srgbClr val="16305B"/>
          </a:solidFill>
          <a:ln w="12700">
            <a:solidFill>
              <a:srgbClr val="16305B"/>
            </a:solidFill>
            <a:prstDash val="solid"/>
          </a:ln>
        </p:spPr>
      </p:sp>
      <p:sp>
        <p:nvSpPr>
          <p:cNvPr id="334" name="Shape 332"/>
          <p:cNvSpPr/>
          <p:nvPr/>
        </p:nvSpPr>
        <p:spPr>
          <a:xfrm>
            <a:off x="3694176" y="4438498"/>
            <a:ext cx="224028" cy="51206"/>
          </a:xfrm>
          <a:prstGeom prst="rect">
            <a:avLst/>
          </a:prstGeom>
          <a:solidFill>
            <a:srgbClr val="E4EBF3"/>
          </a:solidFill>
          <a:ln w="12700">
            <a:solidFill>
              <a:srgbClr val="E4EBF3"/>
            </a:solidFill>
            <a:prstDash val="solid"/>
          </a:ln>
        </p:spPr>
      </p:sp>
      <p:sp>
        <p:nvSpPr>
          <p:cNvPr id="335" name="Shape 333"/>
          <p:cNvSpPr/>
          <p:nvPr/>
        </p:nvSpPr>
        <p:spPr>
          <a:xfrm>
            <a:off x="3941064" y="4438498"/>
            <a:ext cx="224028" cy="51206"/>
          </a:xfrm>
          <a:prstGeom prst="rect">
            <a:avLst/>
          </a:prstGeom>
          <a:solidFill>
            <a:srgbClr val="8FB0D4"/>
          </a:solidFill>
          <a:ln w="12700">
            <a:solidFill>
              <a:srgbClr val="8FB0D4"/>
            </a:solidFill>
            <a:prstDash val="solid"/>
          </a:ln>
        </p:spPr>
      </p:sp>
      <p:sp>
        <p:nvSpPr>
          <p:cNvPr id="336" name="Shape 334"/>
          <p:cNvSpPr/>
          <p:nvPr/>
        </p:nvSpPr>
        <p:spPr>
          <a:xfrm>
            <a:off x="4187952" y="4438498"/>
            <a:ext cx="224028" cy="51206"/>
          </a:xfrm>
          <a:prstGeom prst="rect">
            <a:avLst/>
          </a:prstGeom>
          <a:solidFill>
            <a:srgbClr val="E4EBF3"/>
          </a:solidFill>
          <a:ln w="12700">
            <a:solidFill>
              <a:srgbClr val="E4EBF3"/>
            </a:solidFill>
            <a:prstDash val="solid"/>
          </a:ln>
        </p:spPr>
      </p:sp>
      <p:sp>
        <p:nvSpPr>
          <p:cNvPr id="337" name="Shape 335"/>
          <p:cNvSpPr/>
          <p:nvPr/>
        </p:nvSpPr>
        <p:spPr>
          <a:xfrm>
            <a:off x="4434840" y="4438498"/>
            <a:ext cx="224028" cy="51206"/>
          </a:xfrm>
          <a:prstGeom prst="rect">
            <a:avLst/>
          </a:prstGeom>
          <a:solidFill>
            <a:srgbClr val="16305B"/>
          </a:solidFill>
          <a:ln w="12700">
            <a:solidFill>
              <a:srgbClr val="16305B"/>
            </a:solidFill>
            <a:prstDash val="solid"/>
          </a:ln>
        </p:spPr>
      </p:sp>
      <p:sp>
        <p:nvSpPr>
          <p:cNvPr id="338" name="Shape 336"/>
          <p:cNvSpPr/>
          <p:nvPr/>
        </p:nvSpPr>
        <p:spPr>
          <a:xfrm>
            <a:off x="4681728" y="4438498"/>
            <a:ext cx="224028" cy="51206"/>
          </a:xfrm>
          <a:prstGeom prst="rect">
            <a:avLst/>
          </a:prstGeom>
          <a:solidFill>
            <a:srgbClr val="E2F4F8"/>
          </a:solidFill>
          <a:ln w="12700">
            <a:solidFill>
              <a:srgbClr val="E2F4F8"/>
            </a:solidFill>
            <a:prstDash val="solid"/>
          </a:ln>
        </p:spPr>
      </p:sp>
      <p:sp>
        <p:nvSpPr>
          <p:cNvPr id="339" name="Shape 337"/>
          <p:cNvSpPr/>
          <p:nvPr/>
        </p:nvSpPr>
        <p:spPr>
          <a:xfrm>
            <a:off x="4928616" y="4438498"/>
            <a:ext cx="224028" cy="51206"/>
          </a:xfrm>
          <a:prstGeom prst="rect">
            <a:avLst/>
          </a:prstGeom>
          <a:solidFill>
            <a:srgbClr val="E2F4F8"/>
          </a:solidFill>
          <a:ln w="12700">
            <a:solidFill>
              <a:srgbClr val="E2F4F8"/>
            </a:solidFill>
            <a:prstDash val="solid"/>
          </a:ln>
        </p:spPr>
      </p:sp>
      <p:sp>
        <p:nvSpPr>
          <p:cNvPr id="340" name="Shape 338"/>
          <p:cNvSpPr/>
          <p:nvPr/>
        </p:nvSpPr>
        <p:spPr>
          <a:xfrm>
            <a:off x="5175504" y="4438498"/>
            <a:ext cx="224028" cy="51206"/>
          </a:xfrm>
          <a:prstGeom prst="rect">
            <a:avLst/>
          </a:prstGeom>
          <a:solidFill>
            <a:srgbClr val="0090B0"/>
          </a:solidFill>
          <a:ln w="12700">
            <a:solidFill>
              <a:srgbClr val="0090B0"/>
            </a:solidFill>
            <a:prstDash val="solid"/>
          </a:ln>
        </p:spPr>
      </p:sp>
      <p:sp>
        <p:nvSpPr>
          <p:cNvPr id="341" name="Shape 339"/>
          <p:cNvSpPr/>
          <p:nvPr/>
        </p:nvSpPr>
        <p:spPr>
          <a:xfrm>
            <a:off x="1965960" y="4504334"/>
            <a:ext cx="224028" cy="51206"/>
          </a:xfrm>
          <a:prstGeom prst="rect">
            <a:avLst/>
          </a:prstGeom>
          <a:solidFill>
            <a:srgbClr val="E4EBF3"/>
          </a:solidFill>
          <a:ln w="12700">
            <a:solidFill>
              <a:srgbClr val="E4EBF3"/>
            </a:solidFill>
            <a:prstDash val="solid"/>
          </a:ln>
        </p:spPr>
      </p:sp>
      <p:sp>
        <p:nvSpPr>
          <p:cNvPr id="342" name="Shape 340"/>
          <p:cNvSpPr/>
          <p:nvPr/>
        </p:nvSpPr>
        <p:spPr>
          <a:xfrm>
            <a:off x="2212848" y="4504334"/>
            <a:ext cx="224028" cy="51206"/>
          </a:xfrm>
          <a:prstGeom prst="rect">
            <a:avLst/>
          </a:prstGeom>
          <a:solidFill>
            <a:srgbClr val="16305B"/>
          </a:solidFill>
          <a:ln w="12700">
            <a:solidFill>
              <a:srgbClr val="16305B"/>
            </a:solidFill>
            <a:prstDash val="solid"/>
          </a:ln>
        </p:spPr>
      </p:sp>
      <p:sp>
        <p:nvSpPr>
          <p:cNvPr id="343" name="Shape 341"/>
          <p:cNvSpPr/>
          <p:nvPr/>
        </p:nvSpPr>
        <p:spPr>
          <a:xfrm>
            <a:off x="2459736" y="4504334"/>
            <a:ext cx="224028" cy="51206"/>
          </a:xfrm>
          <a:prstGeom prst="rect">
            <a:avLst/>
          </a:prstGeom>
          <a:solidFill>
            <a:srgbClr val="16305B"/>
          </a:solidFill>
          <a:ln w="12700">
            <a:solidFill>
              <a:srgbClr val="16305B"/>
            </a:solidFill>
            <a:prstDash val="solid"/>
          </a:ln>
        </p:spPr>
      </p:sp>
      <p:sp>
        <p:nvSpPr>
          <p:cNvPr id="344" name="Shape 342"/>
          <p:cNvSpPr/>
          <p:nvPr/>
        </p:nvSpPr>
        <p:spPr>
          <a:xfrm>
            <a:off x="2706624" y="4504334"/>
            <a:ext cx="224028" cy="51206"/>
          </a:xfrm>
          <a:prstGeom prst="rect">
            <a:avLst/>
          </a:prstGeom>
          <a:solidFill>
            <a:srgbClr val="16305B"/>
          </a:solidFill>
          <a:ln w="12700">
            <a:solidFill>
              <a:srgbClr val="16305B"/>
            </a:solidFill>
            <a:prstDash val="solid"/>
          </a:ln>
        </p:spPr>
      </p:sp>
      <p:sp>
        <p:nvSpPr>
          <p:cNvPr id="345" name="Shape 343"/>
          <p:cNvSpPr/>
          <p:nvPr/>
        </p:nvSpPr>
        <p:spPr>
          <a:xfrm>
            <a:off x="2953512" y="4504334"/>
            <a:ext cx="224028" cy="51206"/>
          </a:xfrm>
          <a:prstGeom prst="rect">
            <a:avLst/>
          </a:prstGeom>
          <a:solidFill>
            <a:srgbClr val="16305B"/>
          </a:solidFill>
          <a:ln w="12700">
            <a:solidFill>
              <a:srgbClr val="16305B"/>
            </a:solidFill>
            <a:prstDash val="solid"/>
          </a:ln>
        </p:spPr>
      </p:sp>
      <p:sp>
        <p:nvSpPr>
          <p:cNvPr id="346" name="Shape 344"/>
          <p:cNvSpPr/>
          <p:nvPr/>
        </p:nvSpPr>
        <p:spPr>
          <a:xfrm>
            <a:off x="3200400" y="4504334"/>
            <a:ext cx="224028" cy="51206"/>
          </a:xfrm>
          <a:prstGeom prst="rect">
            <a:avLst/>
          </a:prstGeom>
          <a:solidFill>
            <a:srgbClr val="E4EBF3"/>
          </a:solidFill>
          <a:ln w="12700">
            <a:solidFill>
              <a:srgbClr val="E4EBF3"/>
            </a:solidFill>
            <a:prstDash val="solid"/>
          </a:ln>
        </p:spPr>
      </p:sp>
      <p:sp>
        <p:nvSpPr>
          <p:cNvPr id="347" name="Shape 345"/>
          <p:cNvSpPr/>
          <p:nvPr/>
        </p:nvSpPr>
        <p:spPr>
          <a:xfrm>
            <a:off x="3447288" y="4504334"/>
            <a:ext cx="224028" cy="51206"/>
          </a:xfrm>
          <a:prstGeom prst="rect">
            <a:avLst/>
          </a:prstGeom>
          <a:solidFill>
            <a:srgbClr val="E4EBF3"/>
          </a:solidFill>
          <a:ln w="12700">
            <a:solidFill>
              <a:srgbClr val="E4EBF3"/>
            </a:solidFill>
            <a:prstDash val="solid"/>
          </a:ln>
        </p:spPr>
      </p:sp>
      <p:sp>
        <p:nvSpPr>
          <p:cNvPr id="348" name="Shape 346"/>
          <p:cNvSpPr/>
          <p:nvPr/>
        </p:nvSpPr>
        <p:spPr>
          <a:xfrm>
            <a:off x="3694176" y="4504334"/>
            <a:ext cx="224028" cy="51206"/>
          </a:xfrm>
          <a:prstGeom prst="rect">
            <a:avLst/>
          </a:prstGeom>
          <a:solidFill>
            <a:srgbClr val="16305B"/>
          </a:solidFill>
          <a:ln w="12700">
            <a:solidFill>
              <a:srgbClr val="16305B"/>
            </a:solidFill>
            <a:prstDash val="solid"/>
          </a:ln>
        </p:spPr>
      </p:sp>
      <p:sp>
        <p:nvSpPr>
          <p:cNvPr id="349" name="Shape 347"/>
          <p:cNvSpPr/>
          <p:nvPr/>
        </p:nvSpPr>
        <p:spPr>
          <a:xfrm>
            <a:off x="3941064" y="4504334"/>
            <a:ext cx="224028" cy="51206"/>
          </a:xfrm>
          <a:prstGeom prst="rect">
            <a:avLst/>
          </a:prstGeom>
          <a:solidFill>
            <a:srgbClr val="E4EBF3"/>
          </a:solidFill>
          <a:ln w="12700">
            <a:solidFill>
              <a:srgbClr val="E4EBF3"/>
            </a:solidFill>
            <a:prstDash val="solid"/>
          </a:ln>
        </p:spPr>
      </p:sp>
      <p:sp>
        <p:nvSpPr>
          <p:cNvPr id="350" name="Shape 348"/>
          <p:cNvSpPr/>
          <p:nvPr/>
        </p:nvSpPr>
        <p:spPr>
          <a:xfrm>
            <a:off x="4187952" y="4504334"/>
            <a:ext cx="224028" cy="51206"/>
          </a:xfrm>
          <a:prstGeom prst="rect">
            <a:avLst/>
          </a:prstGeom>
          <a:solidFill>
            <a:srgbClr val="8FB0D4"/>
          </a:solidFill>
          <a:ln w="12700">
            <a:solidFill>
              <a:srgbClr val="8FB0D4"/>
            </a:solidFill>
            <a:prstDash val="solid"/>
          </a:ln>
        </p:spPr>
      </p:sp>
      <p:sp>
        <p:nvSpPr>
          <p:cNvPr id="351" name="Shape 349"/>
          <p:cNvSpPr/>
          <p:nvPr/>
        </p:nvSpPr>
        <p:spPr>
          <a:xfrm>
            <a:off x="4434840" y="4504334"/>
            <a:ext cx="224028" cy="51206"/>
          </a:xfrm>
          <a:prstGeom prst="rect">
            <a:avLst/>
          </a:prstGeom>
          <a:solidFill>
            <a:srgbClr val="E4EBF3"/>
          </a:solidFill>
          <a:ln w="12700">
            <a:solidFill>
              <a:srgbClr val="E4EBF3"/>
            </a:solidFill>
            <a:prstDash val="solid"/>
          </a:ln>
        </p:spPr>
      </p:sp>
      <p:sp>
        <p:nvSpPr>
          <p:cNvPr id="352" name="Shape 350"/>
          <p:cNvSpPr/>
          <p:nvPr/>
        </p:nvSpPr>
        <p:spPr>
          <a:xfrm>
            <a:off x="4681728" y="4504334"/>
            <a:ext cx="224028" cy="51206"/>
          </a:xfrm>
          <a:prstGeom prst="rect">
            <a:avLst/>
          </a:prstGeom>
          <a:solidFill>
            <a:srgbClr val="0090B0"/>
          </a:solidFill>
          <a:ln w="12700">
            <a:solidFill>
              <a:srgbClr val="0090B0"/>
            </a:solidFill>
            <a:prstDash val="solid"/>
          </a:ln>
        </p:spPr>
      </p:sp>
      <p:sp>
        <p:nvSpPr>
          <p:cNvPr id="353" name="Shape 351"/>
          <p:cNvSpPr/>
          <p:nvPr/>
        </p:nvSpPr>
        <p:spPr>
          <a:xfrm>
            <a:off x="4928616" y="4504334"/>
            <a:ext cx="224028" cy="51206"/>
          </a:xfrm>
          <a:prstGeom prst="rect">
            <a:avLst/>
          </a:prstGeom>
          <a:solidFill>
            <a:srgbClr val="E2F4F8"/>
          </a:solidFill>
          <a:ln w="12700">
            <a:solidFill>
              <a:srgbClr val="E2F4F8"/>
            </a:solidFill>
            <a:prstDash val="solid"/>
          </a:ln>
        </p:spPr>
      </p:sp>
      <p:sp>
        <p:nvSpPr>
          <p:cNvPr id="354" name="Shape 352"/>
          <p:cNvSpPr/>
          <p:nvPr/>
        </p:nvSpPr>
        <p:spPr>
          <a:xfrm>
            <a:off x="5175504" y="4504334"/>
            <a:ext cx="224028" cy="51206"/>
          </a:xfrm>
          <a:prstGeom prst="rect">
            <a:avLst/>
          </a:prstGeom>
          <a:solidFill>
            <a:srgbClr val="E2F4F8"/>
          </a:solidFill>
          <a:ln w="12700">
            <a:solidFill>
              <a:srgbClr val="E2F4F8"/>
            </a:solidFill>
            <a:prstDash val="solid"/>
          </a:ln>
        </p:spPr>
      </p:sp>
      <p:sp>
        <p:nvSpPr>
          <p:cNvPr id="355" name="Shape 353"/>
          <p:cNvSpPr/>
          <p:nvPr/>
        </p:nvSpPr>
        <p:spPr>
          <a:xfrm>
            <a:off x="1965960" y="4570171"/>
            <a:ext cx="224028" cy="51206"/>
          </a:xfrm>
          <a:prstGeom prst="rect">
            <a:avLst/>
          </a:prstGeom>
          <a:solidFill>
            <a:srgbClr val="E4EBF3"/>
          </a:solidFill>
          <a:ln w="12700">
            <a:solidFill>
              <a:srgbClr val="E4EBF3"/>
            </a:solidFill>
            <a:prstDash val="solid"/>
          </a:ln>
        </p:spPr>
      </p:sp>
      <p:sp>
        <p:nvSpPr>
          <p:cNvPr id="356" name="Shape 354"/>
          <p:cNvSpPr/>
          <p:nvPr/>
        </p:nvSpPr>
        <p:spPr>
          <a:xfrm>
            <a:off x="2212848" y="4570171"/>
            <a:ext cx="224028" cy="51206"/>
          </a:xfrm>
          <a:prstGeom prst="rect">
            <a:avLst/>
          </a:prstGeom>
          <a:solidFill>
            <a:srgbClr val="E4EBF3"/>
          </a:solidFill>
          <a:ln w="12700">
            <a:solidFill>
              <a:srgbClr val="E4EBF3"/>
            </a:solidFill>
            <a:prstDash val="solid"/>
          </a:ln>
        </p:spPr>
      </p:sp>
      <p:sp>
        <p:nvSpPr>
          <p:cNvPr id="357" name="Shape 355"/>
          <p:cNvSpPr/>
          <p:nvPr/>
        </p:nvSpPr>
        <p:spPr>
          <a:xfrm>
            <a:off x="2459736" y="4570171"/>
            <a:ext cx="224028" cy="51206"/>
          </a:xfrm>
          <a:prstGeom prst="rect">
            <a:avLst/>
          </a:prstGeom>
          <a:solidFill>
            <a:srgbClr val="16305B"/>
          </a:solidFill>
          <a:ln w="12700">
            <a:solidFill>
              <a:srgbClr val="16305B"/>
            </a:solidFill>
            <a:prstDash val="solid"/>
          </a:ln>
        </p:spPr>
      </p:sp>
      <p:sp>
        <p:nvSpPr>
          <p:cNvPr id="358" name="Shape 356"/>
          <p:cNvSpPr/>
          <p:nvPr/>
        </p:nvSpPr>
        <p:spPr>
          <a:xfrm>
            <a:off x="2706624" y="4570171"/>
            <a:ext cx="224028" cy="51206"/>
          </a:xfrm>
          <a:prstGeom prst="rect">
            <a:avLst/>
          </a:prstGeom>
          <a:solidFill>
            <a:srgbClr val="16305B"/>
          </a:solidFill>
          <a:ln w="12700">
            <a:solidFill>
              <a:srgbClr val="16305B"/>
            </a:solidFill>
            <a:prstDash val="solid"/>
          </a:ln>
        </p:spPr>
      </p:sp>
      <p:sp>
        <p:nvSpPr>
          <p:cNvPr id="359" name="Shape 357"/>
          <p:cNvSpPr/>
          <p:nvPr/>
        </p:nvSpPr>
        <p:spPr>
          <a:xfrm>
            <a:off x="2953512" y="4570171"/>
            <a:ext cx="224028" cy="51206"/>
          </a:xfrm>
          <a:prstGeom prst="rect">
            <a:avLst/>
          </a:prstGeom>
          <a:solidFill>
            <a:srgbClr val="16305B"/>
          </a:solidFill>
          <a:ln w="12700">
            <a:solidFill>
              <a:srgbClr val="16305B"/>
            </a:solidFill>
            <a:prstDash val="solid"/>
          </a:ln>
        </p:spPr>
      </p:sp>
      <p:sp>
        <p:nvSpPr>
          <p:cNvPr id="360" name="Shape 358"/>
          <p:cNvSpPr/>
          <p:nvPr/>
        </p:nvSpPr>
        <p:spPr>
          <a:xfrm>
            <a:off x="3200400" y="4570171"/>
            <a:ext cx="224028" cy="51206"/>
          </a:xfrm>
          <a:prstGeom prst="rect">
            <a:avLst/>
          </a:prstGeom>
          <a:solidFill>
            <a:srgbClr val="16305B"/>
          </a:solidFill>
          <a:ln w="12700">
            <a:solidFill>
              <a:srgbClr val="16305B"/>
            </a:solidFill>
            <a:prstDash val="solid"/>
          </a:ln>
        </p:spPr>
      </p:sp>
      <p:sp>
        <p:nvSpPr>
          <p:cNvPr id="361" name="Shape 359"/>
          <p:cNvSpPr/>
          <p:nvPr/>
        </p:nvSpPr>
        <p:spPr>
          <a:xfrm>
            <a:off x="3447288" y="4570171"/>
            <a:ext cx="224028" cy="51206"/>
          </a:xfrm>
          <a:prstGeom prst="rect">
            <a:avLst/>
          </a:prstGeom>
          <a:solidFill>
            <a:srgbClr val="E4EBF3"/>
          </a:solidFill>
          <a:ln w="12700">
            <a:solidFill>
              <a:srgbClr val="E4EBF3"/>
            </a:solidFill>
            <a:prstDash val="solid"/>
          </a:ln>
        </p:spPr>
      </p:sp>
      <p:sp>
        <p:nvSpPr>
          <p:cNvPr id="362" name="Shape 360"/>
          <p:cNvSpPr/>
          <p:nvPr/>
        </p:nvSpPr>
        <p:spPr>
          <a:xfrm>
            <a:off x="3694176" y="4570171"/>
            <a:ext cx="224028" cy="51206"/>
          </a:xfrm>
          <a:prstGeom prst="rect">
            <a:avLst/>
          </a:prstGeom>
          <a:solidFill>
            <a:srgbClr val="E4EBF3"/>
          </a:solidFill>
          <a:ln w="12700">
            <a:solidFill>
              <a:srgbClr val="E4EBF3"/>
            </a:solidFill>
            <a:prstDash val="solid"/>
          </a:ln>
        </p:spPr>
      </p:sp>
      <p:sp>
        <p:nvSpPr>
          <p:cNvPr id="363" name="Shape 361"/>
          <p:cNvSpPr/>
          <p:nvPr/>
        </p:nvSpPr>
        <p:spPr>
          <a:xfrm>
            <a:off x="3941064" y="4570171"/>
            <a:ext cx="224028" cy="51206"/>
          </a:xfrm>
          <a:prstGeom prst="rect">
            <a:avLst/>
          </a:prstGeom>
          <a:solidFill>
            <a:srgbClr val="16305B"/>
          </a:solidFill>
          <a:ln w="12700">
            <a:solidFill>
              <a:srgbClr val="16305B"/>
            </a:solidFill>
            <a:prstDash val="solid"/>
          </a:ln>
        </p:spPr>
      </p:sp>
      <p:sp>
        <p:nvSpPr>
          <p:cNvPr id="364" name="Shape 362"/>
          <p:cNvSpPr/>
          <p:nvPr/>
        </p:nvSpPr>
        <p:spPr>
          <a:xfrm>
            <a:off x="4187952" y="4570171"/>
            <a:ext cx="224028" cy="51206"/>
          </a:xfrm>
          <a:prstGeom prst="rect">
            <a:avLst/>
          </a:prstGeom>
          <a:solidFill>
            <a:srgbClr val="E4EBF3"/>
          </a:solidFill>
          <a:ln w="12700">
            <a:solidFill>
              <a:srgbClr val="E4EBF3"/>
            </a:solidFill>
            <a:prstDash val="solid"/>
          </a:ln>
        </p:spPr>
      </p:sp>
      <p:sp>
        <p:nvSpPr>
          <p:cNvPr id="365" name="Shape 363"/>
          <p:cNvSpPr/>
          <p:nvPr/>
        </p:nvSpPr>
        <p:spPr>
          <a:xfrm>
            <a:off x="4434840" y="4570171"/>
            <a:ext cx="224028" cy="51206"/>
          </a:xfrm>
          <a:prstGeom prst="rect">
            <a:avLst/>
          </a:prstGeom>
          <a:solidFill>
            <a:srgbClr val="8FB0D4"/>
          </a:solidFill>
          <a:ln w="12700">
            <a:solidFill>
              <a:srgbClr val="8FB0D4"/>
            </a:solidFill>
            <a:prstDash val="solid"/>
          </a:ln>
        </p:spPr>
      </p:sp>
      <p:sp>
        <p:nvSpPr>
          <p:cNvPr id="366" name="Shape 364"/>
          <p:cNvSpPr/>
          <p:nvPr/>
        </p:nvSpPr>
        <p:spPr>
          <a:xfrm>
            <a:off x="4681728" y="4570171"/>
            <a:ext cx="224028" cy="51206"/>
          </a:xfrm>
          <a:prstGeom prst="rect">
            <a:avLst/>
          </a:prstGeom>
          <a:solidFill>
            <a:srgbClr val="E2F4F8"/>
          </a:solidFill>
          <a:ln w="12700">
            <a:solidFill>
              <a:srgbClr val="E2F4F8"/>
            </a:solidFill>
            <a:prstDash val="solid"/>
          </a:ln>
        </p:spPr>
      </p:sp>
      <p:sp>
        <p:nvSpPr>
          <p:cNvPr id="367" name="Shape 365"/>
          <p:cNvSpPr/>
          <p:nvPr/>
        </p:nvSpPr>
        <p:spPr>
          <a:xfrm>
            <a:off x="4928616" y="4570171"/>
            <a:ext cx="224028" cy="51206"/>
          </a:xfrm>
          <a:prstGeom prst="rect">
            <a:avLst/>
          </a:prstGeom>
          <a:solidFill>
            <a:srgbClr val="0090B0"/>
          </a:solidFill>
          <a:ln w="12700">
            <a:solidFill>
              <a:srgbClr val="0090B0"/>
            </a:solidFill>
            <a:prstDash val="solid"/>
          </a:ln>
        </p:spPr>
      </p:sp>
      <p:sp>
        <p:nvSpPr>
          <p:cNvPr id="368" name="Shape 366"/>
          <p:cNvSpPr/>
          <p:nvPr/>
        </p:nvSpPr>
        <p:spPr>
          <a:xfrm>
            <a:off x="5175504" y="4570171"/>
            <a:ext cx="224028" cy="51206"/>
          </a:xfrm>
          <a:prstGeom prst="rect">
            <a:avLst/>
          </a:prstGeom>
          <a:solidFill>
            <a:srgbClr val="E2F4F8"/>
          </a:solidFill>
          <a:ln w="12700">
            <a:solidFill>
              <a:srgbClr val="E2F4F8"/>
            </a:solidFill>
            <a:prstDash val="solid"/>
          </a:ln>
        </p:spPr>
      </p:sp>
      <p:sp>
        <p:nvSpPr>
          <p:cNvPr id="369" name="Shape 367"/>
          <p:cNvSpPr/>
          <p:nvPr/>
        </p:nvSpPr>
        <p:spPr>
          <a:xfrm>
            <a:off x="1965960" y="4636008"/>
            <a:ext cx="224028" cy="51206"/>
          </a:xfrm>
          <a:prstGeom prst="rect">
            <a:avLst/>
          </a:prstGeom>
          <a:solidFill>
            <a:srgbClr val="E4EBF3"/>
          </a:solidFill>
          <a:ln w="12700">
            <a:solidFill>
              <a:srgbClr val="E4EBF3"/>
            </a:solidFill>
            <a:prstDash val="solid"/>
          </a:ln>
        </p:spPr>
      </p:sp>
      <p:sp>
        <p:nvSpPr>
          <p:cNvPr id="370" name="Shape 368"/>
          <p:cNvSpPr/>
          <p:nvPr/>
        </p:nvSpPr>
        <p:spPr>
          <a:xfrm>
            <a:off x="2212848" y="4636008"/>
            <a:ext cx="224028" cy="51206"/>
          </a:xfrm>
          <a:prstGeom prst="rect">
            <a:avLst/>
          </a:prstGeom>
          <a:solidFill>
            <a:srgbClr val="E4EBF3"/>
          </a:solidFill>
          <a:ln w="12700">
            <a:solidFill>
              <a:srgbClr val="E4EBF3"/>
            </a:solidFill>
            <a:prstDash val="solid"/>
          </a:ln>
        </p:spPr>
      </p:sp>
      <p:sp>
        <p:nvSpPr>
          <p:cNvPr id="371" name="Shape 369"/>
          <p:cNvSpPr/>
          <p:nvPr/>
        </p:nvSpPr>
        <p:spPr>
          <a:xfrm>
            <a:off x="2459736" y="4636008"/>
            <a:ext cx="224028" cy="51206"/>
          </a:xfrm>
          <a:prstGeom prst="rect">
            <a:avLst/>
          </a:prstGeom>
          <a:solidFill>
            <a:srgbClr val="E4EBF3"/>
          </a:solidFill>
          <a:ln w="12700">
            <a:solidFill>
              <a:srgbClr val="E4EBF3"/>
            </a:solidFill>
            <a:prstDash val="solid"/>
          </a:ln>
        </p:spPr>
      </p:sp>
      <p:sp>
        <p:nvSpPr>
          <p:cNvPr id="372" name="Shape 370"/>
          <p:cNvSpPr/>
          <p:nvPr/>
        </p:nvSpPr>
        <p:spPr>
          <a:xfrm>
            <a:off x="2706624" y="4636008"/>
            <a:ext cx="224028" cy="51206"/>
          </a:xfrm>
          <a:prstGeom prst="rect">
            <a:avLst/>
          </a:prstGeom>
          <a:solidFill>
            <a:srgbClr val="16305B"/>
          </a:solidFill>
          <a:ln w="12700">
            <a:solidFill>
              <a:srgbClr val="16305B"/>
            </a:solidFill>
            <a:prstDash val="solid"/>
          </a:ln>
        </p:spPr>
      </p:sp>
      <p:sp>
        <p:nvSpPr>
          <p:cNvPr id="373" name="Shape 371"/>
          <p:cNvSpPr/>
          <p:nvPr/>
        </p:nvSpPr>
        <p:spPr>
          <a:xfrm>
            <a:off x="2953512" y="4636008"/>
            <a:ext cx="224028" cy="51206"/>
          </a:xfrm>
          <a:prstGeom prst="rect">
            <a:avLst/>
          </a:prstGeom>
          <a:solidFill>
            <a:srgbClr val="16305B"/>
          </a:solidFill>
          <a:ln w="12700">
            <a:solidFill>
              <a:srgbClr val="16305B"/>
            </a:solidFill>
            <a:prstDash val="solid"/>
          </a:ln>
        </p:spPr>
      </p:sp>
      <p:sp>
        <p:nvSpPr>
          <p:cNvPr id="374" name="Shape 372"/>
          <p:cNvSpPr/>
          <p:nvPr/>
        </p:nvSpPr>
        <p:spPr>
          <a:xfrm>
            <a:off x="3200400" y="4636008"/>
            <a:ext cx="224028" cy="51206"/>
          </a:xfrm>
          <a:prstGeom prst="rect">
            <a:avLst/>
          </a:prstGeom>
          <a:solidFill>
            <a:srgbClr val="16305B"/>
          </a:solidFill>
          <a:ln w="12700">
            <a:solidFill>
              <a:srgbClr val="16305B"/>
            </a:solidFill>
            <a:prstDash val="solid"/>
          </a:ln>
        </p:spPr>
      </p:sp>
      <p:sp>
        <p:nvSpPr>
          <p:cNvPr id="375" name="Shape 373"/>
          <p:cNvSpPr/>
          <p:nvPr/>
        </p:nvSpPr>
        <p:spPr>
          <a:xfrm>
            <a:off x="3447288" y="4636008"/>
            <a:ext cx="224028" cy="51206"/>
          </a:xfrm>
          <a:prstGeom prst="rect">
            <a:avLst/>
          </a:prstGeom>
          <a:solidFill>
            <a:srgbClr val="16305B"/>
          </a:solidFill>
          <a:ln w="12700">
            <a:solidFill>
              <a:srgbClr val="16305B"/>
            </a:solidFill>
            <a:prstDash val="solid"/>
          </a:ln>
        </p:spPr>
      </p:sp>
      <p:sp>
        <p:nvSpPr>
          <p:cNvPr id="376" name="Shape 374"/>
          <p:cNvSpPr/>
          <p:nvPr/>
        </p:nvSpPr>
        <p:spPr>
          <a:xfrm>
            <a:off x="3694176" y="4636008"/>
            <a:ext cx="224028" cy="51206"/>
          </a:xfrm>
          <a:prstGeom prst="rect">
            <a:avLst/>
          </a:prstGeom>
          <a:solidFill>
            <a:srgbClr val="E4EBF3"/>
          </a:solidFill>
          <a:ln w="12700">
            <a:solidFill>
              <a:srgbClr val="E4EBF3"/>
            </a:solidFill>
            <a:prstDash val="solid"/>
          </a:ln>
        </p:spPr>
      </p:sp>
      <p:sp>
        <p:nvSpPr>
          <p:cNvPr id="377" name="Shape 375"/>
          <p:cNvSpPr/>
          <p:nvPr/>
        </p:nvSpPr>
        <p:spPr>
          <a:xfrm>
            <a:off x="3941064" y="4636008"/>
            <a:ext cx="224028" cy="51206"/>
          </a:xfrm>
          <a:prstGeom prst="rect">
            <a:avLst/>
          </a:prstGeom>
          <a:solidFill>
            <a:srgbClr val="E4EBF3"/>
          </a:solidFill>
          <a:ln w="12700">
            <a:solidFill>
              <a:srgbClr val="E4EBF3"/>
            </a:solidFill>
            <a:prstDash val="solid"/>
          </a:ln>
        </p:spPr>
      </p:sp>
      <p:sp>
        <p:nvSpPr>
          <p:cNvPr id="378" name="Shape 376"/>
          <p:cNvSpPr/>
          <p:nvPr/>
        </p:nvSpPr>
        <p:spPr>
          <a:xfrm>
            <a:off x="4187952" y="4636008"/>
            <a:ext cx="224028" cy="51206"/>
          </a:xfrm>
          <a:prstGeom prst="rect">
            <a:avLst/>
          </a:prstGeom>
          <a:solidFill>
            <a:srgbClr val="16305B"/>
          </a:solidFill>
          <a:ln w="12700">
            <a:solidFill>
              <a:srgbClr val="16305B"/>
            </a:solidFill>
            <a:prstDash val="solid"/>
          </a:ln>
        </p:spPr>
      </p:sp>
      <p:sp>
        <p:nvSpPr>
          <p:cNvPr id="379" name="Shape 377"/>
          <p:cNvSpPr/>
          <p:nvPr/>
        </p:nvSpPr>
        <p:spPr>
          <a:xfrm>
            <a:off x="4434840" y="4636008"/>
            <a:ext cx="224028" cy="51206"/>
          </a:xfrm>
          <a:prstGeom prst="rect">
            <a:avLst/>
          </a:prstGeom>
          <a:solidFill>
            <a:srgbClr val="E4EBF3"/>
          </a:solidFill>
          <a:ln w="12700">
            <a:solidFill>
              <a:srgbClr val="E4EBF3"/>
            </a:solidFill>
            <a:prstDash val="solid"/>
          </a:ln>
        </p:spPr>
      </p:sp>
      <p:sp>
        <p:nvSpPr>
          <p:cNvPr id="380" name="Shape 378"/>
          <p:cNvSpPr/>
          <p:nvPr/>
        </p:nvSpPr>
        <p:spPr>
          <a:xfrm>
            <a:off x="4681728" y="4636008"/>
            <a:ext cx="224028" cy="51206"/>
          </a:xfrm>
          <a:prstGeom prst="rect">
            <a:avLst/>
          </a:prstGeom>
          <a:solidFill>
            <a:srgbClr val="8DD2E2"/>
          </a:solidFill>
          <a:ln w="12700">
            <a:solidFill>
              <a:srgbClr val="8DD2E2"/>
            </a:solidFill>
            <a:prstDash val="solid"/>
          </a:ln>
        </p:spPr>
      </p:sp>
      <p:sp>
        <p:nvSpPr>
          <p:cNvPr id="381" name="Shape 379"/>
          <p:cNvSpPr/>
          <p:nvPr/>
        </p:nvSpPr>
        <p:spPr>
          <a:xfrm>
            <a:off x="4928616" y="4636008"/>
            <a:ext cx="224028" cy="51206"/>
          </a:xfrm>
          <a:prstGeom prst="rect">
            <a:avLst/>
          </a:prstGeom>
          <a:solidFill>
            <a:srgbClr val="E2F4F8"/>
          </a:solidFill>
          <a:ln w="12700">
            <a:solidFill>
              <a:srgbClr val="E2F4F8"/>
            </a:solidFill>
            <a:prstDash val="solid"/>
          </a:ln>
        </p:spPr>
      </p:sp>
      <p:sp>
        <p:nvSpPr>
          <p:cNvPr id="382" name="Shape 380"/>
          <p:cNvSpPr/>
          <p:nvPr/>
        </p:nvSpPr>
        <p:spPr>
          <a:xfrm>
            <a:off x="5175504" y="4636008"/>
            <a:ext cx="224028" cy="51206"/>
          </a:xfrm>
          <a:prstGeom prst="rect">
            <a:avLst/>
          </a:prstGeom>
          <a:solidFill>
            <a:srgbClr val="0090B0"/>
          </a:solidFill>
          <a:ln w="12700">
            <a:solidFill>
              <a:srgbClr val="0090B0"/>
            </a:solidFill>
            <a:prstDash val="solid"/>
          </a:ln>
        </p:spPr>
      </p:sp>
      <p:sp>
        <p:nvSpPr>
          <p:cNvPr id="383" name="Shape 381"/>
          <p:cNvSpPr/>
          <p:nvPr/>
        </p:nvSpPr>
        <p:spPr>
          <a:xfrm>
            <a:off x="1965960" y="4701845"/>
            <a:ext cx="224028" cy="51206"/>
          </a:xfrm>
          <a:prstGeom prst="rect">
            <a:avLst/>
          </a:prstGeom>
          <a:solidFill>
            <a:srgbClr val="E4EBF3"/>
          </a:solidFill>
          <a:ln w="12700">
            <a:solidFill>
              <a:srgbClr val="E4EBF3"/>
            </a:solidFill>
            <a:prstDash val="solid"/>
          </a:ln>
        </p:spPr>
      </p:sp>
      <p:sp>
        <p:nvSpPr>
          <p:cNvPr id="384" name="Shape 382"/>
          <p:cNvSpPr/>
          <p:nvPr/>
        </p:nvSpPr>
        <p:spPr>
          <a:xfrm>
            <a:off x="2212848" y="4701845"/>
            <a:ext cx="224028" cy="51206"/>
          </a:xfrm>
          <a:prstGeom prst="rect">
            <a:avLst/>
          </a:prstGeom>
          <a:solidFill>
            <a:srgbClr val="16305B"/>
          </a:solidFill>
          <a:ln w="12700">
            <a:solidFill>
              <a:srgbClr val="16305B"/>
            </a:solidFill>
            <a:prstDash val="solid"/>
          </a:ln>
        </p:spPr>
      </p:sp>
      <p:sp>
        <p:nvSpPr>
          <p:cNvPr id="385" name="Shape 383"/>
          <p:cNvSpPr/>
          <p:nvPr/>
        </p:nvSpPr>
        <p:spPr>
          <a:xfrm>
            <a:off x="2459736" y="4701845"/>
            <a:ext cx="224028" cy="51206"/>
          </a:xfrm>
          <a:prstGeom prst="rect">
            <a:avLst/>
          </a:prstGeom>
          <a:solidFill>
            <a:srgbClr val="E4EBF3"/>
          </a:solidFill>
          <a:ln w="12700">
            <a:solidFill>
              <a:srgbClr val="E4EBF3"/>
            </a:solidFill>
            <a:prstDash val="solid"/>
          </a:ln>
        </p:spPr>
      </p:sp>
      <p:sp>
        <p:nvSpPr>
          <p:cNvPr id="386" name="Shape 384"/>
          <p:cNvSpPr/>
          <p:nvPr/>
        </p:nvSpPr>
        <p:spPr>
          <a:xfrm>
            <a:off x="2706624" y="4701845"/>
            <a:ext cx="224028" cy="51206"/>
          </a:xfrm>
          <a:prstGeom prst="rect">
            <a:avLst/>
          </a:prstGeom>
          <a:solidFill>
            <a:srgbClr val="E4EBF3"/>
          </a:solidFill>
          <a:ln w="12700">
            <a:solidFill>
              <a:srgbClr val="E4EBF3"/>
            </a:solidFill>
            <a:prstDash val="solid"/>
          </a:ln>
        </p:spPr>
      </p:sp>
      <p:sp>
        <p:nvSpPr>
          <p:cNvPr id="387" name="Shape 385"/>
          <p:cNvSpPr/>
          <p:nvPr/>
        </p:nvSpPr>
        <p:spPr>
          <a:xfrm>
            <a:off x="2953512" y="4701845"/>
            <a:ext cx="224028" cy="51206"/>
          </a:xfrm>
          <a:prstGeom prst="rect">
            <a:avLst/>
          </a:prstGeom>
          <a:solidFill>
            <a:srgbClr val="16305B"/>
          </a:solidFill>
          <a:ln w="12700">
            <a:solidFill>
              <a:srgbClr val="16305B"/>
            </a:solidFill>
            <a:prstDash val="solid"/>
          </a:ln>
        </p:spPr>
      </p:sp>
      <p:sp>
        <p:nvSpPr>
          <p:cNvPr id="388" name="Shape 386"/>
          <p:cNvSpPr/>
          <p:nvPr/>
        </p:nvSpPr>
        <p:spPr>
          <a:xfrm>
            <a:off x="3200400" y="4701845"/>
            <a:ext cx="224028" cy="51206"/>
          </a:xfrm>
          <a:prstGeom prst="rect">
            <a:avLst/>
          </a:prstGeom>
          <a:solidFill>
            <a:srgbClr val="16305B"/>
          </a:solidFill>
          <a:ln w="12700">
            <a:solidFill>
              <a:srgbClr val="16305B"/>
            </a:solidFill>
            <a:prstDash val="solid"/>
          </a:ln>
        </p:spPr>
      </p:sp>
      <p:sp>
        <p:nvSpPr>
          <p:cNvPr id="389" name="Shape 387"/>
          <p:cNvSpPr/>
          <p:nvPr/>
        </p:nvSpPr>
        <p:spPr>
          <a:xfrm>
            <a:off x="3447288" y="4701845"/>
            <a:ext cx="224028" cy="51206"/>
          </a:xfrm>
          <a:prstGeom prst="rect">
            <a:avLst/>
          </a:prstGeom>
          <a:solidFill>
            <a:srgbClr val="16305B"/>
          </a:solidFill>
          <a:ln w="12700">
            <a:solidFill>
              <a:srgbClr val="16305B"/>
            </a:solidFill>
            <a:prstDash val="solid"/>
          </a:ln>
        </p:spPr>
      </p:sp>
      <p:sp>
        <p:nvSpPr>
          <p:cNvPr id="390" name="Shape 388"/>
          <p:cNvSpPr/>
          <p:nvPr/>
        </p:nvSpPr>
        <p:spPr>
          <a:xfrm>
            <a:off x="3694176" y="4701845"/>
            <a:ext cx="224028" cy="51206"/>
          </a:xfrm>
          <a:prstGeom prst="rect">
            <a:avLst/>
          </a:prstGeom>
          <a:solidFill>
            <a:srgbClr val="16305B"/>
          </a:solidFill>
          <a:ln w="12700">
            <a:solidFill>
              <a:srgbClr val="16305B"/>
            </a:solidFill>
            <a:prstDash val="solid"/>
          </a:ln>
        </p:spPr>
      </p:sp>
      <p:sp>
        <p:nvSpPr>
          <p:cNvPr id="391" name="Shape 389"/>
          <p:cNvSpPr/>
          <p:nvPr/>
        </p:nvSpPr>
        <p:spPr>
          <a:xfrm>
            <a:off x="3941064" y="4701845"/>
            <a:ext cx="224028" cy="51206"/>
          </a:xfrm>
          <a:prstGeom prst="rect">
            <a:avLst/>
          </a:prstGeom>
          <a:solidFill>
            <a:srgbClr val="E4EBF3"/>
          </a:solidFill>
          <a:ln w="12700">
            <a:solidFill>
              <a:srgbClr val="E4EBF3"/>
            </a:solidFill>
            <a:prstDash val="solid"/>
          </a:ln>
        </p:spPr>
      </p:sp>
      <p:sp>
        <p:nvSpPr>
          <p:cNvPr id="392" name="Shape 390"/>
          <p:cNvSpPr/>
          <p:nvPr/>
        </p:nvSpPr>
        <p:spPr>
          <a:xfrm>
            <a:off x="4187952" y="4701845"/>
            <a:ext cx="224028" cy="51206"/>
          </a:xfrm>
          <a:prstGeom prst="rect">
            <a:avLst/>
          </a:prstGeom>
          <a:solidFill>
            <a:srgbClr val="E4EBF3"/>
          </a:solidFill>
          <a:ln w="12700">
            <a:solidFill>
              <a:srgbClr val="E4EBF3"/>
            </a:solidFill>
            <a:prstDash val="solid"/>
          </a:ln>
        </p:spPr>
      </p:sp>
      <p:sp>
        <p:nvSpPr>
          <p:cNvPr id="393" name="Shape 391"/>
          <p:cNvSpPr/>
          <p:nvPr/>
        </p:nvSpPr>
        <p:spPr>
          <a:xfrm>
            <a:off x="4434840" y="4701845"/>
            <a:ext cx="224028" cy="51206"/>
          </a:xfrm>
          <a:prstGeom prst="rect">
            <a:avLst/>
          </a:prstGeom>
          <a:solidFill>
            <a:srgbClr val="16305B"/>
          </a:solidFill>
          <a:ln w="12700">
            <a:solidFill>
              <a:srgbClr val="16305B"/>
            </a:solidFill>
            <a:prstDash val="solid"/>
          </a:ln>
        </p:spPr>
      </p:sp>
      <p:sp>
        <p:nvSpPr>
          <p:cNvPr id="394" name="Shape 392"/>
          <p:cNvSpPr/>
          <p:nvPr/>
        </p:nvSpPr>
        <p:spPr>
          <a:xfrm>
            <a:off x="4681728" y="4701845"/>
            <a:ext cx="224028" cy="51206"/>
          </a:xfrm>
          <a:prstGeom prst="rect">
            <a:avLst/>
          </a:prstGeom>
          <a:solidFill>
            <a:srgbClr val="E2F4F8"/>
          </a:solidFill>
          <a:ln w="12700">
            <a:solidFill>
              <a:srgbClr val="E2F4F8"/>
            </a:solidFill>
            <a:prstDash val="solid"/>
          </a:ln>
        </p:spPr>
      </p:sp>
      <p:sp>
        <p:nvSpPr>
          <p:cNvPr id="395" name="Shape 393"/>
          <p:cNvSpPr/>
          <p:nvPr/>
        </p:nvSpPr>
        <p:spPr>
          <a:xfrm>
            <a:off x="4928616" y="4701845"/>
            <a:ext cx="224028" cy="51206"/>
          </a:xfrm>
          <a:prstGeom prst="rect">
            <a:avLst/>
          </a:prstGeom>
          <a:solidFill>
            <a:srgbClr val="8DD2E2"/>
          </a:solidFill>
          <a:ln w="12700">
            <a:solidFill>
              <a:srgbClr val="8DD2E2"/>
            </a:solidFill>
            <a:prstDash val="solid"/>
          </a:ln>
        </p:spPr>
      </p:sp>
      <p:sp>
        <p:nvSpPr>
          <p:cNvPr id="396" name="Shape 394"/>
          <p:cNvSpPr/>
          <p:nvPr/>
        </p:nvSpPr>
        <p:spPr>
          <a:xfrm>
            <a:off x="5175504" y="4701845"/>
            <a:ext cx="224028" cy="51206"/>
          </a:xfrm>
          <a:prstGeom prst="rect">
            <a:avLst/>
          </a:prstGeom>
          <a:solidFill>
            <a:srgbClr val="E2F4F8"/>
          </a:solidFill>
          <a:ln w="12700">
            <a:solidFill>
              <a:srgbClr val="E2F4F8"/>
            </a:solidFill>
            <a:prstDash val="solid"/>
          </a:ln>
        </p:spPr>
      </p:sp>
      <p:sp>
        <p:nvSpPr>
          <p:cNvPr id="397" name="Shape 395"/>
          <p:cNvSpPr/>
          <p:nvPr/>
        </p:nvSpPr>
        <p:spPr>
          <a:xfrm>
            <a:off x="1965960" y="4767682"/>
            <a:ext cx="224028" cy="51206"/>
          </a:xfrm>
          <a:prstGeom prst="rect">
            <a:avLst/>
          </a:prstGeom>
          <a:solidFill>
            <a:srgbClr val="E4EBF3"/>
          </a:solidFill>
          <a:ln w="12700">
            <a:solidFill>
              <a:srgbClr val="E4EBF3"/>
            </a:solidFill>
            <a:prstDash val="solid"/>
          </a:ln>
        </p:spPr>
      </p:sp>
      <p:sp>
        <p:nvSpPr>
          <p:cNvPr id="398" name="Shape 396"/>
          <p:cNvSpPr/>
          <p:nvPr/>
        </p:nvSpPr>
        <p:spPr>
          <a:xfrm>
            <a:off x="2212848" y="4767682"/>
            <a:ext cx="224028" cy="51206"/>
          </a:xfrm>
          <a:prstGeom prst="rect">
            <a:avLst/>
          </a:prstGeom>
          <a:solidFill>
            <a:srgbClr val="E4EBF3"/>
          </a:solidFill>
          <a:ln w="12700">
            <a:solidFill>
              <a:srgbClr val="E4EBF3"/>
            </a:solidFill>
            <a:prstDash val="solid"/>
          </a:ln>
        </p:spPr>
      </p:sp>
      <p:sp>
        <p:nvSpPr>
          <p:cNvPr id="399" name="Shape 397"/>
          <p:cNvSpPr/>
          <p:nvPr/>
        </p:nvSpPr>
        <p:spPr>
          <a:xfrm>
            <a:off x="2459736" y="4767682"/>
            <a:ext cx="224028" cy="51206"/>
          </a:xfrm>
          <a:prstGeom prst="rect">
            <a:avLst/>
          </a:prstGeom>
          <a:solidFill>
            <a:srgbClr val="16305B"/>
          </a:solidFill>
          <a:ln w="12700">
            <a:solidFill>
              <a:srgbClr val="16305B"/>
            </a:solidFill>
            <a:prstDash val="solid"/>
          </a:ln>
        </p:spPr>
      </p:sp>
      <p:sp>
        <p:nvSpPr>
          <p:cNvPr id="400" name="Shape 398"/>
          <p:cNvSpPr/>
          <p:nvPr/>
        </p:nvSpPr>
        <p:spPr>
          <a:xfrm>
            <a:off x="2706624" y="4767682"/>
            <a:ext cx="224028" cy="51206"/>
          </a:xfrm>
          <a:prstGeom prst="rect">
            <a:avLst/>
          </a:prstGeom>
          <a:solidFill>
            <a:srgbClr val="E4EBF3"/>
          </a:solidFill>
          <a:ln w="12700">
            <a:solidFill>
              <a:srgbClr val="E4EBF3"/>
            </a:solidFill>
            <a:prstDash val="solid"/>
          </a:ln>
        </p:spPr>
      </p:sp>
      <p:sp>
        <p:nvSpPr>
          <p:cNvPr id="401" name="Shape 399"/>
          <p:cNvSpPr/>
          <p:nvPr/>
        </p:nvSpPr>
        <p:spPr>
          <a:xfrm>
            <a:off x="2953512" y="4767682"/>
            <a:ext cx="224028" cy="51206"/>
          </a:xfrm>
          <a:prstGeom prst="rect">
            <a:avLst/>
          </a:prstGeom>
          <a:solidFill>
            <a:srgbClr val="E4EBF3"/>
          </a:solidFill>
          <a:ln w="12700">
            <a:solidFill>
              <a:srgbClr val="E4EBF3"/>
            </a:solidFill>
            <a:prstDash val="solid"/>
          </a:ln>
        </p:spPr>
      </p:sp>
      <p:sp>
        <p:nvSpPr>
          <p:cNvPr id="402" name="Shape 400"/>
          <p:cNvSpPr/>
          <p:nvPr/>
        </p:nvSpPr>
        <p:spPr>
          <a:xfrm>
            <a:off x="3200400" y="4767682"/>
            <a:ext cx="224028" cy="51206"/>
          </a:xfrm>
          <a:prstGeom prst="rect">
            <a:avLst/>
          </a:prstGeom>
          <a:solidFill>
            <a:srgbClr val="16305B"/>
          </a:solidFill>
          <a:ln w="12700">
            <a:solidFill>
              <a:srgbClr val="16305B"/>
            </a:solidFill>
            <a:prstDash val="solid"/>
          </a:ln>
        </p:spPr>
      </p:sp>
      <p:sp>
        <p:nvSpPr>
          <p:cNvPr id="403" name="Shape 401"/>
          <p:cNvSpPr/>
          <p:nvPr/>
        </p:nvSpPr>
        <p:spPr>
          <a:xfrm>
            <a:off x="3447288" y="4767682"/>
            <a:ext cx="224028" cy="51206"/>
          </a:xfrm>
          <a:prstGeom prst="rect">
            <a:avLst/>
          </a:prstGeom>
          <a:solidFill>
            <a:srgbClr val="16305B"/>
          </a:solidFill>
          <a:ln w="12700">
            <a:solidFill>
              <a:srgbClr val="16305B"/>
            </a:solidFill>
            <a:prstDash val="solid"/>
          </a:ln>
        </p:spPr>
      </p:sp>
      <p:sp>
        <p:nvSpPr>
          <p:cNvPr id="404" name="Shape 402"/>
          <p:cNvSpPr/>
          <p:nvPr/>
        </p:nvSpPr>
        <p:spPr>
          <a:xfrm>
            <a:off x="3694176" y="4767682"/>
            <a:ext cx="224028" cy="51206"/>
          </a:xfrm>
          <a:prstGeom prst="rect">
            <a:avLst/>
          </a:prstGeom>
          <a:solidFill>
            <a:srgbClr val="16305B"/>
          </a:solidFill>
          <a:ln w="12700">
            <a:solidFill>
              <a:srgbClr val="16305B"/>
            </a:solidFill>
            <a:prstDash val="solid"/>
          </a:ln>
        </p:spPr>
      </p:sp>
      <p:sp>
        <p:nvSpPr>
          <p:cNvPr id="405" name="Shape 403"/>
          <p:cNvSpPr/>
          <p:nvPr/>
        </p:nvSpPr>
        <p:spPr>
          <a:xfrm>
            <a:off x="3941064" y="4767682"/>
            <a:ext cx="224028" cy="51206"/>
          </a:xfrm>
          <a:prstGeom prst="rect">
            <a:avLst/>
          </a:prstGeom>
          <a:solidFill>
            <a:srgbClr val="16305B"/>
          </a:solidFill>
          <a:ln w="12700">
            <a:solidFill>
              <a:srgbClr val="16305B"/>
            </a:solidFill>
            <a:prstDash val="solid"/>
          </a:ln>
        </p:spPr>
      </p:sp>
      <p:sp>
        <p:nvSpPr>
          <p:cNvPr id="406" name="Shape 404"/>
          <p:cNvSpPr/>
          <p:nvPr/>
        </p:nvSpPr>
        <p:spPr>
          <a:xfrm>
            <a:off x="4187952" y="4767682"/>
            <a:ext cx="224028" cy="51206"/>
          </a:xfrm>
          <a:prstGeom prst="rect">
            <a:avLst/>
          </a:prstGeom>
          <a:solidFill>
            <a:srgbClr val="E4EBF3"/>
          </a:solidFill>
          <a:ln w="12700">
            <a:solidFill>
              <a:srgbClr val="E4EBF3"/>
            </a:solidFill>
            <a:prstDash val="solid"/>
          </a:ln>
        </p:spPr>
      </p:sp>
      <p:sp>
        <p:nvSpPr>
          <p:cNvPr id="407" name="Shape 405"/>
          <p:cNvSpPr/>
          <p:nvPr/>
        </p:nvSpPr>
        <p:spPr>
          <a:xfrm>
            <a:off x="4434840" y="4767682"/>
            <a:ext cx="224028" cy="51206"/>
          </a:xfrm>
          <a:prstGeom prst="rect">
            <a:avLst/>
          </a:prstGeom>
          <a:solidFill>
            <a:srgbClr val="E4EBF3"/>
          </a:solidFill>
          <a:ln w="12700">
            <a:solidFill>
              <a:srgbClr val="E4EBF3"/>
            </a:solidFill>
            <a:prstDash val="solid"/>
          </a:ln>
        </p:spPr>
      </p:sp>
      <p:sp>
        <p:nvSpPr>
          <p:cNvPr id="408" name="Shape 406"/>
          <p:cNvSpPr/>
          <p:nvPr/>
        </p:nvSpPr>
        <p:spPr>
          <a:xfrm>
            <a:off x="4681728" y="4767682"/>
            <a:ext cx="224028" cy="51206"/>
          </a:xfrm>
          <a:prstGeom prst="rect">
            <a:avLst/>
          </a:prstGeom>
          <a:solidFill>
            <a:srgbClr val="0090B0"/>
          </a:solidFill>
          <a:ln w="12700">
            <a:solidFill>
              <a:srgbClr val="0090B0"/>
            </a:solidFill>
            <a:prstDash val="solid"/>
          </a:ln>
        </p:spPr>
      </p:sp>
      <p:sp>
        <p:nvSpPr>
          <p:cNvPr id="409" name="Shape 407"/>
          <p:cNvSpPr/>
          <p:nvPr/>
        </p:nvSpPr>
        <p:spPr>
          <a:xfrm>
            <a:off x="4928616" y="4767682"/>
            <a:ext cx="224028" cy="51206"/>
          </a:xfrm>
          <a:prstGeom prst="rect">
            <a:avLst/>
          </a:prstGeom>
          <a:solidFill>
            <a:srgbClr val="E2F4F8"/>
          </a:solidFill>
          <a:ln w="12700">
            <a:solidFill>
              <a:srgbClr val="E2F4F8"/>
            </a:solidFill>
            <a:prstDash val="solid"/>
          </a:ln>
        </p:spPr>
      </p:sp>
      <p:sp>
        <p:nvSpPr>
          <p:cNvPr id="410" name="Shape 408"/>
          <p:cNvSpPr/>
          <p:nvPr/>
        </p:nvSpPr>
        <p:spPr>
          <a:xfrm>
            <a:off x="5175504" y="4767682"/>
            <a:ext cx="224028" cy="51206"/>
          </a:xfrm>
          <a:prstGeom prst="rect">
            <a:avLst/>
          </a:prstGeom>
          <a:solidFill>
            <a:srgbClr val="8DD2E2"/>
          </a:solidFill>
          <a:ln w="12700">
            <a:solidFill>
              <a:srgbClr val="8DD2E2"/>
            </a:solidFill>
            <a:prstDash val="solid"/>
          </a:ln>
        </p:spPr>
      </p:sp>
      <p:sp>
        <p:nvSpPr>
          <p:cNvPr id="411" name="Shape 409"/>
          <p:cNvSpPr/>
          <p:nvPr/>
        </p:nvSpPr>
        <p:spPr>
          <a:xfrm>
            <a:off x="1965960" y="4879238"/>
            <a:ext cx="224028" cy="51206"/>
          </a:xfrm>
          <a:prstGeom prst="rect">
            <a:avLst/>
          </a:prstGeom>
          <a:solidFill>
            <a:srgbClr val="8FB0D4"/>
          </a:solidFill>
          <a:ln w="12700">
            <a:solidFill>
              <a:srgbClr val="8FB0D4"/>
            </a:solidFill>
            <a:prstDash val="solid"/>
          </a:ln>
        </p:spPr>
      </p:sp>
      <p:sp>
        <p:nvSpPr>
          <p:cNvPr id="412" name="Shape 410"/>
          <p:cNvSpPr/>
          <p:nvPr/>
        </p:nvSpPr>
        <p:spPr>
          <a:xfrm>
            <a:off x="2212848" y="4879238"/>
            <a:ext cx="224028" cy="51206"/>
          </a:xfrm>
          <a:prstGeom prst="rect">
            <a:avLst/>
          </a:prstGeom>
          <a:solidFill>
            <a:srgbClr val="8FB0D4"/>
          </a:solidFill>
          <a:ln w="12700">
            <a:solidFill>
              <a:srgbClr val="8FB0D4"/>
            </a:solidFill>
            <a:prstDash val="solid"/>
          </a:ln>
        </p:spPr>
      </p:sp>
      <p:sp>
        <p:nvSpPr>
          <p:cNvPr id="413" name="Shape 411"/>
          <p:cNvSpPr/>
          <p:nvPr/>
        </p:nvSpPr>
        <p:spPr>
          <a:xfrm>
            <a:off x="2459736" y="4879238"/>
            <a:ext cx="224028" cy="51206"/>
          </a:xfrm>
          <a:prstGeom prst="rect">
            <a:avLst/>
          </a:prstGeom>
          <a:solidFill>
            <a:srgbClr val="8FB0D4"/>
          </a:solidFill>
          <a:ln w="12700">
            <a:solidFill>
              <a:srgbClr val="8FB0D4"/>
            </a:solidFill>
            <a:prstDash val="solid"/>
          </a:ln>
        </p:spPr>
      </p:sp>
      <p:sp>
        <p:nvSpPr>
          <p:cNvPr id="414" name="Shape 412"/>
          <p:cNvSpPr/>
          <p:nvPr/>
        </p:nvSpPr>
        <p:spPr>
          <a:xfrm>
            <a:off x="2706624" y="4879238"/>
            <a:ext cx="224028" cy="51206"/>
          </a:xfrm>
          <a:prstGeom prst="rect">
            <a:avLst/>
          </a:prstGeom>
          <a:solidFill>
            <a:srgbClr val="8FB0D4"/>
          </a:solidFill>
          <a:ln w="12700">
            <a:solidFill>
              <a:srgbClr val="8FB0D4"/>
            </a:solidFill>
            <a:prstDash val="solid"/>
          </a:ln>
        </p:spPr>
      </p:sp>
      <p:sp>
        <p:nvSpPr>
          <p:cNvPr id="415" name="Shape 413"/>
          <p:cNvSpPr/>
          <p:nvPr/>
        </p:nvSpPr>
        <p:spPr>
          <a:xfrm>
            <a:off x="2953512" y="4879238"/>
            <a:ext cx="224028" cy="51206"/>
          </a:xfrm>
          <a:prstGeom prst="rect">
            <a:avLst/>
          </a:prstGeom>
          <a:solidFill>
            <a:srgbClr val="8FB0D4"/>
          </a:solidFill>
          <a:ln w="12700">
            <a:solidFill>
              <a:srgbClr val="8FB0D4"/>
            </a:solidFill>
            <a:prstDash val="solid"/>
          </a:ln>
        </p:spPr>
      </p:sp>
      <p:sp>
        <p:nvSpPr>
          <p:cNvPr id="416" name="Shape 414"/>
          <p:cNvSpPr/>
          <p:nvPr/>
        </p:nvSpPr>
        <p:spPr>
          <a:xfrm>
            <a:off x="3200400" y="4879238"/>
            <a:ext cx="224028" cy="51206"/>
          </a:xfrm>
          <a:prstGeom prst="rect">
            <a:avLst/>
          </a:prstGeom>
          <a:solidFill>
            <a:srgbClr val="8FB0D4"/>
          </a:solidFill>
          <a:ln w="12700">
            <a:solidFill>
              <a:srgbClr val="8FB0D4"/>
            </a:solidFill>
            <a:prstDash val="solid"/>
          </a:ln>
        </p:spPr>
      </p:sp>
      <p:sp>
        <p:nvSpPr>
          <p:cNvPr id="417" name="Shape 415"/>
          <p:cNvSpPr/>
          <p:nvPr/>
        </p:nvSpPr>
        <p:spPr>
          <a:xfrm>
            <a:off x="3447288" y="4879238"/>
            <a:ext cx="224028" cy="51206"/>
          </a:xfrm>
          <a:prstGeom prst="rect">
            <a:avLst/>
          </a:prstGeom>
          <a:solidFill>
            <a:srgbClr val="8FB0D4"/>
          </a:solidFill>
          <a:ln w="12700">
            <a:solidFill>
              <a:srgbClr val="8FB0D4"/>
            </a:solidFill>
            <a:prstDash val="solid"/>
          </a:ln>
        </p:spPr>
      </p:sp>
      <p:sp>
        <p:nvSpPr>
          <p:cNvPr id="418" name="Shape 416"/>
          <p:cNvSpPr/>
          <p:nvPr/>
        </p:nvSpPr>
        <p:spPr>
          <a:xfrm>
            <a:off x="3694176" y="4879238"/>
            <a:ext cx="224028" cy="51206"/>
          </a:xfrm>
          <a:prstGeom prst="rect">
            <a:avLst/>
          </a:prstGeom>
          <a:solidFill>
            <a:srgbClr val="8FB0D4"/>
          </a:solidFill>
          <a:ln w="12700">
            <a:solidFill>
              <a:srgbClr val="8FB0D4"/>
            </a:solidFill>
            <a:prstDash val="solid"/>
          </a:ln>
        </p:spPr>
      </p:sp>
      <p:sp>
        <p:nvSpPr>
          <p:cNvPr id="419" name="Shape 417"/>
          <p:cNvSpPr/>
          <p:nvPr/>
        </p:nvSpPr>
        <p:spPr>
          <a:xfrm>
            <a:off x="3941064" y="4879238"/>
            <a:ext cx="224028" cy="51206"/>
          </a:xfrm>
          <a:prstGeom prst="rect">
            <a:avLst/>
          </a:prstGeom>
          <a:solidFill>
            <a:srgbClr val="8FB0D4"/>
          </a:solidFill>
          <a:ln w="12700">
            <a:solidFill>
              <a:srgbClr val="8FB0D4"/>
            </a:solidFill>
            <a:prstDash val="solid"/>
          </a:ln>
        </p:spPr>
      </p:sp>
      <p:sp>
        <p:nvSpPr>
          <p:cNvPr id="420" name="Shape 418"/>
          <p:cNvSpPr/>
          <p:nvPr/>
        </p:nvSpPr>
        <p:spPr>
          <a:xfrm>
            <a:off x="4187952" y="4879238"/>
            <a:ext cx="224028" cy="51206"/>
          </a:xfrm>
          <a:prstGeom prst="rect">
            <a:avLst/>
          </a:prstGeom>
          <a:solidFill>
            <a:srgbClr val="8FB0D4"/>
          </a:solidFill>
          <a:ln w="12700">
            <a:solidFill>
              <a:srgbClr val="8FB0D4"/>
            </a:solidFill>
            <a:prstDash val="solid"/>
          </a:ln>
        </p:spPr>
      </p:sp>
      <p:sp>
        <p:nvSpPr>
          <p:cNvPr id="421" name="Shape 419"/>
          <p:cNvSpPr/>
          <p:nvPr/>
        </p:nvSpPr>
        <p:spPr>
          <a:xfrm>
            <a:off x="4434840" y="4879238"/>
            <a:ext cx="224028" cy="51206"/>
          </a:xfrm>
          <a:prstGeom prst="rect">
            <a:avLst/>
          </a:prstGeom>
          <a:solidFill>
            <a:srgbClr val="8FB0D4"/>
          </a:solidFill>
          <a:ln w="12700">
            <a:solidFill>
              <a:srgbClr val="8FB0D4"/>
            </a:solidFill>
            <a:prstDash val="solid"/>
          </a:ln>
        </p:spPr>
      </p:sp>
      <p:sp>
        <p:nvSpPr>
          <p:cNvPr id="422" name="Shape 420"/>
          <p:cNvSpPr/>
          <p:nvPr/>
        </p:nvSpPr>
        <p:spPr>
          <a:xfrm>
            <a:off x="4681728" y="4879238"/>
            <a:ext cx="224028" cy="51206"/>
          </a:xfrm>
          <a:prstGeom prst="rect">
            <a:avLst/>
          </a:prstGeom>
          <a:solidFill>
            <a:srgbClr val="8DD2E2"/>
          </a:solidFill>
          <a:ln w="12700">
            <a:solidFill>
              <a:srgbClr val="8DD2E2"/>
            </a:solidFill>
            <a:prstDash val="solid"/>
          </a:ln>
        </p:spPr>
      </p:sp>
      <p:sp>
        <p:nvSpPr>
          <p:cNvPr id="423" name="Shape 421"/>
          <p:cNvSpPr/>
          <p:nvPr/>
        </p:nvSpPr>
        <p:spPr>
          <a:xfrm>
            <a:off x="4928616" y="4879238"/>
            <a:ext cx="224028" cy="51206"/>
          </a:xfrm>
          <a:prstGeom prst="rect">
            <a:avLst/>
          </a:prstGeom>
          <a:solidFill>
            <a:srgbClr val="8DD2E2"/>
          </a:solidFill>
          <a:ln w="12700">
            <a:solidFill>
              <a:srgbClr val="8DD2E2"/>
            </a:solidFill>
            <a:prstDash val="solid"/>
          </a:ln>
        </p:spPr>
      </p:sp>
      <p:sp>
        <p:nvSpPr>
          <p:cNvPr id="424" name="Shape 422"/>
          <p:cNvSpPr/>
          <p:nvPr/>
        </p:nvSpPr>
        <p:spPr>
          <a:xfrm>
            <a:off x="5175504" y="4879238"/>
            <a:ext cx="224028" cy="51206"/>
          </a:xfrm>
          <a:prstGeom prst="rect">
            <a:avLst/>
          </a:prstGeom>
          <a:solidFill>
            <a:srgbClr val="8DD2E2"/>
          </a:solidFill>
          <a:ln w="12700">
            <a:solidFill>
              <a:srgbClr val="8DD2E2"/>
            </a:solidFill>
            <a:prstDash val="solid"/>
          </a:ln>
        </p:spPr>
      </p:sp>
      <p:sp>
        <p:nvSpPr>
          <p:cNvPr id="425" name="Shape 423"/>
          <p:cNvSpPr/>
          <p:nvPr/>
        </p:nvSpPr>
        <p:spPr>
          <a:xfrm>
            <a:off x="1874520" y="2953512"/>
            <a:ext cx="0" cy="894283"/>
          </a:xfrm>
          <a:prstGeom prst="line">
            <a:avLst/>
          </a:prstGeom>
          <a:noFill/>
          <a:ln w="12700">
            <a:solidFill>
              <a:srgbClr val="6B7A8F"/>
            </a:solidFill>
            <a:prstDash val="solid"/>
          </a:ln>
        </p:spPr>
      </p:sp>
      <p:sp>
        <p:nvSpPr>
          <p:cNvPr id="426" name="Text 424"/>
          <p:cNvSpPr txBox="1"/>
          <p:nvPr/>
        </p:nvSpPr>
        <p:spPr>
          <a:xfrm>
            <a:off x="722376" y="3286354"/>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① 기본 14회</a:t>
            </a:r>
            <a:endParaRPr lang="en-US" sz="850" dirty="0"/>
          </a:p>
        </p:txBody>
      </p:sp>
      <p:sp>
        <p:nvSpPr>
          <p:cNvPr id="427" name="Shape 425"/>
          <p:cNvSpPr/>
          <p:nvPr/>
        </p:nvSpPr>
        <p:spPr>
          <a:xfrm>
            <a:off x="1874520" y="3920947"/>
            <a:ext cx="0" cy="894283"/>
          </a:xfrm>
          <a:prstGeom prst="line">
            <a:avLst/>
          </a:prstGeom>
          <a:noFill/>
          <a:ln w="12700">
            <a:solidFill>
              <a:srgbClr val="6B7A8F"/>
            </a:solidFill>
            <a:prstDash val="solid"/>
          </a:ln>
        </p:spPr>
      </p:sp>
      <p:sp>
        <p:nvSpPr>
          <p:cNvPr id="428" name="Text 426"/>
          <p:cNvSpPr txBox="1"/>
          <p:nvPr/>
        </p:nvSpPr>
        <p:spPr>
          <a:xfrm>
            <a:off x="722376" y="4253789"/>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② 거울상 14회</a:t>
            </a:r>
            <a:endParaRPr lang="en-US" sz="850" dirty="0"/>
          </a:p>
        </p:txBody>
      </p:sp>
      <p:sp>
        <p:nvSpPr>
          <p:cNvPr id="429" name="Shape 427"/>
          <p:cNvSpPr/>
          <p:nvPr/>
        </p:nvSpPr>
        <p:spPr>
          <a:xfrm>
            <a:off x="1874520" y="4888382"/>
            <a:ext cx="0" cy="38405"/>
          </a:xfrm>
          <a:prstGeom prst="line">
            <a:avLst/>
          </a:prstGeom>
          <a:noFill/>
          <a:ln w="12700">
            <a:solidFill>
              <a:srgbClr val="6B7A8F"/>
            </a:solidFill>
            <a:prstDash val="solid"/>
          </a:ln>
        </p:spPr>
      </p:sp>
      <p:sp>
        <p:nvSpPr>
          <p:cNvPr id="430" name="Text 428"/>
          <p:cNvSpPr txBox="1"/>
          <p:nvPr/>
        </p:nvSpPr>
        <p:spPr>
          <a:xfrm>
            <a:off x="722376" y="4793285"/>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③ 중심점 1회</a:t>
            </a:r>
            <a:endParaRPr lang="en-US" sz="850" dirty="0"/>
          </a:p>
        </p:txBody>
      </p:sp>
      <p:sp>
        <p:nvSpPr>
          <p:cNvPr id="431" name="Shape 429"/>
          <p:cNvSpPr/>
          <p:nvPr/>
        </p:nvSpPr>
        <p:spPr>
          <a:xfrm>
            <a:off x="1965960" y="5027371"/>
            <a:ext cx="182880" cy="128016"/>
          </a:xfrm>
          <a:prstGeom prst="rect">
            <a:avLst/>
          </a:prstGeom>
          <a:solidFill>
            <a:srgbClr val="E4EBF3"/>
          </a:solidFill>
          <a:ln w="12700">
            <a:solidFill>
              <a:srgbClr val="E4EBF3"/>
            </a:solidFill>
            <a:prstDash val="solid"/>
          </a:ln>
        </p:spPr>
      </p:sp>
      <p:sp>
        <p:nvSpPr>
          <p:cNvPr id="432" name="Text 430"/>
          <p:cNvSpPr txBox="1"/>
          <p:nvPr/>
        </p:nvSpPr>
        <p:spPr>
          <a:xfrm>
            <a:off x="220370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최소값</a:t>
            </a:r>
            <a:endParaRPr lang="en-US" sz="850" dirty="0"/>
          </a:p>
        </p:txBody>
      </p:sp>
      <p:sp>
        <p:nvSpPr>
          <p:cNvPr id="433" name="Shape 431"/>
          <p:cNvSpPr/>
          <p:nvPr/>
        </p:nvSpPr>
        <p:spPr>
          <a:xfrm>
            <a:off x="2926080" y="5027371"/>
            <a:ext cx="182880" cy="128016"/>
          </a:xfrm>
          <a:prstGeom prst="rect">
            <a:avLst/>
          </a:prstGeom>
          <a:solidFill>
            <a:srgbClr val="8FB0D4"/>
          </a:solidFill>
          <a:ln w="12700">
            <a:solidFill>
              <a:srgbClr val="8FB0D4"/>
            </a:solidFill>
            <a:prstDash val="solid"/>
          </a:ln>
        </p:spPr>
      </p:sp>
      <p:sp>
        <p:nvSpPr>
          <p:cNvPr id="434" name="Text 432"/>
          <p:cNvSpPr txBox="1"/>
          <p:nvPr/>
        </p:nvSpPr>
        <p:spPr>
          <a:xfrm>
            <a:off x="316382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중간값</a:t>
            </a:r>
            <a:endParaRPr lang="en-US" sz="850" dirty="0"/>
          </a:p>
        </p:txBody>
      </p:sp>
      <p:sp>
        <p:nvSpPr>
          <p:cNvPr id="435" name="Shape 433"/>
          <p:cNvSpPr/>
          <p:nvPr/>
        </p:nvSpPr>
        <p:spPr>
          <a:xfrm>
            <a:off x="3886200" y="5027371"/>
            <a:ext cx="182880" cy="128016"/>
          </a:xfrm>
          <a:prstGeom prst="rect">
            <a:avLst/>
          </a:prstGeom>
          <a:solidFill>
            <a:srgbClr val="16305B"/>
          </a:solidFill>
          <a:ln w="12700">
            <a:solidFill>
              <a:srgbClr val="16305B"/>
            </a:solidFill>
            <a:prstDash val="solid"/>
          </a:ln>
        </p:spPr>
      </p:sp>
      <p:sp>
        <p:nvSpPr>
          <p:cNvPr id="436" name="Text 434"/>
          <p:cNvSpPr txBox="1"/>
          <p:nvPr/>
        </p:nvSpPr>
        <p:spPr>
          <a:xfrm>
            <a:off x="412394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최대값</a:t>
            </a:r>
            <a:endParaRPr lang="en-US" sz="850" dirty="0"/>
          </a:p>
        </p:txBody>
      </p:sp>
      <p:sp>
        <p:nvSpPr>
          <p:cNvPr id="437" name="Text 435"/>
          <p:cNvSpPr txBox="1"/>
          <p:nvPr/>
        </p:nvSpPr>
        <p:spPr>
          <a:xfrm>
            <a:off x="813816" y="5310835"/>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①  </a:t>
            </a:r>
            <a:pPr indent="0" marL="0">
              <a:buNone/>
            </a:pPr>
            <a:r>
              <a:rPr lang="en-US" sz="900" dirty="0">
                <a:solidFill>
                  <a:srgbClr val="1C2733"/>
                </a:solidFill>
                <a:latin typeface="Malgun Gothic" pitchFamily="34" charset="0"/>
                <a:ea typeface="Malgun Gothic" pitchFamily="34" charset="-122"/>
                <a:cs typeface="Malgun Gothic" pitchFamily="34" charset="-120"/>
              </a:rPr>
              <a:t>한 줄 = 해석 1회. 매번 변수 하나만 중간값, 나머지는 최소 · 최대값</a:t>
            </a:r>
            <a:endParaRPr lang="en-US" sz="900" dirty="0"/>
          </a:p>
        </p:txBody>
      </p:sp>
      <p:sp>
        <p:nvSpPr>
          <p:cNvPr id="438" name="Text 436"/>
          <p:cNvSpPr txBox="1"/>
          <p:nvPr/>
        </p:nvSpPr>
        <p:spPr>
          <a:xfrm>
            <a:off x="813816" y="5557723"/>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②  </a:t>
            </a:r>
            <a:pPr indent="0" marL="0">
              <a:buNone/>
            </a:pPr>
            <a:r>
              <a:rPr lang="en-US" sz="900" dirty="0">
                <a:solidFill>
                  <a:srgbClr val="1C2733"/>
                </a:solidFill>
                <a:latin typeface="Malgun Gothic" pitchFamily="34" charset="0"/>
                <a:ea typeface="Malgun Gothic" pitchFamily="34" charset="-122"/>
                <a:cs typeface="Malgun Gothic" pitchFamily="34" charset="-120"/>
              </a:rPr>
              <a:t>①을 정반대(최소 ↔ 최대)로 뒤집어 한 번 더</a:t>
            </a:r>
            <a:endParaRPr lang="en-US" sz="900" dirty="0"/>
          </a:p>
        </p:txBody>
      </p:sp>
      <p:sp>
        <p:nvSpPr>
          <p:cNvPr id="439" name="Text 437"/>
          <p:cNvSpPr txBox="1"/>
          <p:nvPr/>
        </p:nvSpPr>
        <p:spPr>
          <a:xfrm>
            <a:off x="813816" y="5804611"/>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③  </a:t>
            </a:r>
            <a:pPr indent="0" marL="0">
              <a:buNone/>
            </a:pPr>
            <a:r>
              <a:rPr lang="en-US" sz="900" dirty="0">
                <a:solidFill>
                  <a:srgbClr val="1C2733"/>
                </a:solidFill>
                <a:latin typeface="Malgun Gothic" pitchFamily="34" charset="0"/>
                <a:ea typeface="Malgun Gothic" pitchFamily="34" charset="-122"/>
                <a:cs typeface="Malgun Gothic" pitchFamily="34" charset="-120"/>
              </a:rPr>
              <a:t>모든 변수 중간값으로 한 번</a:t>
            </a:r>
            <a:endParaRPr lang="en-US" sz="900" dirty="0"/>
          </a:p>
        </p:txBody>
      </p:sp>
      <p:sp>
        <p:nvSpPr>
          <p:cNvPr id="440" name="Shape 438"/>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1" name="Shape 439"/>
          <p:cNvSpPr/>
          <p:nvPr/>
        </p:nvSpPr>
        <p:spPr>
          <a:xfrm>
            <a:off x="6592824" y="1463040"/>
            <a:ext cx="82296" cy="182880"/>
          </a:xfrm>
          <a:prstGeom prst="rect">
            <a:avLst/>
          </a:prstGeom>
          <a:solidFill>
            <a:srgbClr val="00A3C4"/>
          </a:solidFill>
          <a:ln w="12700">
            <a:solidFill>
              <a:srgbClr val="00A3C4"/>
            </a:solidFill>
            <a:prstDash val="solid"/>
          </a:ln>
        </p:spPr>
      </p:sp>
      <p:sp>
        <p:nvSpPr>
          <p:cNvPr id="442" name="Text 440"/>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가짜 인자로 잡음 수준 추정</a:t>
            </a:r>
            <a:endParaRPr lang="en-US" sz="1300" dirty="0"/>
          </a:p>
        </p:txBody>
      </p:sp>
      <p:sp>
        <p:nvSpPr>
          <p:cNvPr id="443" name="Text 441"/>
          <p:cNvSpPr txBox="1"/>
          <p:nvPr/>
        </p:nvSpPr>
        <p:spPr>
          <a:xfrm>
            <a:off x="6647688" y="1755648"/>
            <a:ext cx="4846320" cy="274320"/>
          </a:xfrm>
          <a:prstGeom prst="rect">
            <a:avLst/>
          </a:prstGeom>
          <a:noFill/>
          <a:ln/>
        </p:spPr>
        <p:txBody>
          <a:bodyPr wrap="square" lIns="0" tIns="0" rIns="0" bIns="0" rtlCol="0" anchor="ctr"/>
          <a:lstStyle/>
          <a:p>
            <a:pPr indent="0" marL="0">
              <a:buNone/>
            </a:pPr>
            <a:r>
              <a:rPr lang="en-US" sz="920" b="1" dirty="0">
                <a:solidFill>
                  <a:srgbClr val="0088A6"/>
                </a:solidFill>
                <a:latin typeface="Malgun Gothic" pitchFamily="34" charset="0"/>
                <a:ea typeface="Malgun Gothic" pitchFamily="34" charset="-122"/>
                <a:cs typeface="Malgun Gothic" pitchFamily="34" charset="-120"/>
              </a:rPr>
              <a:t>가짜 인자</a:t>
            </a:r>
            <a:pPr indent="0" marL="0">
              <a:buNone/>
            </a:pPr>
            <a:r>
              <a:rPr lang="en-US" sz="920" dirty="0">
                <a:solidFill>
                  <a:srgbClr val="1C2733"/>
                </a:solidFill>
                <a:latin typeface="Malgun Gothic" pitchFamily="34" charset="0"/>
                <a:ea typeface="Malgun Gothic" pitchFamily="34" charset="-122"/>
                <a:cs typeface="Malgun Gothic" pitchFamily="34" charset="-120"/>
              </a:rPr>
              <a:t> = 표에 칸만 있고 형상은 바꾸지 않는 빈 변수 → 효과가 0이어야 정상</a:t>
            </a:r>
            <a:endParaRPr lang="en-US" sz="920" dirty="0"/>
          </a:p>
        </p:txBody>
      </p:sp>
      <p:sp>
        <p:nvSpPr>
          <p:cNvPr id="444" name="Text 442"/>
          <p:cNvSpPr txBox="1"/>
          <p:nvPr/>
        </p:nvSpPr>
        <p:spPr>
          <a:xfrm>
            <a:off x="6647688" y="2084832"/>
            <a:ext cx="4846320" cy="23774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최고온도 예시  —  최대값 13회 평균과 최소값 13회 평균의 차이</a:t>
            </a:r>
            <a:endParaRPr lang="en-US" sz="950" dirty="0"/>
          </a:p>
        </p:txBody>
      </p:sp>
      <p:sp>
        <p:nvSpPr>
          <p:cNvPr id="445" name="Text 443"/>
          <p:cNvSpPr txBox="1"/>
          <p:nvPr/>
        </p:nvSpPr>
        <p:spPr>
          <a:xfrm>
            <a:off x="6647688" y="2395728"/>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p>
        </p:txBody>
      </p:sp>
      <p:sp>
        <p:nvSpPr>
          <p:cNvPr id="446" name="Shape 444"/>
          <p:cNvSpPr/>
          <p:nvPr/>
        </p:nvSpPr>
        <p:spPr>
          <a:xfrm>
            <a:off x="7836408" y="2441448"/>
            <a:ext cx="2822067" cy="146304"/>
          </a:xfrm>
          <a:prstGeom prst="rect">
            <a:avLst/>
          </a:prstGeom>
          <a:solidFill>
            <a:srgbClr val="16305B"/>
          </a:solidFill>
          <a:ln w="12700">
            <a:solidFill>
              <a:srgbClr val="16305B"/>
            </a:solidFill>
            <a:prstDash val="solid"/>
          </a:ln>
        </p:spPr>
      </p:sp>
      <p:sp>
        <p:nvSpPr>
          <p:cNvPr id="447" name="Text 445"/>
          <p:cNvSpPr txBox="1"/>
          <p:nvPr/>
        </p:nvSpPr>
        <p:spPr>
          <a:xfrm>
            <a:off x="10731627" y="2395728"/>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2.47 ℃</a:t>
            </a:r>
            <a:endParaRPr lang="en-US" sz="900" dirty="0"/>
          </a:p>
        </p:txBody>
      </p:sp>
      <p:sp>
        <p:nvSpPr>
          <p:cNvPr id="448" name="Text 446"/>
          <p:cNvSpPr txBox="1"/>
          <p:nvPr/>
        </p:nvSpPr>
        <p:spPr>
          <a:xfrm>
            <a:off x="6647688" y="2697480"/>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p>
        </p:txBody>
      </p:sp>
      <p:sp>
        <p:nvSpPr>
          <p:cNvPr id="449" name="Shape 447"/>
          <p:cNvSpPr/>
          <p:nvPr/>
        </p:nvSpPr>
        <p:spPr>
          <a:xfrm>
            <a:off x="7836408" y="2743200"/>
            <a:ext cx="1692783" cy="146304"/>
          </a:xfrm>
          <a:prstGeom prst="rect">
            <a:avLst/>
          </a:prstGeom>
          <a:solidFill>
            <a:srgbClr val="16305B"/>
          </a:solidFill>
          <a:ln w="12700">
            <a:solidFill>
              <a:srgbClr val="16305B"/>
            </a:solidFill>
            <a:prstDash val="solid"/>
          </a:ln>
        </p:spPr>
      </p:sp>
      <p:sp>
        <p:nvSpPr>
          <p:cNvPr id="450" name="Text 448"/>
          <p:cNvSpPr txBox="1"/>
          <p:nvPr/>
        </p:nvSpPr>
        <p:spPr>
          <a:xfrm>
            <a:off x="9602343" y="2697480"/>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1.48 ℃</a:t>
            </a:r>
            <a:endParaRPr lang="en-US" sz="900" dirty="0"/>
          </a:p>
        </p:txBody>
      </p:sp>
      <p:sp>
        <p:nvSpPr>
          <p:cNvPr id="451" name="Text 449"/>
          <p:cNvSpPr txBox="1"/>
          <p:nvPr/>
        </p:nvSpPr>
        <p:spPr>
          <a:xfrm>
            <a:off x="6647688" y="2999232"/>
            <a:ext cx="1115568" cy="23774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p>
        </p:txBody>
      </p:sp>
      <p:sp>
        <p:nvSpPr>
          <p:cNvPr id="452" name="Shape 450"/>
          <p:cNvSpPr/>
          <p:nvPr/>
        </p:nvSpPr>
        <p:spPr>
          <a:xfrm>
            <a:off x="7836408" y="3044952"/>
            <a:ext cx="213741" cy="146304"/>
          </a:xfrm>
          <a:prstGeom prst="rect">
            <a:avLst/>
          </a:prstGeom>
          <a:solidFill>
            <a:srgbClr val="B9C7D8"/>
          </a:solidFill>
          <a:ln w="12700">
            <a:solidFill>
              <a:srgbClr val="B9C7D8"/>
            </a:solidFill>
            <a:prstDash val="solid"/>
          </a:ln>
        </p:spPr>
      </p:sp>
      <p:sp>
        <p:nvSpPr>
          <p:cNvPr id="453" name="Text 451"/>
          <p:cNvSpPr txBox="1"/>
          <p:nvPr/>
        </p:nvSpPr>
        <p:spPr>
          <a:xfrm>
            <a:off x="8226093" y="2999232"/>
            <a:ext cx="731520" cy="237744"/>
          </a:xfrm>
          <a:prstGeom prst="rect">
            <a:avLst/>
          </a:prstGeom>
          <a:noFill/>
          <a:ln/>
        </p:spPr>
        <p:txBody>
          <a:bodyPr wrap="square" lIns="0" tIns="0" rIns="0" bIns="0" rtlCol="0" anchor="ct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0.19 ℃</a:t>
            </a:r>
            <a:endParaRPr lang="en-US" sz="900" dirty="0"/>
          </a:p>
        </p:txBody>
      </p:sp>
      <p:sp>
        <p:nvSpPr>
          <p:cNvPr id="454" name="Text 452"/>
          <p:cNvSpPr txBox="1"/>
          <p:nvPr/>
        </p:nvSpPr>
        <p:spPr>
          <a:xfrm>
            <a:off x="6647688" y="3300984"/>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p>
        </p:txBody>
      </p:sp>
      <p:sp>
        <p:nvSpPr>
          <p:cNvPr id="455" name="Shape 453"/>
          <p:cNvSpPr/>
          <p:nvPr/>
        </p:nvSpPr>
        <p:spPr>
          <a:xfrm>
            <a:off x="7836408" y="3346704"/>
            <a:ext cx="170307" cy="146304"/>
          </a:xfrm>
          <a:prstGeom prst="rect">
            <a:avLst/>
          </a:prstGeom>
          <a:solidFill>
            <a:srgbClr val="00A3C4"/>
          </a:solidFill>
          <a:ln w="12700">
            <a:solidFill>
              <a:srgbClr val="00A3C4"/>
            </a:solidFill>
            <a:prstDash val="solid"/>
          </a:ln>
        </p:spPr>
      </p:sp>
      <p:sp>
        <p:nvSpPr>
          <p:cNvPr id="456" name="Text 454"/>
          <p:cNvSpPr txBox="1"/>
          <p:nvPr/>
        </p:nvSpPr>
        <p:spPr>
          <a:xfrm>
            <a:off x="8226093" y="3300984"/>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0.15 ℃</a:t>
            </a:r>
            <a:endParaRPr lang="en-US" sz="900" dirty="0"/>
          </a:p>
        </p:txBody>
      </p:sp>
      <p:sp>
        <p:nvSpPr>
          <p:cNvPr id="457" name="Text 455"/>
          <p:cNvSpPr txBox="1"/>
          <p:nvPr/>
        </p:nvSpPr>
        <p:spPr>
          <a:xfrm>
            <a:off x="6647688" y="3602736"/>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p>
        </p:txBody>
      </p:sp>
      <p:sp>
        <p:nvSpPr>
          <p:cNvPr id="458" name="Shape 456"/>
          <p:cNvSpPr/>
          <p:nvPr/>
        </p:nvSpPr>
        <p:spPr>
          <a:xfrm>
            <a:off x="7836408" y="3648456"/>
            <a:ext cx="24003" cy="146304"/>
          </a:xfrm>
          <a:prstGeom prst="rect">
            <a:avLst/>
          </a:prstGeom>
          <a:solidFill>
            <a:srgbClr val="00A3C4"/>
          </a:solidFill>
          <a:ln w="12700">
            <a:solidFill>
              <a:srgbClr val="00A3C4"/>
            </a:solidFill>
            <a:prstDash val="solid"/>
          </a:ln>
        </p:spPr>
      </p:sp>
      <p:sp>
        <p:nvSpPr>
          <p:cNvPr id="459" name="Text 457"/>
          <p:cNvSpPr txBox="1"/>
          <p:nvPr/>
        </p:nvSpPr>
        <p:spPr>
          <a:xfrm>
            <a:off x="8226093" y="3602736"/>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0.02 ℃</a:t>
            </a:r>
            <a:endParaRPr lang="en-US" sz="900" dirty="0"/>
          </a:p>
        </p:txBody>
      </p:sp>
      <p:sp>
        <p:nvSpPr>
          <p:cNvPr id="460" name="Text 458"/>
          <p:cNvSpPr txBox="1"/>
          <p:nvPr/>
        </p:nvSpPr>
        <p:spPr>
          <a:xfrm>
            <a:off x="6647688" y="3904488"/>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p>
        </p:txBody>
      </p:sp>
      <p:sp>
        <p:nvSpPr>
          <p:cNvPr id="461" name="Shape 459"/>
          <p:cNvSpPr/>
          <p:nvPr/>
        </p:nvSpPr>
        <p:spPr>
          <a:xfrm>
            <a:off x="7836408" y="3950208"/>
            <a:ext cx="22860" cy="146304"/>
          </a:xfrm>
          <a:prstGeom prst="rect">
            <a:avLst/>
          </a:prstGeom>
          <a:solidFill>
            <a:srgbClr val="00A3C4"/>
          </a:solidFill>
          <a:ln w="12700">
            <a:solidFill>
              <a:srgbClr val="00A3C4"/>
            </a:solidFill>
            <a:prstDash val="solid"/>
          </a:ln>
        </p:spPr>
      </p:sp>
      <p:sp>
        <p:nvSpPr>
          <p:cNvPr id="462" name="Text 460"/>
          <p:cNvSpPr txBox="1"/>
          <p:nvPr/>
        </p:nvSpPr>
        <p:spPr>
          <a:xfrm>
            <a:off x="8226093" y="3904488"/>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0.01 ℃</a:t>
            </a:r>
            <a:endParaRPr lang="en-US" sz="900" dirty="0"/>
          </a:p>
        </p:txBody>
      </p:sp>
      <p:sp>
        <p:nvSpPr>
          <p:cNvPr id="463" name="Shape 461"/>
          <p:cNvSpPr/>
          <p:nvPr/>
        </p:nvSpPr>
        <p:spPr>
          <a:xfrm>
            <a:off x="8152941" y="2359152"/>
            <a:ext cx="0" cy="1847088"/>
          </a:xfrm>
          <a:prstGeom prst="line">
            <a:avLst/>
          </a:prstGeom>
          <a:noFill/>
          <a:ln w="12700">
            <a:solidFill>
              <a:srgbClr val="0088A6"/>
            </a:solidFill>
            <a:prstDash val="dash"/>
          </a:ln>
        </p:spPr>
      </p:sp>
      <p:sp>
        <p:nvSpPr>
          <p:cNvPr id="464" name="Text 462"/>
          <p:cNvSpPr txBox="1"/>
          <p:nvPr/>
        </p:nvSpPr>
        <p:spPr>
          <a:xfrm>
            <a:off x="8189517" y="4187952"/>
            <a:ext cx="1463040" cy="201168"/>
          </a:xfrm>
          <a:prstGeom prst="rect">
            <a:avLst/>
          </a:prstGeom>
          <a:noFill/>
          <a:ln/>
        </p:spPr>
        <p:txBody>
          <a:bodyPr wrap="square" lIns="0" tIns="0" rIns="0" bIns="0" rtlCol="0" anchor="ctr"/>
          <a:lstStyle/>
          <a:p>
            <a:pPr indent="0" marL="0">
              <a:buNone/>
            </a:pPr>
            <a:r>
              <a:rPr lang="en-US" sz="800" b="1" dirty="0">
                <a:solidFill>
                  <a:srgbClr val="0088A6"/>
                </a:solidFill>
                <a:latin typeface="Malgun Gothic" pitchFamily="34" charset="0"/>
                <a:ea typeface="Malgun Gothic" pitchFamily="34" charset="-122"/>
                <a:cs typeface="Malgun Gothic" pitchFamily="34" charset="-120"/>
              </a:rPr>
              <a:t>판정 문턱 (p = 0.05)</a:t>
            </a:r>
            <a:endParaRPr lang="en-US" sz="800" dirty="0"/>
          </a:p>
        </p:txBody>
      </p:sp>
      <p:sp>
        <p:nvSpPr>
          <p:cNvPr id="465" name="Text 463"/>
          <p:cNvSpPr txBox="1"/>
          <p:nvPr/>
        </p:nvSpPr>
        <p:spPr>
          <a:xfrm>
            <a:off x="6647688" y="4443984"/>
            <a:ext cx="4846320" cy="731520"/>
          </a:xfrm>
          <a:prstGeom prst="rect">
            <a:avLst/>
          </a:prstGeom>
          <a:noFill/>
          <a:ln/>
        </p:spPr>
        <p:txBody>
          <a:bodyPr wrap="square" lIns="0" tIns="0" rIns="0" bIns="0" rtlCol="0" anchor="ctr"/>
          <a:lstStyle/>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가짜 인자 3개로 잡음 수준 0.09 ℃ 산정 → × 3.18 = 판정 문턱 0.28 ℃</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개수 2.47 ℃ → 문턱보다 훨씬 큼 → 영향 있음</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두께 0.19 ℃ → 문턱 안쪽 → 최고온도에는 영향 없음</a:t>
            </a:r>
            <a:endParaRPr lang="en-US" sz="900" dirty="0"/>
          </a:p>
        </p:txBody>
      </p:sp>
      <p:sp>
        <p:nvSpPr>
          <p:cNvPr id="466" name="Shape 464"/>
          <p:cNvSpPr/>
          <p:nvPr/>
        </p:nvSpPr>
        <p:spPr>
          <a:xfrm>
            <a:off x="6647688" y="5266944"/>
            <a:ext cx="4846320" cy="868680"/>
          </a:xfrm>
          <a:prstGeom prst="roundRect">
            <a:avLst>
              <a:gd name="adj" fmla="val 6316"/>
            </a:avLst>
          </a:prstGeom>
          <a:solidFill>
            <a:srgbClr val="EEF2F7"/>
          </a:solidFill>
          <a:ln w="12700">
            <a:solidFill>
              <a:srgbClr val="EEF2F7"/>
            </a:solidFill>
            <a:prstDash val="solid"/>
          </a:ln>
        </p:spPr>
      </p:sp>
      <p:sp>
        <p:nvSpPr>
          <p:cNvPr id="467" name="Text 465"/>
          <p:cNvSpPr txBox="1"/>
          <p:nvPr/>
        </p:nvSpPr>
        <p:spPr>
          <a:xfrm>
            <a:off x="6793992" y="5266944"/>
            <a:ext cx="4572000" cy="86868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인자(잡음) 수준보다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차지할 만큼 큰가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둘 다 만족하면 '영향 있음', 응답 7개 모두에서 영향 없으면 고정</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구성 원리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기본 14회의 정체  —  회의 행렬</a:t>
            </a:r>
            <a:endParaRPr lang="en-US" sz="1300" dirty="0"/>
          </a:p>
        </p:txBody>
      </p:sp>
      <p:sp>
        <p:nvSpPr>
          <p:cNvPr id="9" name="Text 7"/>
          <p:cNvSpPr txBox="1"/>
          <p:nvPr/>
        </p:nvSpPr>
        <p:spPr>
          <a:xfrm>
            <a:off x="813816" y="1792224"/>
            <a:ext cx="4846320" cy="786384"/>
          </a:xfrm>
          <a:prstGeom prst="rect">
            <a:avLst/>
          </a:prstGeom>
          <a:noFill/>
          <a:ln/>
        </p:spPr>
        <p:txBody>
          <a:bodyPr wrap="square" lIns="0" tIns="0" rIns="0" bIns="0" rtlCol="0" anchor="ctr"/>
          <a:lstStyle/>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①  대각선은 0 (해석마다 변수 하나만 중간값)</a:t>
            </a:r>
            <a:endParaRPr lang="en-US" sz="930" dirty="0"/>
          </a:p>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②  나머지는 +1 또는 −1 (최대값 또는 최소값)</a:t>
            </a:r>
            <a:endParaRPr lang="en-US" sz="930" dirty="0"/>
          </a:p>
          <a:p>
            <a:pPr indent="0" marL="0">
              <a:lnSpc>
                <a:spcPct val="125000"/>
              </a:lnSpc>
              <a:buNone/>
            </a:pPr>
            <a:r>
              <a:rPr lang="en-US" sz="930" b="1" dirty="0">
                <a:solidFill>
                  <a:srgbClr val="16305B"/>
                </a:solidFill>
                <a:latin typeface="Malgun Gothic" pitchFamily="34" charset="0"/>
                <a:ea typeface="Malgun Gothic" pitchFamily="34" charset="-122"/>
                <a:cs typeface="Malgun Gothic" pitchFamily="34" charset="-120"/>
              </a:rPr>
              <a:t>규칙 ③  아무 두 변수를 골라도, 같은 쪽인 횟수 = 반대쪽인 횟수 (직교)</a:t>
            </a:r>
            <a:endParaRPr lang="en-US" sz="930" dirty="0"/>
          </a:p>
        </p:txBody>
      </p:sp>
      <p:sp>
        <p:nvSpPr>
          <p:cNvPr id="10" name="Text 8"/>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4개 예시</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188720"/>
                <a:gridCol w="914400"/>
                <a:gridCol w="914400"/>
                <a:gridCol w="914400"/>
                <a:gridCol w="914400"/>
              </a:tblGrid>
              <a:tr h="274320">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B</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C</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D</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3</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4</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r>
            </a:tbl>
          </a:graphicData>
        </a:graphic>
      </p:graphicFrame>
      <p:sp>
        <p:nvSpPr>
          <p:cNvPr id="12" name="Shape 9"/>
          <p:cNvSpPr/>
          <p:nvPr/>
        </p:nvSpPr>
        <p:spPr>
          <a:xfrm>
            <a:off x="813816" y="4498848"/>
            <a:ext cx="4846320" cy="1554480"/>
          </a:xfrm>
          <a:prstGeom prst="roundRect">
            <a:avLst>
              <a:gd name="adj" fmla="val 3529"/>
            </a:avLst>
          </a:prstGeom>
          <a:solidFill>
            <a:srgbClr val="F7F9FC"/>
          </a:solidFill>
          <a:ln w="9525">
            <a:solidFill>
              <a:srgbClr val="DDE3EB"/>
            </a:solidFill>
            <a:prstDash val="solid"/>
          </a:ln>
        </p:spPr>
      </p:sp>
      <p:sp>
        <p:nvSpPr>
          <p:cNvPr id="13" name="Text 10"/>
          <p:cNvSpPr txBox="1"/>
          <p:nvPr/>
        </p:nvSpPr>
        <p:spPr>
          <a:xfrm>
            <a:off x="960120" y="4498848"/>
            <a:ext cx="4572000" cy="1554480"/>
          </a:xfrm>
          <a:prstGeom prst="rect">
            <a:avLst/>
          </a:prstGeom>
          <a:noFill/>
          <a:ln/>
        </p:spPr>
        <p:txBody>
          <a:bodyPr wrap="square" lIns="0" tIns="0" rIns="0" bIns="0" rtlCol="0" anchor="ctr"/>
          <a:lstStyle/>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A와 B가 함께 값을 갖는 해석은 3번 · 4번 두 번뿐</a:t>
            </a:r>
            <a:endParaRPr lang="en-US" sz="900" dirty="0"/>
          </a:p>
          <a:p>
            <a:pPr indent="0" marL="0">
              <a:lnSpc>
                <a:spcPct val="130000"/>
              </a:lnSpc>
              <a:buNone/>
            </a:pPr>
            <a:r>
              <a:rPr lang="en-US" sz="900" b="1" dirty="0">
                <a:solidFill>
                  <a:srgbClr val="16305B"/>
                </a:solidFill>
                <a:latin typeface="Malgun Gothic" pitchFamily="34" charset="0"/>
                <a:ea typeface="Malgun Gothic" pitchFamily="34" charset="-122"/>
                <a:cs typeface="Malgun Gothic" pitchFamily="34" charset="-120"/>
              </a:rPr>
              <a:t>3번: A −, B − → 같은 쪽   /   4번: A −, B + → 반대쪽</a:t>
            </a:r>
            <a:endParaRPr lang="en-US" sz="900" dirty="0"/>
          </a:p>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 같은 쪽 1번, 반대쪽 1번 (다른 두 변수도 모두 동일)</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1번 행만 정하면 나머지는 규칙 ③을 맞추다 보면 자동으로 채워짐</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본 과제 14 × 14는 Paley 구성법으로 코드가 자동 생성 · 검증</a:t>
            </a:r>
            <a:endParaRPr lang="en-US" sz="900" dirty="0"/>
          </a:p>
        </p:txBody>
      </p:sp>
      <p:sp>
        <p:nvSpPr>
          <p:cNvPr id="14"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거울상을 붙이는 이유</a:t>
            </a:r>
            <a:endParaRPr lang="en-US" sz="1300" dirty="0"/>
          </a:p>
        </p:txBody>
      </p:sp>
      <p:sp>
        <p:nvSpPr>
          <p:cNvPr id="17" name="Text 14"/>
          <p:cNvSpPr txBox="1"/>
          <p:nvPr/>
        </p:nvSpPr>
        <p:spPr>
          <a:xfrm>
            <a:off x="6647688" y="1792224"/>
            <a:ext cx="4846320"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주효과 = 변수 하나만의 효과   ·   교호작용 = 두 변수가 함께 바뀔 때의 추가 효과</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647688" y="2194560"/>
          <a:ext cx="4846320" cy="914400"/>
        </p:xfrm>
        <a:graphic>
          <a:graphicData uri="http://schemas.openxmlformats.org/drawingml/2006/table">
            <a:tbl>
              <a:tblPr/>
              <a:tblGrid>
                <a:gridCol w="1005840"/>
                <a:gridCol w="914400"/>
                <a:gridCol w="914400"/>
                <a:gridCol w="1097280"/>
                <a:gridCol w="914400"/>
              </a:tblGrid>
              <a:tr h="27432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9" name="Shape 15"/>
          <p:cNvSpPr/>
          <p:nvPr/>
        </p:nvSpPr>
        <p:spPr>
          <a:xfrm>
            <a:off x="6647688" y="3474720"/>
            <a:ext cx="4846320" cy="1188720"/>
          </a:xfrm>
          <a:prstGeom prst="roundRect">
            <a:avLst>
              <a:gd name="adj" fmla="val 4615"/>
            </a:avLst>
          </a:prstGeom>
          <a:solidFill>
            <a:srgbClr val="EEF2F7"/>
          </a:solidFill>
          <a:ln w="12700">
            <a:solidFill>
              <a:srgbClr val="EEF2F7"/>
            </a:solidFill>
            <a:prstDash val="solid"/>
          </a:ln>
        </p:spPr>
      </p:sp>
      <p:sp>
        <p:nvSpPr>
          <p:cNvPr id="20" name="Text 16"/>
          <p:cNvSpPr txBox="1"/>
          <p:nvPr/>
        </p:nvSpPr>
        <p:spPr>
          <a:xfrm>
            <a:off x="6793992" y="3474720"/>
            <a:ext cx="4572000" cy="1188720"/>
          </a:xfrm>
          <a:prstGeom prst="rect">
            <a:avLst/>
          </a:prstGeom>
          <a:noFill/>
          <a:ln/>
        </p:spPr>
        <p:txBody>
          <a:bodyPr wrap="square" lIns="0" tIns="0" rIns="0" bIns="0" rtlCol="0" anchor="ctr"/>
          <a:lstStyle/>
          <a:p>
            <a:pPr indent="0" marL="0">
              <a:lnSpc>
                <a:spcPct val="135000"/>
              </a:lnSpc>
              <a:buNone/>
            </a:pPr>
            <a:r>
              <a:rPr lang="en-US" sz="950" b="1" dirty="0">
                <a:solidFill>
                  <a:srgbClr val="16305B"/>
                </a:solidFill>
                <a:latin typeface="Malgun Gothic" pitchFamily="34" charset="0"/>
                <a:ea typeface="Malgun Gothic" pitchFamily="34" charset="-122"/>
                <a:cs typeface="Malgun Gothic" pitchFamily="34" charset="-120"/>
              </a:rPr>
              <a:t>쌍의 차이 → 주효과만 남음</a:t>
            </a:r>
            <a:endParaRPr lang="en-US" sz="950" dirty="0"/>
          </a:p>
          <a:p>
            <a:pPr indent="0" marL="0">
              <a:lnSpc>
                <a:spcPct val="135000"/>
              </a:lnSpc>
              <a:buNone/>
            </a:pPr>
            <a:r>
              <a:rPr lang="en-US" sz="950" b="1" dirty="0">
                <a:solidFill>
                  <a:srgbClr val="0088A6"/>
                </a:solidFill>
                <a:latin typeface="Malgun Gothic" pitchFamily="34" charset="0"/>
                <a:ea typeface="Malgun Gothic" pitchFamily="34" charset="-122"/>
                <a:cs typeface="Malgun Gothic" pitchFamily="34" charset="-120"/>
              </a:rPr>
              <a:t>쌍의 평균 → 교호작용 · 곡률만 남음</a:t>
            </a:r>
            <a:endParaRPr lang="en-US" sz="950" dirty="0"/>
          </a:p>
          <a:p>
            <a:pPr indent="0" marL="0">
              <a:lnSpc>
                <a:spcPct val="135000"/>
              </a:lnSpc>
              <a:buNone/>
            </a:pPr>
            <a:r>
              <a:rPr lang="en-US" sz="950" dirty="0">
                <a:solidFill>
                  <a:srgbClr val="1C2733"/>
                </a:solidFill>
                <a:latin typeface="Malgun Gothic" pitchFamily="34" charset="0"/>
                <a:ea typeface="Malgun Gothic" pitchFamily="34" charset="-122"/>
                <a:cs typeface="Malgun Gothic" pitchFamily="34" charset="-120"/>
              </a:rPr>
              <a:t>→ 주효과가 교호작용 · 곡률과 섞이지 않음</a:t>
            </a:r>
            <a:endParaRPr lang="en-US" sz="950" dirty="0"/>
          </a:p>
        </p:txBody>
      </p:sp>
      <p:sp>
        <p:nvSpPr>
          <p:cNvPr id="21" name="Text 17"/>
          <p:cNvSpPr txBox="1"/>
          <p:nvPr/>
        </p:nvSpPr>
        <p:spPr>
          <a:xfrm>
            <a:off x="6647688" y="4846320"/>
            <a:ext cx="4846320" cy="1188720"/>
          </a:xfrm>
          <a:prstGeom prst="rect">
            <a:avLst/>
          </a:prstGeom>
          <a:noFill/>
          <a:ln/>
        </p:spPr>
        <p:txBody>
          <a:bodyPr wrap="square" lIns="0" tIns="0" rIns="0" bIns="0" rtlCol="0" anchor="t"/>
          <a:lstStyle/>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중심점 1회</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모든 변수 중간값 → 곡률(중간값이 나은지) 판단의 기준점</a:t>
            </a:r>
            <a:endParaRPr lang="en-US" sz="930" dirty="0"/>
          </a:p>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한계</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교호작용끼리는 서로 일부 섞임 (부분 교락)</a:t>
            </a:r>
            <a:endParaRPr lang="en-US" sz="9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통합</dc:title>
  <dc:subject>PptxGenJS Presentation</dc:subject>
  <dc:creator>학습조직</dc:creator>
  <cp:lastModifiedBy>학습조직</cp:lastModifiedBy>
  <cp:revision>1</cp:revision>
  <dcterms:created xsi:type="dcterms:W3CDTF">2026-10-27T04:26:06Z</dcterms:created>
  <dcterms:modified xsi:type="dcterms:W3CDTF">2026-10-27T04:26:06Z</dcterms:modified>
</cp:coreProperties>
</file>