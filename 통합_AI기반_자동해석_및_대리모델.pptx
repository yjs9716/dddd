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1차 핀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20</c:v>
                </c:pt>
                <c:pt idx="1">
                  <c:v>23</c:v>
                </c:pt>
                <c:pt idx="2">
                  <c:v>18</c:v>
                </c:pt>
                <c:pt idx="3">
                  <c:v>12</c:v>
                </c:pt>
                <c:pt idx="4">
                  <c:v>23</c:v>
                </c:pt>
                <c:pt idx="5">
                  <c:v>16</c:v>
                </c:pt>
                <c:pt idx="6">
                  <c:v>10</c:v>
                </c:pt>
                <c:pt idx="7">
                  <c:v>21</c:v>
                </c:pt>
                <c:pt idx="8">
                  <c:v>11</c:v>
                </c:pt>
                <c:pt idx="9">
                  <c:v>22</c:v>
                </c:pt>
                <c:pt idx="10">
                  <c:v>17</c:v>
                </c:pt>
                <c:pt idx="11">
                  <c:v>11</c:v>
                </c:pt>
                <c:pt idx="12">
                  <c:v>11</c:v>
                </c:pt>
                <c:pt idx="13">
                  <c:v>12</c:v>
                </c:pt>
                <c:pt idx="14">
                  <c:v>18</c:v>
                </c:pt>
                <c:pt idx="15">
                  <c:v>13</c:v>
                </c:pt>
                <c:pt idx="16">
                  <c:v>10</c:v>
                </c:pt>
                <c:pt idx="17">
                  <c:v>21</c:v>
                </c:pt>
                <c:pt idx="18">
                  <c:v>20</c:v>
                </c:pt>
                <c:pt idx="19">
                  <c:v>23</c:v>
                </c:pt>
                <c:pt idx="20">
                  <c:v>12</c:v>
                </c:pt>
                <c:pt idx="21">
                  <c:v>22</c:v>
                </c:pt>
                <c:pt idx="22">
                  <c:v>22</c:v>
                </c:pt>
                <c:pt idx="23">
                  <c:v>16</c:v>
                </c:pt>
                <c:pt idx="24">
                  <c:v>19</c:v>
                </c:pt>
                <c:pt idx="25">
                  <c:v>24</c:v>
                </c:pt>
                <c:pt idx="26">
                  <c:v>16</c:v>
                </c:pt>
                <c:pt idx="27">
                  <c:v>14</c:v>
                </c:pt>
                <c:pt idx="28">
                  <c:v>16</c:v>
                </c:pt>
                <c:pt idx="29">
                  <c:v>22</c:v>
                </c:pt>
                <c:pt idx="30">
                  <c:v>23</c:v>
                </c:pt>
                <c:pt idx="31">
                  <c:v>17</c:v>
                </c:pt>
                <c:pt idx="32">
                  <c:v>17</c:v>
                </c:pt>
                <c:pt idx="33">
                  <c:v>15</c:v>
                </c:pt>
                <c:pt idx="34">
                  <c:v>21</c:v>
                </c:pt>
                <c:pt idx="35">
                  <c:v>13</c:v>
                </c:pt>
                <c:pt idx="36">
                  <c:v>22</c:v>
                </c:pt>
                <c:pt idx="37">
                  <c:v>16</c:v>
                </c:pt>
                <c:pt idx="38">
                  <c:v>19</c:v>
                </c:pt>
                <c:pt idx="39">
                  <c:v>21</c:v>
                </c:pt>
                <c:pt idx="40">
                  <c:v>21</c:v>
                </c:pt>
                <c:pt idx="41">
                  <c:v>15</c:v>
                </c:pt>
                <c:pt idx="42">
                  <c:v>16</c:v>
                </c:pt>
                <c:pt idx="43">
                  <c:v>12</c:v>
                </c:pt>
                <c:pt idx="44">
                  <c:v>15</c:v>
                </c:pt>
                <c:pt idx="45">
                  <c:v>10</c:v>
                </c:pt>
                <c:pt idx="46">
                  <c:v>16</c:v>
                </c:pt>
                <c:pt idx="47">
                  <c:v>21</c:v>
                </c:pt>
                <c:pt idx="48">
                  <c:v>13</c:v>
                </c:pt>
                <c:pt idx="49">
                  <c:v>20</c:v>
                </c:pt>
                <c:pt idx="50">
                  <c:v>24</c:v>
                </c:pt>
                <c:pt idx="51">
                  <c:v>19</c:v>
                </c:pt>
                <c:pt idx="52">
                  <c:v>14</c:v>
                </c:pt>
                <c:pt idx="53">
                  <c:v>19</c:v>
                </c:pt>
                <c:pt idx="54">
                  <c:v>20</c:v>
                </c:pt>
                <c:pt idx="55">
                  <c:v>11</c:v>
                </c:pt>
                <c:pt idx="56">
                  <c:v>23</c:v>
                </c:pt>
                <c:pt idx="57">
                  <c:v>18</c:v>
                </c:pt>
                <c:pt idx="58">
                  <c:v>17</c:v>
                </c:pt>
                <c:pt idx="59">
                  <c:v>14</c:v>
                </c:pt>
                <c:pt idx="60">
                  <c:v>17</c:v>
                </c:pt>
                <c:pt idx="61">
                  <c:v>14</c:v>
                </c:pt>
                <c:pt idx="62">
                  <c:v>13</c:v>
                </c:pt>
                <c:pt idx="63">
                  <c:v>12</c:v>
                </c:pt>
                <c:pt idx="64">
                  <c:v>19</c:v>
                </c:pt>
                <c:pt idx="65">
                  <c:v>14</c:v>
                </c:pt>
                <c:pt idx="66">
                  <c:v>19</c:v>
                </c:pt>
                <c:pt idx="67">
                  <c:v>18</c:v>
                </c:pt>
                <c:pt idx="68">
                  <c:v>11</c:v>
                </c:pt>
                <c:pt idx="69">
                  <c:v>11</c:v>
                </c:pt>
                <c:pt idx="70">
                  <c:v>24</c:v>
                </c:pt>
                <c:pt idx="71">
                  <c:v>20</c:v>
                </c:pt>
                <c:pt idx="72">
                  <c:v>18</c:v>
                </c:pt>
                <c:pt idx="73">
                  <c:v>13</c:v>
                </c:pt>
                <c:pt idx="74">
                  <c:v>23</c:v>
                </c:pt>
                <c:pt idx="75">
                  <c:v>15</c:v>
                </c:pt>
                <c:pt idx="76">
                  <c:v>13</c:v>
                </c:pt>
                <c:pt idx="77">
                  <c:v>15</c:v>
                </c:pt>
                <c:pt idx="78">
                  <c:v>20</c:v>
                </c:pt>
                <c:pt idx="79">
                  <c:v>15</c:v>
                </c:pt>
              </c:numCache>
            </c:numRef>
          </c:xVal>
          <c:yVal>
            <c:numRef>
              <c:f>Sheet1!$B$2:$B$81</c:f>
              <c:numCache>
                <c:formatCode>General</c:formatCode>
                <c:ptCount val="80"/>
                <c:pt idx="0">
                  <c:v>2</c:v>
                </c:pt>
                <c:pt idx="1">
                  <c:v>1.5</c:v>
                </c:pt>
                <c:pt idx="2">
                  <c:v>2.3</c:v>
                </c:pt>
                <c:pt idx="3">
                  <c:v>1.8</c:v>
                </c:pt>
                <c:pt idx="4">
                  <c:v>1.5</c:v>
                </c:pt>
                <c:pt idx="5">
                  <c:v>2.9</c:v>
                </c:pt>
                <c:pt idx="6">
                  <c:v>2.8</c:v>
                </c:pt>
                <c:pt idx="7">
                  <c:v>1.6</c:v>
                </c:pt>
                <c:pt idx="8">
                  <c:v>2.6</c:v>
                </c:pt>
                <c:pt idx="9">
                  <c:v>1.6</c:v>
                </c:pt>
                <c:pt idx="10">
                  <c:v>2.8</c:v>
                </c:pt>
                <c:pt idx="11">
                  <c:v>1.7</c:v>
                </c:pt>
                <c:pt idx="12">
                  <c:v>1.9</c:v>
                </c:pt>
                <c:pt idx="13">
                  <c:v>1.6</c:v>
                </c:pt>
                <c:pt idx="14">
                  <c:v>2</c:v>
                </c:pt>
                <c:pt idx="15">
                  <c:v>1.7</c:v>
                </c:pt>
                <c:pt idx="16">
                  <c:v>2.3</c:v>
                </c:pt>
                <c:pt idx="17">
                  <c:v>1.9</c:v>
                </c:pt>
                <c:pt idx="18">
                  <c:v>1.9</c:v>
                </c:pt>
                <c:pt idx="19">
                  <c:v>1.5</c:v>
                </c:pt>
                <c:pt idx="20">
                  <c:v>1.9</c:v>
                </c:pt>
                <c:pt idx="21">
                  <c:v>1.7</c:v>
                </c:pt>
                <c:pt idx="22">
                  <c:v>1.7</c:v>
                </c:pt>
                <c:pt idx="23">
                  <c:v>2.8</c:v>
                </c:pt>
                <c:pt idx="24">
                  <c:v>2</c:v>
                </c:pt>
                <c:pt idx="25">
                  <c:v>1.5</c:v>
                </c:pt>
                <c:pt idx="26">
                  <c:v>2.8</c:v>
                </c:pt>
                <c:pt idx="27">
                  <c:v>3</c:v>
                </c:pt>
                <c:pt idx="28">
                  <c:v>2.9</c:v>
                </c:pt>
                <c:pt idx="29">
                  <c:v>1.6</c:v>
                </c:pt>
                <c:pt idx="30">
                  <c:v>1.5</c:v>
                </c:pt>
                <c:pt idx="31">
                  <c:v>2.1</c:v>
                </c:pt>
                <c:pt idx="32">
                  <c:v>2.5</c:v>
                </c:pt>
                <c:pt idx="33">
                  <c:v>3</c:v>
                </c:pt>
                <c:pt idx="34">
                  <c:v>1.7</c:v>
                </c:pt>
                <c:pt idx="35">
                  <c:v>2</c:v>
                </c:pt>
                <c:pt idx="36">
                  <c:v>1.7</c:v>
                </c:pt>
                <c:pt idx="37">
                  <c:v>2.9</c:v>
                </c:pt>
                <c:pt idx="38">
                  <c:v>1.6</c:v>
                </c:pt>
                <c:pt idx="39">
                  <c:v>1.7</c:v>
                </c:pt>
                <c:pt idx="40">
                  <c:v>1.6</c:v>
                </c:pt>
                <c:pt idx="41">
                  <c:v>2.2</c:v>
                </c:pt>
                <c:pt idx="42">
                  <c:v>2.7</c:v>
                </c:pt>
                <c:pt idx="43">
                  <c:v>2.6</c:v>
                </c:pt>
                <c:pt idx="44">
                  <c:v>2.1</c:v>
                </c:pt>
                <c:pt idx="45">
                  <c:v>2.5</c:v>
                </c:pt>
                <c:pt idx="46">
                  <c:v>1.7</c:v>
                </c:pt>
                <c:pt idx="47">
                  <c:v>1.6</c:v>
                </c:pt>
                <c:pt idx="48">
                  <c:v>2.8</c:v>
                </c:pt>
                <c:pt idx="49">
                  <c:v>1.6</c:v>
                </c:pt>
                <c:pt idx="50">
                  <c:v>1.5</c:v>
                </c:pt>
                <c:pt idx="51">
                  <c:v>2.1</c:v>
                </c:pt>
                <c:pt idx="52">
                  <c:v>2</c:v>
                </c:pt>
                <c:pt idx="53">
                  <c:v>2.1</c:v>
                </c:pt>
                <c:pt idx="54">
                  <c:v>1.9</c:v>
                </c:pt>
                <c:pt idx="55">
                  <c:v>2.2</c:v>
                </c:pt>
                <c:pt idx="56">
                  <c:v>1.5</c:v>
                </c:pt>
                <c:pt idx="57">
                  <c:v>2.6</c:v>
                </c:pt>
                <c:pt idx="58">
                  <c:v>2.4</c:v>
                </c:pt>
                <c:pt idx="59">
                  <c:v>1.7</c:v>
                </c:pt>
                <c:pt idx="60">
                  <c:v>2.3</c:v>
                </c:pt>
                <c:pt idx="61">
                  <c:v>1.9</c:v>
                </c:pt>
                <c:pt idx="62">
                  <c:v>1.6</c:v>
                </c:pt>
                <c:pt idx="63">
                  <c:v>2.5</c:v>
                </c:pt>
                <c:pt idx="64">
                  <c:v>1.5</c:v>
                </c:pt>
                <c:pt idx="65">
                  <c:v>1.5</c:v>
                </c:pt>
                <c:pt idx="66">
                  <c:v>2.3</c:v>
                </c:pt>
                <c:pt idx="67">
                  <c:v>2.4</c:v>
                </c:pt>
                <c:pt idx="68">
                  <c:v>2.7</c:v>
                </c:pt>
                <c:pt idx="69">
                  <c:v>2</c:v>
                </c:pt>
                <c:pt idx="70">
                  <c:v>1.5</c:v>
                </c:pt>
                <c:pt idx="71">
                  <c:v>1.8</c:v>
                </c:pt>
                <c:pt idx="72">
                  <c:v>1.5</c:v>
                </c:pt>
                <c:pt idx="73">
                  <c:v>2.9</c:v>
                </c:pt>
                <c:pt idx="74">
                  <c:v>1.5</c:v>
                </c:pt>
                <c:pt idx="75">
                  <c:v>1.6</c:v>
                </c:pt>
                <c:pt idx="76">
                  <c:v>2.6</c:v>
                </c:pt>
                <c:pt idx="77">
                  <c:v>2.7</c:v>
                </c:pt>
                <c:pt idx="78">
                  <c:v>2.1</c:v>
                </c:pt>
                <c:pt idx="79">
                  <c:v>2.6</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4"/>
          <c:min val="10"/>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개수 [개]</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3.1"/>
          <c:min val="1.4"/>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1차 핀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분기 입구 두께 [mm]</c:v>
                </c:pt>
              </c:strCache>
            </c:strRef>
          </c:tx>
          <c:spPr>
            <a:solidFill>
              <a:srgbClr val="16305B"/>
            </a:solidFill>
            <a:ln>
              <a:noFill/>
            </a:ln>
            <a:effectLst/>
          </c:spPr>
          <c:marker>
            <c:symbol val="circle"/>
            <c:size val="5"/>
            <c:spPr>
              <a:solidFill>
                <a:srgbClr val="16305B"/>
              </a:solidFill>
              <a:ln w="9525" cap="flat">
                <a:solidFill>
                  <a:srgbClr val="16305B"/>
                </a:solidFill>
                <a:prstDash val="solid"/>
                <a:round/>
              </a:ln>
              <a:effectLst/>
            </c:spPr>
          </c:marker>
          <c:xVal>
            <c:numRef>
              <c:f>Sheet1!$A$2:$A$81</c:f>
              <c:numCache>
                <c:formatCode>General</c:formatCode>
                <c:ptCount val="80"/>
                <c:pt idx="0">
                  <c:v>18.4</c:v>
                </c:pt>
                <c:pt idx="1">
                  <c:v>17</c:v>
                </c:pt>
                <c:pt idx="2">
                  <c:v>14.3</c:v>
                </c:pt>
                <c:pt idx="3">
                  <c:v>13.6</c:v>
                </c:pt>
                <c:pt idx="4">
                  <c:v>15</c:v>
                </c:pt>
                <c:pt idx="5">
                  <c:v>13.3</c:v>
                </c:pt>
                <c:pt idx="6">
                  <c:v>24.4</c:v>
                </c:pt>
                <c:pt idx="7">
                  <c:v>16.1</c:v>
                </c:pt>
                <c:pt idx="8">
                  <c:v>20.2</c:v>
                </c:pt>
                <c:pt idx="9">
                  <c:v>16.3</c:v>
                </c:pt>
                <c:pt idx="10">
                  <c:v>22.5</c:v>
                </c:pt>
                <c:pt idx="11">
                  <c:v>14.6</c:v>
                </c:pt>
                <c:pt idx="12">
                  <c:v>17.8</c:v>
                </c:pt>
                <c:pt idx="13">
                  <c:v>20</c:v>
                </c:pt>
                <c:pt idx="14">
                  <c:v>14.4</c:v>
                </c:pt>
                <c:pt idx="15">
                  <c:v>21.4</c:v>
                </c:pt>
                <c:pt idx="16">
                  <c:v>13.9</c:v>
                </c:pt>
                <c:pt idx="17">
                  <c:v>13.1</c:v>
                </c:pt>
                <c:pt idx="18">
                  <c:v>20.4</c:v>
                </c:pt>
                <c:pt idx="19">
                  <c:v>24.9</c:v>
                </c:pt>
                <c:pt idx="20">
                  <c:v>24.6</c:v>
                </c:pt>
                <c:pt idx="21">
                  <c:v>21.1</c:v>
                </c:pt>
                <c:pt idx="22">
                  <c:v>16.5</c:v>
                </c:pt>
                <c:pt idx="23">
                  <c:v>16.8</c:v>
                </c:pt>
                <c:pt idx="24">
                  <c:v>16.3</c:v>
                </c:pt>
                <c:pt idx="25">
                  <c:v>22.9</c:v>
                </c:pt>
                <c:pt idx="26">
                  <c:v>17.3</c:v>
                </c:pt>
                <c:pt idx="27">
                  <c:v>13.2</c:v>
                </c:pt>
                <c:pt idx="28">
                  <c:v>23.6</c:v>
                </c:pt>
                <c:pt idx="29">
                  <c:v>14.2</c:v>
                </c:pt>
                <c:pt idx="30">
                  <c:v>15.4</c:v>
                </c:pt>
                <c:pt idx="31">
                  <c:v>17.8</c:v>
                </c:pt>
                <c:pt idx="32">
                  <c:v>20.8</c:v>
                </c:pt>
                <c:pt idx="33">
                  <c:v>21.2</c:v>
                </c:pt>
                <c:pt idx="34">
                  <c:v>23.4</c:v>
                </c:pt>
                <c:pt idx="35">
                  <c:v>18.1</c:v>
                </c:pt>
                <c:pt idx="36">
                  <c:v>19.4</c:v>
                </c:pt>
                <c:pt idx="37">
                  <c:v>18</c:v>
                </c:pt>
                <c:pt idx="38">
                  <c:v>23.8</c:v>
                </c:pt>
                <c:pt idx="39">
                  <c:v>22.3</c:v>
                </c:pt>
                <c:pt idx="40">
                  <c:v>24</c:v>
                </c:pt>
                <c:pt idx="41">
                  <c:v>16.6</c:v>
                </c:pt>
                <c:pt idx="42">
                  <c:v>24.7</c:v>
                </c:pt>
                <c:pt idx="43">
                  <c:v>17.6</c:v>
                </c:pt>
                <c:pt idx="44">
                  <c:v>19.8</c:v>
                </c:pt>
                <c:pt idx="45">
                  <c:v>20.8</c:v>
                </c:pt>
                <c:pt idx="46">
                  <c:v>15.2</c:v>
                </c:pt>
                <c:pt idx="47">
                  <c:v>21.5</c:v>
                </c:pt>
                <c:pt idx="48">
                  <c:v>19.7</c:v>
                </c:pt>
                <c:pt idx="49">
                  <c:v>19.2</c:v>
                </c:pt>
                <c:pt idx="50">
                  <c:v>23.1</c:v>
                </c:pt>
                <c:pt idx="51">
                  <c:v>18.9</c:v>
                </c:pt>
                <c:pt idx="52">
                  <c:v>23.9</c:v>
                </c:pt>
                <c:pt idx="53">
                  <c:v>16</c:v>
                </c:pt>
                <c:pt idx="54">
                  <c:v>13.9</c:v>
                </c:pt>
                <c:pt idx="55">
                  <c:v>22.4</c:v>
                </c:pt>
                <c:pt idx="56">
                  <c:v>14.7</c:v>
                </c:pt>
                <c:pt idx="57">
                  <c:v>21.9</c:v>
                </c:pt>
                <c:pt idx="58">
                  <c:v>19.1</c:v>
                </c:pt>
                <c:pt idx="59">
                  <c:v>21.7</c:v>
                </c:pt>
                <c:pt idx="60">
                  <c:v>22.6</c:v>
                </c:pt>
                <c:pt idx="61">
                  <c:v>23.3</c:v>
                </c:pt>
                <c:pt idx="62">
                  <c:v>20.1</c:v>
                </c:pt>
                <c:pt idx="63">
                  <c:v>18.4</c:v>
                </c:pt>
                <c:pt idx="64">
                  <c:v>14.9</c:v>
                </c:pt>
                <c:pt idx="65">
                  <c:v>17.2</c:v>
                </c:pt>
                <c:pt idx="66">
                  <c:v>22</c:v>
                </c:pt>
                <c:pt idx="67">
                  <c:v>22.9</c:v>
                </c:pt>
                <c:pt idx="68">
                  <c:v>20.6</c:v>
                </c:pt>
                <c:pt idx="69">
                  <c:v>15.6</c:v>
                </c:pt>
                <c:pt idx="70">
                  <c:v>15.4</c:v>
                </c:pt>
                <c:pt idx="71">
                  <c:v>24.2</c:v>
                </c:pt>
                <c:pt idx="72">
                  <c:v>18.7</c:v>
                </c:pt>
                <c:pt idx="73">
                  <c:v>19.5</c:v>
                </c:pt>
                <c:pt idx="74">
                  <c:v>15.8</c:v>
                </c:pt>
                <c:pt idx="75">
                  <c:v>21.8</c:v>
                </c:pt>
                <c:pt idx="76">
                  <c:v>18.8</c:v>
                </c:pt>
                <c:pt idx="77">
                  <c:v>17.4</c:v>
                </c:pt>
                <c:pt idx="78">
                  <c:v>24.3</c:v>
                </c:pt>
                <c:pt idx="79">
                  <c:v>13.5</c:v>
                </c:pt>
              </c:numCache>
            </c:numRef>
          </c:xVal>
          <c:yVal>
            <c:numRef>
              <c:f>Sheet1!$B$2:$B$81</c:f>
              <c:numCache>
                <c:formatCode>General</c:formatCode>
                <c:ptCount val="80"/>
                <c:pt idx="0">
                  <c:v>8.3</c:v>
                </c:pt>
                <c:pt idx="1">
                  <c:v>4.5</c:v>
                </c:pt>
                <c:pt idx="2">
                  <c:v>5.1</c:v>
                </c:pt>
                <c:pt idx="3">
                  <c:v>4.8</c:v>
                </c:pt>
                <c:pt idx="4">
                  <c:v>4.5</c:v>
                </c:pt>
                <c:pt idx="5">
                  <c:v>5.8</c:v>
                </c:pt>
                <c:pt idx="6">
                  <c:v>10</c:v>
                </c:pt>
                <c:pt idx="7">
                  <c:v>4</c:v>
                </c:pt>
                <c:pt idx="8">
                  <c:v>7.4</c:v>
                </c:pt>
                <c:pt idx="9">
                  <c:v>5.6</c:v>
                </c:pt>
                <c:pt idx="10">
                  <c:v>9.6</c:v>
                </c:pt>
                <c:pt idx="11">
                  <c:v>9.8</c:v>
                </c:pt>
                <c:pt idx="12">
                  <c:v>8.8</c:v>
                </c:pt>
                <c:pt idx="13">
                  <c:v>7.7</c:v>
                </c:pt>
                <c:pt idx="14">
                  <c:v>8.4</c:v>
                </c:pt>
                <c:pt idx="15">
                  <c:v>3.1</c:v>
                </c:pt>
                <c:pt idx="16">
                  <c:v>7.9</c:v>
                </c:pt>
                <c:pt idx="17">
                  <c:v>3.8</c:v>
                </c:pt>
                <c:pt idx="18">
                  <c:v>7.1</c:v>
                </c:pt>
                <c:pt idx="19">
                  <c:v>6.6</c:v>
                </c:pt>
                <c:pt idx="20">
                  <c:v>7.8</c:v>
                </c:pt>
                <c:pt idx="21">
                  <c:v>7.1</c:v>
                </c:pt>
                <c:pt idx="22">
                  <c:v>4.3</c:v>
                </c:pt>
                <c:pt idx="23">
                  <c:v>9.7</c:v>
                </c:pt>
                <c:pt idx="24">
                  <c:v>8.5</c:v>
                </c:pt>
                <c:pt idx="25">
                  <c:v>4.1</c:v>
                </c:pt>
                <c:pt idx="26">
                  <c:v>7.9</c:v>
                </c:pt>
                <c:pt idx="27">
                  <c:v>8.6</c:v>
                </c:pt>
                <c:pt idx="28">
                  <c:v>5.7</c:v>
                </c:pt>
                <c:pt idx="29">
                  <c:v>6.8</c:v>
                </c:pt>
                <c:pt idx="30">
                  <c:v>9.4</c:v>
                </c:pt>
                <c:pt idx="31">
                  <c:v>5.3</c:v>
                </c:pt>
                <c:pt idx="32">
                  <c:v>9.2</c:v>
                </c:pt>
                <c:pt idx="33">
                  <c:v>3.5</c:v>
                </c:pt>
                <c:pt idx="34">
                  <c:v>9.5</c:v>
                </c:pt>
                <c:pt idx="35">
                  <c:v>3.2</c:v>
                </c:pt>
                <c:pt idx="36">
                  <c:v>6.5</c:v>
                </c:pt>
                <c:pt idx="37">
                  <c:v>8.2</c:v>
                </c:pt>
                <c:pt idx="38">
                  <c:v>8</c:v>
                </c:pt>
                <c:pt idx="39">
                  <c:v>7.3</c:v>
                </c:pt>
                <c:pt idx="40">
                  <c:v>8.9</c:v>
                </c:pt>
                <c:pt idx="41">
                  <c:v>5.2</c:v>
                </c:pt>
                <c:pt idx="42">
                  <c:v>5.4</c:v>
                </c:pt>
                <c:pt idx="43">
                  <c:v>6.6</c:v>
                </c:pt>
                <c:pt idx="44">
                  <c:v>9.1</c:v>
                </c:pt>
                <c:pt idx="45">
                  <c:v>6.4</c:v>
                </c:pt>
                <c:pt idx="46">
                  <c:v>7.6</c:v>
                </c:pt>
                <c:pt idx="47">
                  <c:v>9.2</c:v>
                </c:pt>
                <c:pt idx="48">
                  <c:v>5</c:v>
                </c:pt>
                <c:pt idx="49">
                  <c:v>4.3</c:v>
                </c:pt>
                <c:pt idx="50">
                  <c:v>9.4</c:v>
                </c:pt>
                <c:pt idx="51">
                  <c:v>6.1</c:v>
                </c:pt>
                <c:pt idx="52">
                  <c:v>6.2</c:v>
                </c:pt>
                <c:pt idx="53">
                  <c:v>8.7</c:v>
                </c:pt>
                <c:pt idx="54">
                  <c:v>8.1</c:v>
                </c:pt>
                <c:pt idx="55">
                  <c:v>3.6</c:v>
                </c:pt>
                <c:pt idx="56">
                  <c:v>9</c:v>
                </c:pt>
                <c:pt idx="57">
                  <c:v>9.9</c:v>
                </c:pt>
                <c:pt idx="58">
                  <c:v>6.3</c:v>
                </c:pt>
                <c:pt idx="59">
                  <c:v>6</c:v>
                </c:pt>
                <c:pt idx="60">
                  <c:v>7.5</c:v>
                </c:pt>
                <c:pt idx="61">
                  <c:v>4.6</c:v>
                </c:pt>
                <c:pt idx="62">
                  <c:v>6</c:v>
                </c:pt>
                <c:pt idx="63">
                  <c:v>3.7</c:v>
                </c:pt>
                <c:pt idx="64">
                  <c:v>3.3</c:v>
                </c:pt>
                <c:pt idx="65">
                  <c:v>5.5</c:v>
                </c:pt>
                <c:pt idx="66">
                  <c:v>4.7</c:v>
                </c:pt>
                <c:pt idx="67">
                  <c:v>7</c:v>
                </c:pt>
                <c:pt idx="68">
                  <c:v>5.8</c:v>
                </c:pt>
                <c:pt idx="69">
                  <c:v>5.1</c:v>
                </c:pt>
                <c:pt idx="70">
                  <c:v>8.4</c:v>
                </c:pt>
                <c:pt idx="71">
                  <c:v>3.5</c:v>
                </c:pt>
                <c:pt idx="72">
                  <c:v>4.2</c:v>
                </c:pt>
                <c:pt idx="73">
                  <c:v>6.9</c:v>
                </c:pt>
                <c:pt idx="74">
                  <c:v>7.4</c:v>
                </c:pt>
                <c:pt idx="75">
                  <c:v>3.1</c:v>
                </c:pt>
                <c:pt idx="76">
                  <c:v>6.7</c:v>
                </c:pt>
                <c:pt idx="77">
                  <c:v>3.4</c:v>
                </c:pt>
                <c:pt idx="78">
                  <c:v>4.9</c:v>
                </c:pt>
                <c:pt idx="79">
                  <c:v>3.9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
          <c:min val="12"/>
        </c:scaling>
        <c:delete val="0"/>
        <c:axPos val="b"/>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입구 유로 두께 [mm]</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2"/>
        <c:crosses val="autoZero"/>
        <c:auto val="1"/>
        <c:lblAlgn val="ctr"/>
        <c:noMultiLvlLbl val="1"/>
      </c:valAx>
      <c:valAx>
        <c:axId val="2094734552"/>
        <c:scaling>
          <c:orientation val="minMax"/>
          <c:max val="11"/>
          <c:min val="2"/>
        </c:scaling>
        <c:delete val="0"/>
        <c:axPos val="l"/>
        <c:majorGridlines>
          <c:spPr>
            <a:ln w="6350" cap="flat">
              <a:solidFill>
                <a:srgbClr val="E6EBF1"/>
              </a:solidFill>
              <a:prstDash val="solid"/>
              <a:round/>
            </a:ln>
          </c:spPr>
        </c:majorGridlines>
        <c:title>
          <c:tx>
            <c:rich>
              <a:bodyPr/>
              <a:lstStyle/>
              <a:p>
                <a:pPr>
                  <a:defRPr sz="800" b="0" i="0" u="none" strike="noStrike">
                    <a:solidFill>
                      <a:srgbClr val="6B7A8F"/>
                    </a:solidFill>
                    <a:latin typeface="Arial"/>
                  </a:defRPr>
                </a:pPr>
                <a:r>
                  <a:rPr sz="800" b="0" i="0" u="none" strike="noStrike">
                    <a:solidFill>
                      <a:srgbClr val="6B7A8F"/>
                    </a:solidFill>
                    <a:latin typeface="Arial"/>
                  </a:rPr>
                  <a:t>분기 입구 두께 [mm]</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750" b="0" i="0" u="none" strike="noStrike">
                <a:solidFill>
                  <a:srgbClr val="6B7A8F"/>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Sheet1!$B$2:$B$81</c:f>
              <c:numCache>
                <c:formatCode>General</c:formatCode>
                <c:ptCount val="80"/>
                <c:pt idx="0">
                  <c:v>1885.0729487761516</c:v>
                </c:pt>
                <c:pt idx="1">
                  <c:v>2167.3194424177905</c:v>
                </c:pt>
                <c:pt idx="2">
                  <c:v>2162.5176393152306</c:v>
                </c:pt>
                <c:pt idx="3">
                  <c:v>2197.9954893084705</c:v>
                </c:pt>
                <c:pt idx="4">
                  <c:v>2132.1598111197754</c:v>
                </c:pt>
                <c:pt idx="5">
                  <c:v>2199.9215244558022</c:v>
                </c:pt>
                <c:pt idx="6">
                  <c:v>2171.5465799519825</c:v>
                </c:pt>
                <c:pt idx="7">
                  <c:v>2255.5784788541414</c:v>
                </c:pt>
                <c:pt idx="8">
                  <c:v>2234.7407551734377</c:v>
                </c:pt>
                <c:pt idx="9">
                  <c:v>2341.219884682385</c:v>
                </c:pt>
                <c:pt idx="10">
                  <c:v>2355.040118432123</c:v>
                </c:pt>
                <c:pt idx="11">
                  <c:v>2329.9081105375776</c:v>
                </c:pt>
                <c:pt idx="12">
                  <c:v>2461.7838138509337</c:v>
                </c:pt>
                <c:pt idx="13">
                  <c:v>2088.235242714532</c:v>
                </c:pt>
                <c:pt idx="14">
                  <c:v>2619.4978171208827</c:v>
                </c:pt>
                <c:pt idx="15">
                  <c:v>2609.8637665227616</c:v>
                </c:pt>
                <c:pt idx="16">
                  <c:v>2654.2628917142188</c:v>
                </c:pt>
                <c:pt idx="17">
                  <c:v>2703.0656854602344</c:v>
                </c:pt>
                <c:pt idx="18">
                  <c:v>2589.0238286017657</c:v>
                </c:pt>
                <c:pt idx="19">
                  <c:v>2629.059582940397</c:v>
                </c:pt>
                <c:pt idx="20">
                  <c:v>2694.2178933622977</c:v>
                </c:pt>
                <c:pt idx="21">
                  <c:v>2795.4168052242176</c:v>
                </c:pt>
                <c:pt idx="22">
                  <c:v>2743.0686206658843</c:v>
                </c:pt>
                <c:pt idx="23">
                  <c:v>2825.521950882869</c:v>
                </c:pt>
                <c:pt idx="24">
                  <c:v>2820.217361745604</c:v>
                </c:pt>
                <c:pt idx="25">
                  <c:v>2790.42224235058</c:v>
                </c:pt>
                <c:pt idx="26">
                  <c:v>2820.4198176436976</c:v>
                </c:pt>
                <c:pt idx="27">
                  <c:v>2857.4661659300295</c:v>
                </c:pt>
                <c:pt idx="28">
                  <c:v>2753.475895167379</c:v>
                </c:pt>
                <c:pt idx="29">
                  <c:v>2895.343182909642</c:v>
                </c:pt>
                <c:pt idx="30">
                  <c:v>2851.5130640672155</c:v>
                </c:pt>
                <c:pt idx="31">
                  <c:v>3220.598983678345</c:v>
                </c:pt>
                <c:pt idx="32">
                  <c:v>2985.3097712370836</c:v>
                </c:pt>
                <c:pt idx="33">
                  <c:v>3063.7422505810896</c:v>
                </c:pt>
                <c:pt idx="34">
                  <c:v>3086.261444948537</c:v>
                </c:pt>
                <c:pt idx="35">
                  <c:v>3169.918207009258</c:v>
                </c:pt>
                <c:pt idx="36">
                  <c:v>3250.311169331402</c:v>
                </c:pt>
                <c:pt idx="37">
                  <c:v>3373.262513596256</c:v>
                </c:pt>
                <c:pt idx="38">
                  <c:v>3253.805704756671</c:v>
                </c:pt>
                <c:pt idx="39">
                  <c:v>3063.671596355533</c:v>
                </c:pt>
                <c:pt idx="40">
                  <c:v>3203.6584665648966</c:v>
                </c:pt>
                <c:pt idx="41">
                  <c:v>3193.4473410120836</c:v>
                </c:pt>
                <c:pt idx="42">
                  <c:v>3279.9955206112922</c:v>
                </c:pt>
                <c:pt idx="43">
                  <c:v>3228.2516983603095</c:v>
                </c:pt>
                <c:pt idx="44">
                  <c:v>3151.1466767166216</c:v>
                </c:pt>
                <c:pt idx="45">
                  <c:v>3397.455334178516</c:v>
                </c:pt>
                <c:pt idx="46">
                  <c:v>3355.660612278647</c:v>
                </c:pt>
                <c:pt idx="47">
                  <c:v>3366.502212198537</c:v>
                </c:pt>
                <c:pt idx="48">
                  <c:v>3366.691605126127</c:v>
                </c:pt>
                <c:pt idx="49">
                  <c:v>3295.9941575631883</c:v>
                </c:pt>
                <c:pt idx="50">
                  <c:v>3315.4416982406424</c:v>
                </c:pt>
                <c:pt idx="51">
                  <c:v>3420.656490650121</c:v>
                </c:pt>
                <c:pt idx="52">
                  <c:v>3552.2136373849457</c:v>
                </c:pt>
                <c:pt idx="53">
                  <c:v>3617.094116393074</c:v>
                </c:pt>
                <c:pt idx="54">
                  <c:v>3451.8098493823536</c:v>
                </c:pt>
                <c:pt idx="55">
                  <c:v>3494.8979118059824</c:v>
                </c:pt>
                <c:pt idx="56">
                  <c:v>3739.7773222152064</c:v>
                </c:pt>
                <c:pt idx="57">
                  <c:v>3623.012974352936</c:v>
                </c:pt>
                <c:pt idx="58">
                  <c:v>3551.16112885127</c:v>
                </c:pt>
                <c:pt idx="59">
                  <c:v>3782.896617304972</c:v>
                </c:pt>
                <c:pt idx="60">
                  <c:v>3616.656870908893</c:v>
                </c:pt>
                <c:pt idx="61">
                  <c:v>3567.507942981992</c:v>
                </c:pt>
                <c:pt idx="62">
                  <c:v>3653.439060554465</c:v>
                </c:pt>
                <c:pt idx="63">
                  <c:v>3485.0356202500575</c:v>
                </c:pt>
                <c:pt idx="64">
                  <c:v>3782.3548263931884</c:v>
                </c:pt>
                <c:pt idx="65">
                  <c:v>3840.700297478419</c:v>
                </c:pt>
                <c:pt idx="66">
                  <c:v>3704.7685632607754</c:v>
                </c:pt>
                <c:pt idx="67">
                  <c:v>3946.489425705163</c:v>
                </c:pt>
                <c:pt idx="68">
                  <c:v>3601.1106710467543</c:v>
                </c:pt>
                <c:pt idx="69">
                  <c:v>3880.146307062004</c:v>
                </c:pt>
                <c:pt idx="70">
                  <c:v>3872.0587753268896</c:v>
                </c:pt>
                <c:pt idx="71">
                  <c:v>3852.469332878124</c:v>
                </c:pt>
                <c:pt idx="72">
                  <c:v>3840.3495308699908</c:v>
                </c:pt>
                <c:pt idx="73">
                  <c:v>3800.576188663806</c:v>
                </c:pt>
                <c:pt idx="74">
                  <c:v>3775.3380564036192</c:v>
                </c:pt>
                <c:pt idx="75">
                  <c:v>4134.218720385623</c:v>
                </c:pt>
                <c:pt idx="76">
                  <c:v>4367.4158047562505</c:v>
                </c:pt>
                <c:pt idx="77">
                  <c:v>4349.433506964005</c:v>
                </c:pt>
                <c:pt idx="78">
                  <c:v>4126.910020515687</c:v>
                </c:pt>
                <c:pt idx="79">
                  <c:v>4531.091756984303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xVal>
          <c:yVal>
            <c:numRef>
              <c:f>Sheet1!$C$2:$C$81</c:f>
              <c:numCache>
                <c:formatCode>General</c:formatCode>
                <c:ptCount val="80"/>
                <c:pt idx="0">
                  <c:v>1821.47</c:v>
                </c:pt>
                <c:pt idx="1">
                  <c:v>2091.51</c:v>
                </c:pt>
                <c:pt idx="2">
                  <c:v>2119.6</c:v>
                </c:pt>
                <c:pt idx="3">
                  <c:v>2120.07</c:v>
                </c:pt>
                <c:pt idx="4">
                  <c:v>2127.3</c:v>
                </c:pt>
                <c:pt idx="5">
                  <c:v>2149.86</c:v>
                </c:pt>
                <c:pt idx="6">
                  <c:v>2174.07</c:v>
                </c:pt>
                <c:pt idx="7">
                  <c:v>2233.18</c:v>
                </c:pt>
                <c:pt idx="8">
                  <c:v>2295.8</c:v>
                </c:pt>
                <c:pt idx="9">
                  <c:v>2350.29</c:v>
                </c:pt>
                <c:pt idx="10">
                  <c:v>2364.83</c:v>
                </c:pt>
                <c:pt idx="11">
                  <c:v>2371</c:v>
                </c:pt>
                <c:pt idx="12">
                  <c:v>2381.96</c:v>
                </c:pt>
                <c:pt idx="13">
                  <c:v>2384.69</c:v>
                </c:pt>
                <c:pt idx="14">
                  <c:v>2468.05</c:v>
                </c:pt>
                <c:pt idx="15">
                  <c:v>2562.3</c:v>
                </c:pt>
                <c:pt idx="16">
                  <c:v>2600.35</c:v>
                </c:pt>
                <c:pt idx="17">
                  <c:v>2601.95</c:v>
                </c:pt>
                <c:pt idx="18">
                  <c:v>2641.13</c:v>
                </c:pt>
                <c:pt idx="19">
                  <c:v>2670.41</c:v>
                </c:pt>
                <c:pt idx="20">
                  <c:v>2701.53</c:v>
                </c:pt>
                <c:pt idx="21">
                  <c:v>2703.5</c:v>
                </c:pt>
                <c:pt idx="22">
                  <c:v>2707.6</c:v>
                </c:pt>
                <c:pt idx="23">
                  <c:v>2721.18</c:v>
                </c:pt>
                <c:pt idx="24">
                  <c:v>2791.78</c:v>
                </c:pt>
                <c:pt idx="25">
                  <c:v>2798.36</c:v>
                </c:pt>
                <c:pt idx="26">
                  <c:v>2817.77</c:v>
                </c:pt>
                <c:pt idx="27">
                  <c:v>2830.21</c:v>
                </c:pt>
                <c:pt idx="28">
                  <c:v>2921.7</c:v>
                </c:pt>
                <c:pt idx="29">
                  <c:v>2950.13</c:v>
                </c:pt>
                <c:pt idx="30">
                  <c:v>2986.47</c:v>
                </c:pt>
                <c:pt idx="31">
                  <c:v>3068.82</c:v>
                </c:pt>
                <c:pt idx="32">
                  <c:v>3106.3</c:v>
                </c:pt>
                <c:pt idx="33">
                  <c:v>3111.02</c:v>
                </c:pt>
                <c:pt idx="34">
                  <c:v>3138.4</c:v>
                </c:pt>
                <c:pt idx="35">
                  <c:v>3177.45</c:v>
                </c:pt>
                <c:pt idx="36">
                  <c:v>3184.12</c:v>
                </c:pt>
                <c:pt idx="37">
                  <c:v>3194.21</c:v>
                </c:pt>
                <c:pt idx="38">
                  <c:v>3214.4</c:v>
                </c:pt>
                <c:pt idx="39">
                  <c:v>3234.01</c:v>
                </c:pt>
                <c:pt idx="40">
                  <c:v>3245.27</c:v>
                </c:pt>
                <c:pt idx="41">
                  <c:v>3247.56</c:v>
                </c:pt>
                <c:pt idx="42">
                  <c:v>3248.42</c:v>
                </c:pt>
                <c:pt idx="43">
                  <c:v>3256.82</c:v>
                </c:pt>
                <c:pt idx="44">
                  <c:v>3264.21</c:v>
                </c:pt>
                <c:pt idx="45">
                  <c:v>3318.5</c:v>
                </c:pt>
                <c:pt idx="46">
                  <c:v>3365.29</c:v>
                </c:pt>
                <c:pt idx="47">
                  <c:v>3367.16</c:v>
                </c:pt>
                <c:pt idx="48">
                  <c:v>3384.3</c:v>
                </c:pt>
                <c:pt idx="49">
                  <c:v>3394.99</c:v>
                </c:pt>
                <c:pt idx="50">
                  <c:v>3419.65</c:v>
                </c:pt>
                <c:pt idx="51">
                  <c:v>3465.87</c:v>
                </c:pt>
                <c:pt idx="52">
                  <c:v>3524.54</c:v>
                </c:pt>
                <c:pt idx="53">
                  <c:v>3529.2</c:v>
                </c:pt>
                <c:pt idx="54">
                  <c:v>3535.24</c:v>
                </c:pt>
                <c:pt idx="55">
                  <c:v>3554.01</c:v>
                </c:pt>
                <c:pt idx="56">
                  <c:v>3577.86</c:v>
                </c:pt>
                <c:pt idx="57">
                  <c:v>3578.6</c:v>
                </c:pt>
                <c:pt idx="58">
                  <c:v>3581.43</c:v>
                </c:pt>
                <c:pt idx="59">
                  <c:v>3634.86</c:v>
                </c:pt>
                <c:pt idx="60">
                  <c:v>3636.99</c:v>
                </c:pt>
                <c:pt idx="61">
                  <c:v>3688.04</c:v>
                </c:pt>
                <c:pt idx="62">
                  <c:v>3690.17</c:v>
                </c:pt>
                <c:pt idx="63">
                  <c:v>3710.37</c:v>
                </c:pt>
                <c:pt idx="64">
                  <c:v>3724.98</c:v>
                </c:pt>
                <c:pt idx="65">
                  <c:v>3732.95</c:v>
                </c:pt>
                <c:pt idx="66">
                  <c:v>3747.86</c:v>
                </c:pt>
                <c:pt idx="67">
                  <c:v>3781.74</c:v>
                </c:pt>
                <c:pt idx="68">
                  <c:v>3852.68</c:v>
                </c:pt>
                <c:pt idx="69">
                  <c:v>3871.89</c:v>
                </c:pt>
                <c:pt idx="70">
                  <c:v>3886.03</c:v>
                </c:pt>
                <c:pt idx="71">
                  <c:v>3891.76</c:v>
                </c:pt>
                <c:pt idx="72">
                  <c:v>3924.22</c:v>
                </c:pt>
                <c:pt idx="73">
                  <c:v>3935.6</c:v>
                </c:pt>
                <c:pt idx="74">
                  <c:v>3990.2</c:v>
                </c:pt>
                <c:pt idx="75">
                  <c:v>4200.58</c:v>
                </c:pt>
                <c:pt idx="76">
                  <c:v>4209.4</c:v>
                </c:pt>
                <c:pt idx="77">
                  <c:v>4225.58</c:v>
                </c:pt>
                <c:pt idx="78">
                  <c:v>4458.14</c:v>
                </c:pt>
                <c:pt idx="79">
                  <c:v>4598.44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000"/>
          <c:min val="150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500"/>
        <c:auto val="1"/>
        <c:lblAlgn val="ctr"/>
        <c:noMultiLvlLbl val="1"/>
        <c:majorUnit val="1000"/>
      </c:valAx>
      <c:valAx>
        <c:axId val="2094734552"/>
        <c:scaling>
          <c:orientation val="minMax"/>
          <c:max val="5000"/>
          <c:min val="150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500"/>
        <c:crossBetween val="midCat"/>
        <c:majorUnit val="1000"/>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Sheet1!$B$2:$B$81</c:f>
              <c:numCache>
                <c:formatCode>General</c:formatCode>
                <c:ptCount val="80"/>
                <c:pt idx="0">
                  <c:v>0.6178298389458924</c:v>
                </c:pt>
                <c:pt idx="1">
                  <c:v>0.6356988130286223</c:v>
                </c:pt>
                <c:pt idx="2">
                  <c:v>0.7235102745217472</c:v>
                </c:pt>
                <c:pt idx="3">
                  <c:v>0.7103006976315137</c:v>
                </c:pt>
                <c:pt idx="4">
                  <c:v>0.7514211288885446</c:v>
                </c:pt>
                <c:pt idx="5">
                  <c:v>0.7815027803905544</c:v>
                </c:pt>
                <c:pt idx="6">
                  <c:v>0.7409721899830584</c:v>
                </c:pt>
                <c:pt idx="7">
                  <c:v>0.7506918862672347</c:v>
                </c:pt>
                <c:pt idx="8">
                  <c:v>0.7738543144321353</c:v>
                </c:pt>
                <c:pt idx="9">
                  <c:v>0.7960760494769914</c:v>
                </c:pt>
                <c:pt idx="10">
                  <c:v>0.8132435784692865</c:v>
                </c:pt>
                <c:pt idx="11">
                  <c:v>0.7900414042506095</c:v>
                </c:pt>
                <c:pt idx="12">
                  <c:v>0.7832450713397551</c:v>
                </c:pt>
                <c:pt idx="13">
                  <c:v>0.8829343238321491</c:v>
                </c:pt>
                <c:pt idx="14">
                  <c:v>0.8096705277464337</c:v>
                </c:pt>
                <c:pt idx="15">
                  <c:v>0.8306189679741667</c:v>
                </c:pt>
                <c:pt idx="16">
                  <c:v>0.8488464580131851</c:v>
                </c:pt>
                <c:pt idx="17">
                  <c:v>0.839189505184528</c:v>
                </c:pt>
                <c:pt idx="18">
                  <c:v>0.824366969820407</c:v>
                </c:pt>
                <c:pt idx="19">
                  <c:v>0.8728374170667839</c:v>
                </c:pt>
                <c:pt idx="20">
                  <c:v>0.8564508268503273</c:v>
                </c:pt>
                <c:pt idx="21">
                  <c:v>0.8511898585066336</c:v>
                </c:pt>
                <c:pt idx="22">
                  <c:v>0.8794485267803299</c:v>
                </c:pt>
                <c:pt idx="23">
                  <c:v>0.8990410208352373</c:v>
                </c:pt>
                <c:pt idx="24">
                  <c:v>0.9032757739880117</c:v>
                </c:pt>
                <c:pt idx="25">
                  <c:v>0.8820664948623146</c:v>
                </c:pt>
                <c:pt idx="26">
                  <c:v>0.8713796770205684</c:v>
                </c:pt>
                <c:pt idx="27">
                  <c:v>0.9096021378051525</c:v>
                </c:pt>
                <c:pt idx="28">
                  <c:v>0.8857122758114937</c:v>
                </c:pt>
                <c:pt idx="29">
                  <c:v>0.8603522158736812</c:v>
                </c:pt>
                <c:pt idx="30">
                  <c:v>0.9407460783235936</c:v>
                </c:pt>
                <c:pt idx="31">
                  <c:v>0.959301581813618</c:v>
                </c:pt>
                <c:pt idx="32">
                  <c:v>0.9827972309030636</c:v>
                </c:pt>
                <c:pt idx="33">
                  <c:v>0.989742597686508</c:v>
                </c:pt>
                <c:pt idx="34">
                  <c:v>1.024792734754425</c:v>
                </c:pt>
                <c:pt idx="35">
                  <c:v>0.9845545931104814</c:v>
                </c:pt>
                <c:pt idx="36">
                  <c:v>1.051186900880139</c:v>
                </c:pt>
                <c:pt idx="37">
                  <c:v>1.046242118668267</c:v>
                </c:pt>
                <c:pt idx="38">
                  <c:v>1.0276873788827738</c:v>
                </c:pt>
                <c:pt idx="39">
                  <c:v>1.0286854479765044</c:v>
                </c:pt>
                <c:pt idx="40">
                  <c:v>1.0237012770103762</c:v>
                </c:pt>
                <c:pt idx="41">
                  <c:v>1.0500079449602755</c:v>
                </c:pt>
                <c:pt idx="42">
                  <c:v>1.0444506702680445</c:v>
                </c:pt>
                <c:pt idx="43">
                  <c:v>1.0169727800865993</c:v>
                </c:pt>
                <c:pt idx="44">
                  <c:v>1.0419610512815802</c:v>
                </c:pt>
                <c:pt idx="45">
                  <c:v>1.077255594629233</c:v>
                </c:pt>
                <c:pt idx="46">
                  <c:v>1.0642182745759314</c:v>
                </c:pt>
                <c:pt idx="47">
                  <c:v>1.0681094750236877</c:v>
                </c:pt>
                <c:pt idx="48">
                  <c:v>1.1067155457089748</c:v>
                </c:pt>
                <c:pt idx="49">
                  <c:v>1.118671322051823</c:v>
                </c:pt>
                <c:pt idx="50">
                  <c:v>1.129390429854523</c:v>
                </c:pt>
                <c:pt idx="51">
                  <c:v>1.0913854860955414</c:v>
                </c:pt>
                <c:pt idx="52">
                  <c:v>1.1332942949257876</c:v>
                </c:pt>
                <c:pt idx="53">
                  <c:v>1.1453653392037406</c:v>
                </c:pt>
                <c:pt idx="54">
                  <c:v>1.1426727263706593</c:v>
                </c:pt>
                <c:pt idx="55">
                  <c:v>1.1398803120947403</c:v>
                </c:pt>
                <c:pt idx="56">
                  <c:v>1.1308206904929952</c:v>
                </c:pt>
                <c:pt idx="57">
                  <c:v>1.1811230932397663</c:v>
                </c:pt>
                <c:pt idx="58">
                  <c:v>1.1182148427353826</c:v>
                </c:pt>
                <c:pt idx="59">
                  <c:v>1.1588015982150592</c:v>
                </c:pt>
                <c:pt idx="60">
                  <c:v>1.1585129100995617</c:v>
                </c:pt>
                <c:pt idx="61">
                  <c:v>1.15243507736639</c:v>
                </c:pt>
                <c:pt idx="62">
                  <c:v>1.1755284541828022</c:v>
                </c:pt>
                <c:pt idx="63">
                  <c:v>1.2056576024685666</c:v>
                </c:pt>
                <c:pt idx="64">
                  <c:v>1.2504765197851277</c:v>
                </c:pt>
                <c:pt idx="65">
                  <c:v>1.2682882793924628</c:v>
                </c:pt>
                <c:pt idx="66">
                  <c:v>1.366893837179022</c:v>
                </c:pt>
                <c:pt idx="67">
                  <c:v>1.3366487536536327</c:v>
                </c:pt>
                <c:pt idx="68">
                  <c:v>1.3310294711517259</c:v>
                </c:pt>
                <c:pt idx="69">
                  <c:v>1.2991295065755422</c:v>
                </c:pt>
                <c:pt idx="70">
                  <c:v>1.2946384002090692</c:v>
                </c:pt>
                <c:pt idx="71">
                  <c:v>1.4100263133777031</c:v>
                </c:pt>
                <c:pt idx="72">
                  <c:v>1.4201154932026814</c:v>
                </c:pt>
                <c:pt idx="73">
                  <c:v>1.3798489310574902</c:v>
                </c:pt>
                <c:pt idx="74">
                  <c:v>1.4059719386013114</c:v>
                </c:pt>
                <c:pt idx="75">
                  <c:v>1.4455150660035883</c:v>
                </c:pt>
                <c:pt idx="76">
                  <c:v>1.439246334499035</c:v>
                </c:pt>
                <c:pt idx="77">
                  <c:v>1.5001717077045131</c:v>
                </c:pt>
                <c:pt idx="78">
                  <c:v>1.4535932495461894</c:v>
                </c:pt>
                <c:pt idx="79">
                  <c:v>1.8719418810989064</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xVal>
          <c:yVal>
            <c:numRef>
              <c:f>Sheet1!$C$2:$C$81</c:f>
              <c:numCache>
                <c:formatCode>General</c:formatCode>
                <c:ptCount val="80"/>
                <c:pt idx="0">
                  <c:v>0.584882426</c:v>
                </c:pt>
                <c:pt idx="1">
                  <c:v>0.605650738</c:v>
                </c:pt>
                <c:pt idx="2">
                  <c:v>0.726824545</c:v>
                </c:pt>
                <c:pt idx="3">
                  <c:v>0.728470038</c:v>
                </c:pt>
                <c:pt idx="4">
                  <c:v>0.734951316</c:v>
                </c:pt>
                <c:pt idx="5">
                  <c:v>0.748612919</c:v>
                </c:pt>
                <c:pt idx="6">
                  <c:v>0.757203623</c:v>
                </c:pt>
                <c:pt idx="7">
                  <c:v>0.765743386</c:v>
                </c:pt>
                <c:pt idx="8">
                  <c:v>0.772550667</c:v>
                </c:pt>
                <c:pt idx="9">
                  <c:v>0.781788783</c:v>
                </c:pt>
                <c:pt idx="10">
                  <c:v>0.795183524</c:v>
                </c:pt>
                <c:pt idx="11">
                  <c:v>0.795405597</c:v>
                </c:pt>
                <c:pt idx="12">
                  <c:v>0.796146445</c:v>
                </c:pt>
                <c:pt idx="13">
                  <c:v>0.808740892</c:v>
                </c:pt>
                <c:pt idx="14">
                  <c:v>0.810370518</c:v>
                </c:pt>
                <c:pt idx="15">
                  <c:v>0.819771382</c:v>
                </c:pt>
                <c:pt idx="16">
                  <c:v>0.821629501</c:v>
                </c:pt>
                <c:pt idx="17">
                  <c:v>0.828424868</c:v>
                </c:pt>
                <c:pt idx="18">
                  <c:v>0.843086075</c:v>
                </c:pt>
                <c:pt idx="19">
                  <c:v>0.844375699</c:v>
                </c:pt>
                <c:pt idx="20">
                  <c:v>0.862420517</c:v>
                </c:pt>
                <c:pt idx="21">
                  <c:v>0.865380588</c:v>
                </c:pt>
                <c:pt idx="22">
                  <c:v>0.871431161</c:v>
                </c:pt>
                <c:pt idx="23">
                  <c:v>0.873308103</c:v>
                </c:pt>
                <c:pt idx="24">
                  <c:v>0.884681361</c:v>
                </c:pt>
                <c:pt idx="25">
                  <c:v>0.885521395</c:v>
                </c:pt>
                <c:pt idx="26">
                  <c:v>0.893496611</c:v>
                </c:pt>
                <c:pt idx="27">
                  <c:v>0.901432885</c:v>
                </c:pt>
                <c:pt idx="28">
                  <c:v>0.9111329</c:v>
                </c:pt>
                <c:pt idx="29">
                  <c:v>0.919437971</c:v>
                </c:pt>
                <c:pt idx="30">
                  <c:v>0.935863374</c:v>
                </c:pt>
                <c:pt idx="31">
                  <c:v>0.969067194</c:v>
                </c:pt>
                <c:pt idx="32">
                  <c:v>0.971794981</c:v>
                </c:pt>
                <c:pt idx="33">
                  <c:v>0.992008445</c:v>
                </c:pt>
                <c:pt idx="34">
                  <c:v>0.996138481</c:v>
                </c:pt>
                <c:pt idx="35">
                  <c:v>1.010692418</c:v>
                </c:pt>
                <c:pt idx="36">
                  <c:v>1.021856809</c:v>
                </c:pt>
                <c:pt idx="37">
                  <c:v>1.027783872</c:v>
                </c:pt>
                <c:pt idx="38">
                  <c:v>1.032446115</c:v>
                </c:pt>
                <c:pt idx="39">
                  <c:v>1.032783478</c:v>
                </c:pt>
                <c:pt idx="40">
                  <c:v>1.033468543</c:v>
                </c:pt>
                <c:pt idx="41">
                  <c:v>1.041539733</c:v>
                </c:pt>
                <c:pt idx="42">
                  <c:v>1.054351128</c:v>
                </c:pt>
                <c:pt idx="43">
                  <c:v>1.054519587</c:v>
                </c:pt>
                <c:pt idx="44">
                  <c:v>1.065134546</c:v>
                </c:pt>
                <c:pt idx="45">
                  <c:v>1.068463662</c:v>
                </c:pt>
                <c:pt idx="46">
                  <c:v>1.083845877</c:v>
                </c:pt>
                <c:pt idx="47">
                  <c:v>1.08543856</c:v>
                </c:pt>
                <c:pt idx="48">
                  <c:v>1.094505515</c:v>
                </c:pt>
                <c:pt idx="49">
                  <c:v>1.108262504</c:v>
                </c:pt>
                <c:pt idx="50">
                  <c:v>1.113285924</c:v>
                </c:pt>
                <c:pt idx="51">
                  <c:v>1.116022496</c:v>
                </c:pt>
                <c:pt idx="52">
                  <c:v>1.124155157</c:v>
                </c:pt>
                <c:pt idx="53">
                  <c:v>1.135657194</c:v>
                </c:pt>
                <c:pt idx="54">
                  <c:v>1.14031284</c:v>
                </c:pt>
                <c:pt idx="55">
                  <c:v>1.155297231</c:v>
                </c:pt>
                <c:pt idx="56">
                  <c:v>1.156021578</c:v>
                </c:pt>
                <c:pt idx="57">
                  <c:v>1.156105283</c:v>
                </c:pt>
                <c:pt idx="58">
                  <c:v>1.15620245</c:v>
                </c:pt>
                <c:pt idx="59">
                  <c:v>1.163640909</c:v>
                </c:pt>
                <c:pt idx="60">
                  <c:v>1.170975867</c:v>
                </c:pt>
                <c:pt idx="61">
                  <c:v>1.183900632</c:v>
                </c:pt>
                <c:pt idx="62">
                  <c:v>1.197018043</c:v>
                </c:pt>
                <c:pt idx="63">
                  <c:v>1.208517797</c:v>
                </c:pt>
                <c:pt idx="64">
                  <c:v>1.247310638</c:v>
                </c:pt>
                <c:pt idx="65">
                  <c:v>1.254194501</c:v>
                </c:pt>
                <c:pt idx="66">
                  <c:v>1.289034723</c:v>
                </c:pt>
                <c:pt idx="67">
                  <c:v>1.30235535</c:v>
                </c:pt>
                <c:pt idx="68">
                  <c:v>1.31320588</c:v>
                </c:pt>
                <c:pt idx="69">
                  <c:v>1.321613762</c:v>
                </c:pt>
                <c:pt idx="70">
                  <c:v>1.34560481</c:v>
                </c:pt>
                <c:pt idx="71">
                  <c:v>1.36072877</c:v>
                </c:pt>
                <c:pt idx="72">
                  <c:v>1.432112942</c:v>
                </c:pt>
                <c:pt idx="73">
                  <c:v>1.438402324</c:v>
                </c:pt>
                <c:pt idx="74">
                  <c:v>1.448915893</c:v>
                </c:pt>
                <c:pt idx="75">
                  <c:v>1.456922837</c:v>
                </c:pt>
                <c:pt idx="76">
                  <c:v>1.4676181</c:v>
                </c:pt>
                <c:pt idx="77">
                  <c:v>1.482587711</c:v>
                </c:pt>
                <c:pt idx="78">
                  <c:v>1.49555186</c:v>
                </c:pt>
                <c:pt idx="79">
                  <c:v>1.894579299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
          <c:min val="0.4"/>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4"/>
        <c:auto val="1"/>
        <c:lblAlgn val="ctr"/>
        <c:noMultiLvlLbl val="1"/>
        <c:majorUnit val="0.4"/>
      </c:valAx>
      <c:valAx>
        <c:axId val="2094734552"/>
        <c:scaling>
          <c:orientation val="minMax"/>
          <c:max val="2"/>
          <c:min val="0.4"/>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4"/>
        <c:crossBetween val="midCat"/>
        <c:majorUnit val="0.4"/>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Sheet1!$B$2:$B$81</c:f>
              <c:numCache>
                <c:formatCode>General</c:formatCode>
                <c:ptCount val="80"/>
                <c:pt idx="0">
                  <c:v>122.08993956536254</c:v>
                </c:pt>
                <c:pt idx="1">
                  <c:v>122.2097929243702</c:v>
                </c:pt>
                <c:pt idx="2">
                  <c:v>122.2914404425097</c:v>
                </c:pt>
                <c:pt idx="3">
                  <c:v>122.17057621287172</c:v>
                </c:pt>
                <c:pt idx="4">
                  <c:v>121.37291145040169</c:v>
                </c:pt>
                <c:pt idx="5">
                  <c:v>122.00230782717573</c:v>
                </c:pt>
                <c:pt idx="6">
                  <c:v>122.36361663626282</c:v>
                </c:pt>
                <c:pt idx="7">
                  <c:v>122.6944969382331</c:v>
                </c:pt>
                <c:pt idx="8">
                  <c:v>123.23079134861372</c:v>
                </c:pt>
                <c:pt idx="9">
                  <c:v>123.00136002473533</c:v>
                </c:pt>
                <c:pt idx="10">
                  <c:v>123.2630737499331</c:v>
                </c:pt>
                <c:pt idx="11">
                  <c:v>122.90744026804933</c:v>
                </c:pt>
                <c:pt idx="12">
                  <c:v>123.3019079614546</c:v>
                </c:pt>
                <c:pt idx="13">
                  <c:v>123.74597400848047</c:v>
                </c:pt>
                <c:pt idx="14">
                  <c:v>123.8120377127502</c:v>
                </c:pt>
                <c:pt idx="15">
                  <c:v>124.11979028260981</c:v>
                </c:pt>
                <c:pt idx="16">
                  <c:v>123.78892115140319</c:v>
                </c:pt>
                <c:pt idx="17">
                  <c:v>124.0970819808097</c:v>
                </c:pt>
                <c:pt idx="18">
                  <c:v>124.03125376281398</c:v>
                </c:pt>
                <c:pt idx="19">
                  <c:v>124.89290331086444</c:v>
                </c:pt>
                <c:pt idx="20">
                  <c:v>124.63612838749945</c:v>
                </c:pt>
                <c:pt idx="21">
                  <c:v>124.56666750842558</c:v>
                </c:pt>
                <c:pt idx="22">
                  <c:v>124.64665886415884</c:v>
                </c:pt>
                <c:pt idx="23">
                  <c:v>124.21940194942398</c:v>
                </c:pt>
                <c:pt idx="24">
                  <c:v>125.16830403581613</c:v>
                </c:pt>
                <c:pt idx="25">
                  <c:v>124.49122171503932</c:v>
                </c:pt>
                <c:pt idx="26">
                  <c:v>125.22411983580392</c:v>
                </c:pt>
                <c:pt idx="27">
                  <c:v>124.9241487582192</c:v>
                </c:pt>
                <c:pt idx="28">
                  <c:v>125.15894036840348</c:v>
                </c:pt>
                <c:pt idx="29">
                  <c:v>125.22535797187236</c:v>
                </c:pt>
                <c:pt idx="30">
                  <c:v>124.69628926427588</c:v>
                </c:pt>
                <c:pt idx="31">
                  <c:v>124.91590714730204</c:v>
                </c:pt>
                <c:pt idx="32">
                  <c:v>125.46658671306464</c:v>
                </c:pt>
                <c:pt idx="33">
                  <c:v>125.50805522253681</c:v>
                </c:pt>
                <c:pt idx="34">
                  <c:v>125.26783379223812</c:v>
                </c:pt>
                <c:pt idx="35">
                  <c:v>125.4292815106608</c:v>
                </c:pt>
                <c:pt idx="36">
                  <c:v>125.3301287076687</c:v>
                </c:pt>
                <c:pt idx="37">
                  <c:v>125.05184771223942</c:v>
                </c:pt>
                <c:pt idx="38">
                  <c:v>125.46530868769919</c:v>
                </c:pt>
                <c:pt idx="39">
                  <c:v>125.71231170158667</c:v>
                </c:pt>
                <c:pt idx="40">
                  <c:v>125.42021772028461</c:v>
                </c:pt>
                <c:pt idx="41">
                  <c:v>125.83247665985809</c:v>
                </c:pt>
                <c:pt idx="42">
                  <c:v>125.57701363112484</c:v>
                </c:pt>
                <c:pt idx="43">
                  <c:v>126.2904021268758</c:v>
                </c:pt>
                <c:pt idx="44">
                  <c:v>125.93588160792835</c:v>
                </c:pt>
                <c:pt idx="45">
                  <c:v>126.13142156720473</c:v>
                </c:pt>
                <c:pt idx="46">
                  <c:v>125.96216010784568</c:v>
                </c:pt>
                <c:pt idx="47">
                  <c:v>125.92050805110023</c:v>
                </c:pt>
                <c:pt idx="48">
                  <c:v>126.24765941647898</c:v>
                </c:pt>
                <c:pt idx="49">
                  <c:v>126.12843385836892</c:v>
                </c:pt>
                <c:pt idx="50">
                  <c:v>125.54106692760588</c:v>
                </c:pt>
                <c:pt idx="51">
                  <c:v>125.90180179839854</c:v>
                </c:pt>
                <c:pt idx="52">
                  <c:v>125.34248248303503</c:v>
                </c:pt>
                <c:pt idx="53">
                  <c:v>126.85026682592495</c:v>
                </c:pt>
                <c:pt idx="54">
                  <c:v>126.66678148258617</c:v>
                </c:pt>
                <c:pt idx="55">
                  <c:v>126.5200838514378</c:v>
                </c:pt>
                <c:pt idx="56">
                  <c:v>126.78016741743967</c:v>
                </c:pt>
                <c:pt idx="57">
                  <c:v>126.34982488208242</c:v>
                </c:pt>
                <c:pt idx="58">
                  <c:v>126.53055938874283</c:v>
                </c:pt>
                <c:pt idx="59">
                  <c:v>126.56221157995516</c:v>
                </c:pt>
                <c:pt idx="60">
                  <c:v>126.8062154458575</c:v>
                </c:pt>
                <c:pt idx="61">
                  <c:v>126.3224949608308</c:v>
                </c:pt>
                <c:pt idx="62">
                  <c:v>126.44879920528456</c:v>
                </c:pt>
                <c:pt idx="63">
                  <c:v>126.80556789689058</c:v>
                </c:pt>
                <c:pt idx="64">
                  <c:v>127.07944843080438</c:v>
                </c:pt>
                <c:pt idx="65">
                  <c:v>127.22884880032002</c:v>
                </c:pt>
                <c:pt idx="66">
                  <c:v>126.88401784916175</c:v>
                </c:pt>
                <c:pt idx="67">
                  <c:v>127.35683256097752</c:v>
                </c:pt>
                <c:pt idx="68">
                  <c:v>127.3675472254236</c:v>
                </c:pt>
                <c:pt idx="69">
                  <c:v>127.95949854949062</c:v>
                </c:pt>
                <c:pt idx="70">
                  <c:v>128.0170557968366</c:v>
                </c:pt>
                <c:pt idx="71">
                  <c:v>128.05812083837782</c:v>
                </c:pt>
                <c:pt idx="72">
                  <c:v>128.46527744399688</c:v>
                </c:pt>
                <c:pt idx="73">
                  <c:v>128.13608249080792</c:v>
                </c:pt>
                <c:pt idx="74">
                  <c:v>128.11247203789435</c:v>
                </c:pt>
                <c:pt idx="75">
                  <c:v>128.78283990605064</c:v>
                </c:pt>
                <c:pt idx="76">
                  <c:v>128.68698468400237</c:v>
                </c:pt>
                <c:pt idx="77">
                  <c:v>129.55507550404548</c:v>
                </c:pt>
                <c:pt idx="78">
                  <c:v>129.34034188077152</c:v>
                </c:pt>
                <c:pt idx="79">
                  <c:v>131.13800676732387</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xVal>
          <c:yVal>
            <c:numRef>
              <c:f>Sheet1!$C$2:$C$81</c:f>
              <c:numCache>
                <c:formatCode>General</c:formatCode>
                <c:ptCount val="80"/>
                <c:pt idx="0">
                  <c:v>121.753</c:v>
                </c:pt>
                <c:pt idx="1">
                  <c:v>121.891</c:v>
                </c:pt>
                <c:pt idx="2">
                  <c:v>121.969</c:v>
                </c:pt>
                <c:pt idx="3">
                  <c:v>122.11</c:v>
                </c:pt>
                <c:pt idx="4">
                  <c:v>122.229</c:v>
                </c:pt>
                <c:pt idx="5">
                  <c:v>122.449</c:v>
                </c:pt>
                <c:pt idx="6">
                  <c:v>122.468</c:v>
                </c:pt>
                <c:pt idx="7">
                  <c:v>122.615</c:v>
                </c:pt>
                <c:pt idx="8">
                  <c:v>122.724</c:v>
                </c:pt>
                <c:pt idx="9">
                  <c:v>122.749</c:v>
                </c:pt>
                <c:pt idx="10">
                  <c:v>123.428</c:v>
                </c:pt>
                <c:pt idx="11">
                  <c:v>123.43</c:v>
                </c:pt>
                <c:pt idx="12">
                  <c:v>123.572</c:v>
                </c:pt>
                <c:pt idx="13">
                  <c:v>123.754</c:v>
                </c:pt>
                <c:pt idx="14">
                  <c:v>123.824</c:v>
                </c:pt>
                <c:pt idx="15">
                  <c:v>123.831</c:v>
                </c:pt>
                <c:pt idx="16">
                  <c:v>123.995</c:v>
                </c:pt>
                <c:pt idx="17">
                  <c:v>124.081</c:v>
                </c:pt>
                <c:pt idx="18">
                  <c:v>124.108</c:v>
                </c:pt>
                <c:pt idx="19">
                  <c:v>124.312</c:v>
                </c:pt>
                <c:pt idx="20">
                  <c:v>124.314</c:v>
                </c:pt>
                <c:pt idx="21">
                  <c:v>124.565</c:v>
                </c:pt>
                <c:pt idx="22">
                  <c:v>124.6</c:v>
                </c:pt>
                <c:pt idx="23">
                  <c:v>124.629</c:v>
                </c:pt>
                <c:pt idx="24">
                  <c:v>124.804</c:v>
                </c:pt>
                <c:pt idx="25">
                  <c:v>124.831</c:v>
                </c:pt>
                <c:pt idx="26">
                  <c:v>124.912</c:v>
                </c:pt>
                <c:pt idx="27">
                  <c:v>124.952</c:v>
                </c:pt>
                <c:pt idx="28">
                  <c:v>125.011</c:v>
                </c:pt>
                <c:pt idx="29">
                  <c:v>125.015</c:v>
                </c:pt>
                <c:pt idx="30">
                  <c:v>125.053</c:v>
                </c:pt>
                <c:pt idx="31">
                  <c:v>125.068</c:v>
                </c:pt>
                <c:pt idx="32">
                  <c:v>125.088</c:v>
                </c:pt>
                <c:pt idx="33">
                  <c:v>125.103</c:v>
                </c:pt>
                <c:pt idx="34">
                  <c:v>125.225</c:v>
                </c:pt>
                <c:pt idx="35">
                  <c:v>125.247</c:v>
                </c:pt>
                <c:pt idx="36">
                  <c:v>125.334</c:v>
                </c:pt>
                <c:pt idx="37">
                  <c:v>125.36</c:v>
                </c:pt>
                <c:pt idx="38">
                  <c:v>125.417</c:v>
                </c:pt>
                <c:pt idx="39">
                  <c:v>125.57</c:v>
                </c:pt>
                <c:pt idx="40">
                  <c:v>125.59</c:v>
                </c:pt>
                <c:pt idx="41">
                  <c:v>125.657</c:v>
                </c:pt>
                <c:pt idx="42">
                  <c:v>125.703</c:v>
                </c:pt>
                <c:pt idx="43">
                  <c:v>125.974</c:v>
                </c:pt>
                <c:pt idx="44">
                  <c:v>125.997</c:v>
                </c:pt>
                <c:pt idx="45">
                  <c:v>126.056</c:v>
                </c:pt>
                <c:pt idx="46">
                  <c:v>126.098</c:v>
                </c:pt>
                <c:pt idx="47">
                  <c:v>126.106</c:v>
                </c:pt>
                <c:pt idx="48">
                  <c:v>126.327</c:v>
                </c:pt>
                <c:pt idx="49">
                  <c:v>126.354</c:v>
                </c:pt>
                <c:pt idx="50">
                  <c:v>126.468</c:v>
                </c:pt>
                <c:pt idx="51">
                  <c:v>126.531</c:v>
                </c:pt>
                <c:pt idx="52">
                  <c:v>126.552</c:v>
                </c:pt>
                <c:pt idx="53">
                  <c:v>126.594</c:v>
                </c:pt>
                <c:pt idx="54">
                  <c:v>126.626</c:v>
                </c:pt>
                <c:pt idx="55">
                  <c:v>126.63</c:v>
                </c:pt>
                <c:pt idx="56">
                  <c:v>126.641</c:v>
                </c:pt>
                <c:pt idx="57">
                  <c:v>126.643</c:v>
                </c:pt>
                <c:pt idx="58">
                  <c:v>126.659</c:v>
                </c:pt>
                <c:pt idx="59">
                  <c:v>126.672</c:v>
                </c:pt>
                <c:pt idx="60">
                  <c:v>126.705</c:v>
                </c:pt>
                <c:pt idx="61">
                  <c:v>126.762</c:v>
                </c:pt>
                <c:pt idx="62">
                  <c:v>126.78</c:v>
                </c:pt>
                <c:pt idx="63">
                  <c:v>126.95</c:v>
                </c:pt>
                <c:pt idx="64">
                  <c:v>127.004</c:v>
                </c:pt>
                <c:pt idx="65">
                  <c:v>127.098</c:v>
                </c:pt>
                <c:pt idx="66">
                  <c:v>127.117</c:v>
                </c:pt>
                <c:pt idx="67">
                  <c:v>127.416</c:v>
                </c:pt>
                <c:pt idx="68">
                  <c:v>127.464</c:v>
                </c:pt>
                <c:pt idx="69">
                  <c:v>127.628</c:v>
                </c:pt>
                <c:pt idx="70">
                  <c:v>127.697</c:v>
                </c:pt>
                <c:pt idx="71">
                  <c:v>128.023</c:v>
                </c:pt>
                <c:pt idx="72">
                  <c:v>128.039</c:v>
                </c:pt>
                <c:pt idx="73">
                  <c:v>128.225</c:v>
                </c:pt>
                <c:pt idx="74">
                  <c:v>128.541</c:v>
                </c:pt>
                <c:pt idx="75">
                  <c:v>128.653</c:v>
                </c:pt>
                <c:pt idx="76">
                  <c:v>128.844</c:v>
                </c:pt>
                <c:pt idx="77">
                  <c:v>129.176</c:v>
                </c:pt>
                <c:pt idx="78">
                  <c:v>129.597</c:v>
                </c:pt>
                <c:pt idx="79">
                  <c:v>131.924</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32"/>
          <c:min val="12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120"/>
        <c:auto val="1"/>
        <c:lblAlgn val="ctr"/>
        <c:noMultiLvlLbl val="1"/>
        <c:majorUnit val="4"/>
      </c:valAx>
      <c:valAx>
        <c:axId val="2094734552"/>
        <c:scaling>
          <c:orientation val="minMax"/>
          <c:max val="132"/>
          <c:min val="12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120"/>
        <c:crossBetween val="midCat"/>
        <c:majorUnit val="4"/>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Sheet1!$B$2:$B$81</c:f>
              <c:numCache>
                <c:formatCode>General</c:formatCode>
                <c:ptCount val="80"/>
                <c:pt idx="0">
                  <c:v>0.005821675551366652</c:v>
                </c:pt>
                <c:pt idx="1">
                  <c:v>0.00798361809653821</c:v>
                </c:pt>
                <c:pt idx="2">
                  <c:v>0.007010338457516484</c:v>
                </c:pt>
                <c:pt idx="3">
                  <c:v>0.01100606617475691</c:v>
                </c:pt>
                <c:pt idx="4">
                  <c:v>0.00966346400798293</c:v>
                </c:pt>
                <c:pt idx="5">
                  <c:v>0.006169337649205322</c:v>
                </c:pt>
                <c:pt idx="6">
                  <c:v>0.01260048900620077</c:v>
                </c:pt>
                <c:pt idx="7">
                  <c:v>0.008775970413523529</c:v>
                </c:pt>
                <c:pt idx="8">
                  <c:v>0.013215392200036188</c:v>
                </c:pt>
                <c:pt idx="9">
                  <c:v>0.008826926690181869</c:v>
                </c:pt>
                <c:pt idx="10">
                  <c:v>0.008455285666268547</c:v>
                </c:pt>
                <c:pt idx="11">
                  <c:v>0.010978927548658424</c:v>
                </c:pt>
                <c:pt idx="12">
                  <c:v>0.00706461514329668</c:v>
                </c:pt>
                <c:pt idx="13">
                  <c:v>0.009407003849337344</c:v>
                </c:pt>
                <c:pt idx="14">
                  <c:v>0.011091798802753343</c:v>
                </c:pt>
                <c:pt idx="15">
                  <c:v>0.008054929067503033</c:v>
                </c:pt>
                <c:pt idx="16">
                  <c:v>0.011937450856352448</c:v>
                </c:pt>
                <c:pt idx="17">
                  <c:v>0.013602346601819703</c:v>
                </c:pt>
                <c:pt idx="18">
                  <c:v>0.010712909651995724</c:v>
                </c:pt>
                <c:pt idx="19">
                  <c:v>0.013684642526251269</c:v>
                </c:pt>
                <c:pt idx="20">
                  <c:v>0.01619093157038077</c:v>
                </c:pt>
                <c:pt idx="21">
                  <c:v>0.01009346161210951</c:v>
                </c:pt>
                <c:pt idx="22">
                  <c:v>0.00868366883465629</c:v>
                </c:pt>
                <c:pt idx="23">
                  <c:v>0.013750046711096564</c:v>
                </c:pt>
                <c:pt idx="24">
                  <c:v>0.0113023255618654</c:v>
                </c:pt>
                <c:pt idx="25">
                  <c:v>0.01109669182342679</c:v>
                </c:pt>
                <c:pt idx="26">
                  <c:v>0.008839370471592039</c:v>
                </c:pt>
                <c:pt idx="27">
                  <c:v>0.011762076685365132</c:v>
                </c:pt>
                <c:pt idx="28">
                  <c:v>0.013163369395452054</c:v>
                </c:pt>
                <c:pt idx="29">
                  <c:v>0.014475050063676402</c:v>
                </c:pt>
                <c:pt idx="30">
                  <c:v>0.010180483750433438</c:v>
                </c:pt>
                <c:pt idx="31">
                  <c:v>0.01141595654150503</c:v>
                </c:pt>
                <c:pt idx="32">
                  <c:v>0.01584692024654407</c:v>
                </c:pt>
                <c:pt idx="33">
                  <c:v>0.008321787962496573</c:v>
                </c:pt>
                <c:pt idx="34">
                  <c:v>0.0071006696988094795</c:v>
                </c:pt>
                <c:pt idx="35">
                  <c:v>0.010080897096426154</c:v>
                </c:pt>
                <c:pt idx="36">
                  <c:v>0.012750774606736341</c:v>
                </c:pt>
                <c:pt idx="37">
                  <c:v>0.008810875699972385</c:v>
                </c:pt>
                <c:pt idx="38">
                  <c:v>0.01468181505030486</c:v>
                </c:pt>
                <c:pt idx="39">
                  <c:v>0.013570462397571694</c:v>
                </c:pt>
                <c:pt idx="40">
                  <c:v>0.01630829642392135</c:v>
                </c:pt>
                <c:pt idx="41">
                  <c:v>0.016644661977291045</c:v>
                </c:pt>
                <c:pt idx="42">
                  <c:v>0.014870798854292435</c:v>
                </c:pt>
                <c:pt idx="43">
                  <c:v>0.016778185793976816</c:v>
                </c:pt>
                <c:pt idx="44">
                  <c:v>0.02094970007490904</c:v>
                </c:pt>
                <c:pt idx="45">
                  <c:v>0.012402043162547421</c:v>
                </c:pt>
                <c:pt idx="46">
                  <c:v>0.020959315374233185</c:v>
                </c:pt>
                <c:pt idx="47">
                  <c:v>0.019601564493858564</c:v>
                </c:pt>
                <c:pt idx="48">
                  <c:v>0.02031579897612345</c:v>
                </c:pt>
                <c:pt idx="49">
                  <c:v>0.021184807294900132</c:v>
                </c:pt>
                <c:pt idx="50">
                  <c:v>0.022188399622861447</c:v>
                </c:pt>
                <c:pt idx="51">
                  <c:v>0.02183066194188119</c:v>
                </c:pt>
                <c:pt idx="52">
                  <c:v>0.02374697145030387</c:v>
                </c:pt>
                <c:pt idx="53">
                  <c:v>0.020712762737214094</c:v>
                </c:pt>
                <c:pt idx="54">
                  <c:v>0.025288126348261965</c:v>
                </c:pt>
                <c:pt idx="55">
                  <c:v>0.027688928024930583</c:v>
                </c:pt>
                <c:pt idx="56">
                  <c:v>0.03339485048478812</c:v>
                </c:pt>
                <c:pt idx="57">
                  <c:v>0.04262300612013572</c:v>
                </c:pt>
                <c:pt idx="58">
                  <c:v>0.03836155684624135</c:v>
                </c:pt>
                <c:pt idx="59">
                  <c:v>0.0372476440597564</c:v>
                </c:pt>
                <c:pt idx="60">
                  <c:v>0.041454847530309244</c:v>
                </c:pt>
                <c:pt idx="61">
                  <c:v>0.03951113559262127</c:v>
                </c:pt>
                <c:pt idx="62">
                  <c:v>0.04298787712679308</c:v>
                </c:pt>
                <c:pt idx="63">
                  <c:v>0.04663720790941391</c:v>
                </c:pt>
                <c:pt idx="64">
                  <c:v>0.04299462796265152</c:v>
                </c:pt>
                <c:pt idx="65">
                  <c:v>0.04755870167990557</c:v>
                </c:pt>
                <c:pt idx="66">
                  <c:v>0.04911442766198343</c:v>
                </c:pt>
                <c:pt idx="67">
                  <c:v>0.061676916300121024</c:v>
                </c:pt>
                <c:pt idx="68">
                  <c:v>0.056221762531404734</c:v>
                </c:pt>
                <c:pt idx="69">
                  <c:v>0.05342264631947634</c:v>
                </c:pt>
                <c:pt idx="70">
                  <c:v>0.05548126981568416</c:v>
                </c:pt>
                <c:pt idx="71">
                  <c:v>0.06350321512948538</c:v>
                </c:pt>
                <c:pt idx="72">
                  <c:v>0.057725094605451395</c:v>
                </c:pt>
                <c:pt idx="73">
                  <c:v>0.07623468156040464</c:v>
                </c:pt>
                <c:pt idx="74">
                  <c:v>0.07044991183447175</c:v>
                </c:pt>
                <c:pt idx="75">
                  <c:v>0.07152604197974843</c:v>
                </c:pt>
                <c:pt idx="76">
                  <c:v>0.07611723062294382</c:v>
                </c:pt>
                <c:pt idx="77">
                  <c:v>0.08801801274624063</c:v>
                </c:pt>
                <c:pt idx="78">
                  <c:v>0.12074728638489436</c:v>
                </c:pt>
                <c:pt idx="79">
                  <c:v>0.11111050063279748</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xVal>
          <c:yVal>
            <c:numRef>
              <c:f>Sheet1!$C$2:$C$81</c:f>
              <c:numCache>
                <c:formatCode>General</c:formatCode>
                <c:ptCount val="80"/>
                <c:pt idx="0">
                  <c:v>0.005568505</c:v>
                </c:pt>
                <c:pt idx="1">
                  <c:v>0.005925801</c:v>
                </c:pt>
                <c:pt idx="2">
                  <c:v>0.007112878</c:v>
                </c:pt>
                <c:pt idx="3">
                  <c:v>0.007549102</c:v>
                </c:pt>
                <c:pt idx="4">
                  <c:v>0.007831943</c:v>
                </c:pt>
                <c:pt idx="5">
                  <c:v>0.007942743</c:v>
                </c:pt>
                <c:pt idx="6">
                  <c:v>0.00806561</c:v>
                </c:pt>
                <c:pt idx="7">
                  <c:v>0.008270759</c:v>
                </c:pt>
                <c:pt idx="8">
                  <c:v>0.008388427</c:v>
                </c:pt>
                <c:pt idx="9">
                  <c:v>0.008601173</c:v>
                </c:pt>
                <c:pt idx="10">
                  <c:v>0.008782279</c:v>
                </c:pt>
                <c:pt idx="11">
                  <c:v>0.009127144</c:v>
                </c:pt>
                <c:pt idx="12">
                  <c:v>0.00917502</c:v>
                </c:pt>
                <c:pt idx="13">
                  <c:v>0.009304805</c:v>
                </c:pt>
                <c:pt idx="14">
                  <c:v>0.009522164</c:v>
                </c:pt>
                <c:pt idx="15">
                  <c:v>0.009604771</c:v>
                </c:pt>
                <c:pt idx="16">
                  <c:v>0.009743069</c:v>
                </c:pt>
                <c:pt idx="17">
                  <c:v>0.009764347</c:v>
                </c:pt>
                <c:pt idx="18">
                  <c:v>0.009810392</c:v>
                </c:pt>
                <c:pt idx="19">
                  <c:v>0.010067082</c:v>
                </c:pt>
                <c:pt idx="20">
                  <c:v>0.010091195</c:v>
                </c:pt>
                <c:pt idx="21">
                  <c:v>0.010919271</c:v>
                </c:pt>
                <c:pt idx="22">
                  <c:v>0.010995623</c:v>
                </c:pt>
                <c:pt idx="23">
                  <c:v>0.011176608</c:v>
                </c:pt>
                <c:pt idx="24">
                  <c:v>0.011284976</c:v>
                </c:pt>
                <c:pt idx="25">
                  <c:v>0.011550345</c:v>
                </c:pt>
                <c:pt idx="26">
                  <c:v>0.01232387</c:v>
                </c:pt>
                <c:pt idx="27">
                  <c:v>0.012465981</c:v>
                </c:pt>
                <c:pt idx="28">
                  <c:v>0.012839193</c:v>
                </c:pt>
                <c:pt idx="29">
                  <c:v>0.013253761</c:v>
                </c:pt>
                <c:pt idx="30">
                  <c:v>0.013418301</c:v>
                </c:pt>
                <c:pt idx="31">
                  <c:v>0.013434057</c:v>
                </c:pt>
                <c:pt idx="32">
                  <c:v>0.013439613</c:v>
                </c:pt>
                <c:pt idx="33">
                  <c:v>0.013520101</c:v>
                </c:pt>
                <c:pt idx="34">
                  <c:v>0.013609889</c:v>
                </c:pt>
                <c:pt idx="35">
                  <c:v>0.013968956</c:v>
                </c:pt>
                <c:pt idx="36">
                  <c:v>0.014315877</c:v>
                </c:pt>
                <c:pt idx="37">
                  <c:v>0.015833021</c:v>
                </c:pt>
                <c:pt idx="38">
                  <c:v>0.016282621</c:v>
                </c:pt>
                <c:pt idx="39">
                  <c:v>0.016375626</c:v>
                </c:pt>
                <c:pt idx="40">
                  <c:v>0.01695344</c:v>
                </c:pt>
                <c:pt idx="41">
                  <c:v>0.016960853</c:v>
                </c:pt>
                <c:pt idx="42">
                  <c:v>0.017042008</c:v>
                </c:pt>
                <c:pt idx="43">
                  <c:v>0.017641687</c:v>
                </c:pt>
                <c:pt idx="44">
                  <c:v>0.017671778</c:v>
                </c:pt>
                <c:pt idx="45">
                  <c:v>0.017996288</c:v>
                </c:pt>
                <c:pt idx="46">
                  <c:v>0.018616686</c:v>
                </c:pt>
                <c:pt idx="47">
                  <c:v>0.021018165</c:v>
                </c:pt>
                <c:pt idx="48">
                  <c:v>0.021609769</c:v>
                </c:pt>
                <c:pt idx="49">
                  <c:v>0.022257404</c:v>
                </c:pt>
                <c:pt idx="50">
                  <c:v>0.022575757</c:v>
                </c:pt>
                <c:pt idx="51">
                  <c:v>0.023138111</c:v>
                </c:pt>
                <c:pt idx="52">
                  <c:v>0.024027944</c:v>
                </c:pt>
                <c:pt idx="53">
                  <c:v>0.024669394</c:v>
                </c:pt>
                <c:pt idx="54">
                  <c:v>0.025146204</c:v>
                </c:pt>
                <c:pt idx="55">
                  <c:v>0.029418014</c:v>
                </c:pt>
                <c:pt idx="56">
                  <c:v>0.030428627</c:v>
                </c:pt>
                <c:pt idx="57">
                  <c:v>0.032736337</c:v>
                </c:pt>
                <c:pt idx="58">
                  <c:v>0.037486085</c:v>
                </c:pt>
                <c:pt idx="59">
                  <c:v>0.038273077</c:v>
                </c:pt>
                <c:pt idx="60">
                  <c:v>0.03984174</c:v>
                </c:pt>
                <c:pt idx="61">
                  <c:v>0.040542784</c:v>
                </c:pt>
                <c:pt idx="62">
                  <c:v>0.042985576</c:v>
                </c:pt>
                <c:pt idx="63">
                  <c:v>0.044453967</c:v>
                </c:pt>
                <c:pt idx="64">
                  <c:v>0.046780058</c:v>
                </c:pt>
                <c:pt idx="65">
                  <c:v>0.049687364</c:v>
                </c:pt>
                <c:pt idx="66">
                  <c:v>0.050134985</c:v>
                </c:pt>
                <c:pt idx="67">
                  <c:v>0.050636811</c:v>
                </c:pt>
                <c:pt idx="68">
                  <c:v>0.05167791</c:v>
                </c:pt>
                <c:pt idx="69">
                  <c:v>0.053022845</c:v>
                </c:pt>
                <c:pt idx="70">
                  <c:v>0.054918347</c:v>
                </c:pt>
                <c:pt idx="71">
                  <c:v>0.062443284</c:v>
                </c:pt>
                <c:pt idx="72">
                  <c:v>0.06888325</c:v>
                </c:pt>
                <c:pt idx="73">
                  <c:v>0.069121852</c:v>
                </c:pt>
                <c:pt idx="74">
                  <c:v>0.070826432</c:v>
                </c:pt>
                <c:pt idx="75">
                  <c:v>0.071970246</c:v>
                </c:pt>
                <c:pt idx="76">
                  <c:v>0.072357824</c:v>
                </c:pt>
                <c:pt idx="77">
                  <c:v>0.083792086</c:v>
                </c:pt>
                <c:pt idx="78">
                  <c:v>0.119789561</c:v>
                </c:pt>
                <c:pt idx="79">
                  <c:v>0.126276279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14"/>
          <c:min val="0"/>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autoZero"/>
        <c:auto val="1"/>
        <c:lblAlgn val="ctr"/>
        <c:noMultiLvlLbl val="1"/>
        <c:majorUnit val="0.04"/>
      </c:valAx>
      <c:valAx>
        <c:axId val="2094734552"/>
        <c:scaling>
          <c:orientation val="minMax"/>
          <c:max val="0.14"/>
          <c:min val="0"/>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
        <c:crossBetween val="midCat"/>
        <c:majorUnit val="0.04"/>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0090B0"/>
            </a:solidFill>
            <a:ln>
              <a:noFill/>
            </a:ln>
            <a:effectLst/>
          </c:spPr>
          <c:marker>
            <c:symbol val="circle"/>
            <c:size val="4"/>
            <c:spPr>
              <a:solidFill>
                <a:srgbClr val="0090B0"/>
              </a:solidFill>
              <a:ln w="9525" cap="flat">
                <a:solidFill>
                  <a:srgbClr val="0090B0"/>
                </a:solidFill>
                <a:prstDash val="solid"/>
                <a:round/>
              </a:ln>
              <a:effectLst/>
            </c:spPr>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Sheet1!$B$2:$B$81</c:f>
              <c:numCache>
                <c:formatCode>General</c:formatCode>
                <c:ptCount val="80"/>
                <c:pt idx="0">
                  <c:v>-0.0010968086286532938</c:v>
                </c:pt>
                <c:pt idx="1">
                  <c:v>0.004037877235654433</c:v>
                </c:pt>
                <c:pt idx="2">
                  <c:v>0.0024444730610352784</c:v>
                </c:pt>
                <c:pt idx="3">
                  <c:v>0.0018261055926934722</c:v>
                </c:pt>
                <c:pt idx="4">
                  <c:v>0.0023285026347899754</c:v>
                </c:pt>
                <c:pt idx="5">
                  <c:v>0.0030005486938416495</c:v>
                </c:pt>
                <c:pt idx="6">
                  <c:v>0.002166246220197175</c:v>
                </c:pt>
                <c:pt idx="7">
                  <c:v>0.008121233187767144</c:v>
                </c:pt>
                <c:pt idx="8">
                  <c:v>0.0026188324391928225</c:v>
                </c:pt>
                <c:pt idx="9">
                  <c:v>0.005116593709810175</c:v>
                </c:pt>
                <c:pt idx="10">
                  <c:v>0.005569574975944156</c:v>
                </c:pt>
                <c:pt idx="11">
                  <c:v>0.0034144450130798587</c:v>
                </c:pt>
                <c:pt idx="12">
                  <c:v>0.0026037915192728828</c:v>
                </c:pt>
                <c:pt idx="13">
                  <c:v>0.0032362756295503843</c:v>
                </c:pt>
                <c:pt idx="14">
                  <c:v>0.004252737969883313</c:v>
                </c:pt>
                <c:pt idx="15">
                  <c:v>0.007629190653921287</c:v>
                </c:pt>
                <c:pt idx="16">
                  <c:v>0.003371327025803371</c:v>
                </c:pt>
                <c:pt idx="17">
                  <c:v>0.0034883777454680328</c:v>
                </c:pt>
                <c:pt idx="18">
                  <c:v>0.007000497393455858</c:v>
                </c:pt>
                <c:pt idx="19">
                  <c:v>0.005272800288852672</c:v>
                </c:pt>
                <c:pt idx="20">
                  <c:v>0.00607601204142906</c:v>
                </c:pt>
                <c:pt idx="21">
                  <c:v>0.004469490100569094</c:v>
                </c:pt>
                <c:pt idx="22">
                  <c:v>0.0022873270413510897</c:v>
                </c:pt>
                <c:pt idx="23">
                  <c:v>0.005114553439156821</c:v>
                </c:pt>
                <c:pt idx="24">
                  <c:v>0.005152763451328096</c:v>
                </c:pt>
                <c:pt idx="25">
                  <c:v>0.006352714327433774</c:v>
                </c:pt>
                <c:pt idx="26">
                  <c:v>0.005560837080898419</c:v>
                </c:pt>
                <c:pt idx="27">
                  <c:v>0.005551956970154803</c:v>
                </c:pt>
                <c:pt idx="28">
                  <c:v>0.005548512090116653</c:v>
                </c:pt>
                <c:pt idx="29">
                  <c:v>0.010504784306773709</c:v>
                </c:pt>
                <c:pt idx="30">
                  <c:v>0.003320140453322778</c:v>
                </c:pt>
                <c:pt idx="31">
                  <c:v>0.0077493491429298355</c:v>
                </c:pt>
                <c:pt idx="32">
                  <c:v>0.004993190578298395</c:v>
                </c:pt>
                <c:pt idx="33">
                  <c:v>0.005883795643202281</c:v>
                </c:pt>
                <c:pt idx="34">
                  <c:v>0.0072241913474834114</c:v>
                </c:pt>
                <c:pt idx="35">
                  <c:v>0.0014514951677451083</c:v>
                </c:pt>
                <c:pt idx="36">
                  <c:v>0.002904729275218206</c:v>
                </c:pt>
                <c:pt idx="37">
                  <c:v>0.00119352622491262</c:v>
                </c:pt>
                <c:pt idx="38">
                  <c:v>0.00883315929472898</c:v>
                </c:pt>
                <c:pt idx="39">
                  <c:v>0.005628535960504287</c:v>
                </c:pt>
                <c:pt idx="40">
                  <c:v>0.003135128490234047</c:v>
                </c:pt>
                <c:pt idx="41">
                  <c:v>0.00586860993539002</c:v>
                </c:pt>
                <c:pt idx="42">
                  <c:v>0.004169520100981955</c:v>
                </c:pt>
                <c:pt idx="43">
                  <c:v>0.002858816153884278</c:v>
                </c:pt>
                <c:pt idx="44">
                  <c:v>0.008844038208168948</c:v>
                </c:pt>
                <c:pt idx="45">
                  <c:v>0.00863149322523295</c:v>
                </c:pt>
                <c:pt idx="46">
                  <c:v>0.005640133138887485</c:v>
                </c:pt>
                <c:pt idx="47">
                  <c:v>0.0076915856434407</c:v>
                </c:pt>
                <c:pt idx="48">
                  <c:v>0.006430695604114747</c:v>
                </c:pt>
                <c:pt idx="49">
                  <c:v>0.0055615613425484154</c:v>
                </c:pt>
                <c:pt idx="50">
                  <c:v>0.004227395922036927</c:v>
                </c:pt>
                <c:pt idx="51">
                  <c:v>0.0018529951042520424</c:v>
                </c:pt>
                <c:pt idx="52">
                  <c:v>0.007070020677482166</c:v>
                </c:pt>
                <c:pt idx="53">
                  <c:v>0.00838670386678912</c:v>
                </c:pt>
                <c:pt idx="54">
                  <c:v>0.005115492639188929</c:v>
                </c:pt>
                <c:pt idx="55">
                  <c:v>0.014563665295078753</c:v>
                </c:pt>
                <c:pt idx="56">
                  <c:v>0.012583419081533397</c:v>
                </c:pt>
                <c:pt idx="57">
                  <c:v>0.011441981242311808</c:v>
                </c:pt>
                <c:pt idx="58">
                  <c:v>0.01853388377690132</c:v>
                </c:pt>
                <c:pt idx="59">
                  <c:v>0.009086996387373605</c:v>
                </c:pt>
                <c:pt idx="60">
                  <c:v>0.01094583940002685</c:v>
                </c:pt>
                <c:pt idx="61">
                  <c:v>0.018059248734558737</c:v>
                </c:pt>
                <c:pt idx="62">
                  <c:v>0.009439417594612403</c:v>
                </c:pt>
                <c:pt idx="63">
                  <c:v>0.01869393961210468</c:v>
                </c:pt>
                <c:pt idx="64">
                  <c:v>0.017243719281081205</c:v>
                </c:pt>
                <c:pt idx="65">
                  <c:v>0.010292980596993023</c:v>
                </c:pt>
                <c:pt idx="66">
                  <c:v>0.02234764787227344</c:v>
                </c:pt>
                <c:pt idx="67">
                  <c:v>0.026102114852083372</c:v>
                </c:pt>
                <c:pt idx="68">
                  <c:v>0.021062718010504067</c:v>
                </c:pt>
                <c:pt idx="69">
                  <c:v>0.023501777206561714</c:v>
                </c:pt>
                <c:pt idx="70">
                  <c:v>0.019310945142631895</c:v>
                </c:pt>
                <c:pt idx="71">
                  <c:v>0.02147511218884536</c:v>
                </c:pt>
                <c:pt idx="72">
                  <c:v>0.02521528110403235</c:v>
                </c:pt>
                <c:pt idx="73">
                  <c:v>0.029959032222190346</c:v>
                </c:pt>
                <c:pt idx="74">
                  <c:v>0.02849465245915161</c:v>
                </c:pt>
                <c:pt idx="75">
                  <c:v>0.0360876404944777</c:v>
                </c:pt>
                <c:pt idx="76">
                  <c:v>0.04069579437243892</c:v>
                </c:pt>
                <c:pt idx="77">
                  <c:v>0.03294230004653619</c:v>
                </c:pt>
                <c:pt idx="78">
                  <c:v>0.03657489466579031</c:v>
                </c:pt>
                <c:pt idx="79">
                  <c:v>0.03284501999707445</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xVal>
          <c:yVal>
            <c:numRef>
              <c:f>Sheet1!$C$2:$C$81</c:f>
              <c:numCache>
                <c:formatCode>General</c:formatCode>
                <c:ptCount val="80"/>
                <c:pt idx="0">
                  <c:v>0.002086048</c:v>
                </c:pt>
                <c:pt idx="1">
                  <c:v>0.002277239</c:v>
                </c:pt>
                <c:pt idx="2">
                  <c:v>0.002356456</c:v>
                </c:pt>
                <c:pt idx="3">
                  <c:v>0.002412828</c:v>
                </c:pt>
                <c:pt idx="4">
                  <c:v>0.002502999</c:v>
                </c:pt>
                <c:pt idx="5">
                  <c:v>0.002593537</c:v>
                </c:pt>
                <c:pt idx="6">
                  <c:v>0.002603317</c:v>
                </c:pt>
                <c:pt idx="7">
                  <c:v>0.002933632</c:v>
                </c:pt>
                <c:pt idx="8">
                  <c:v>0.003215548</c:v>
                </c:pt>
                <c:pt idx="9">
                  <c:v>0.003287937</c:v>
                </c:pt>
                <c:pt idx="10">
                  <c:v>0.003292869</c:v>
                </c:pt>
                <c:pt idx="11">
                  <c:v>0.003292968</c:v>
                </c:pt>
                <c:pt idx="12">
                  <c:v>0.003525045</c:v>
                </c:pt>
                <c:pt idx="13">
                  <c:v>0.003779495</c:v>
                </c:pt>
                <c:pt idx="14">
                  <c:v>0.003961715</c:v>
                </c:pt>
                <c:pt idx="15">
                  <c:v>0.003972279</c:v>
                </c:pt>
                <c:pt idx="16">
                  <c:v>0.004002817</c:v>
                </c:pt>
                <c:pt idx="17">
                  <c:v>0.004148323</c:v>
                </c:pt>
                <c:pt idx="18">
                  <c:v>0.004179593</c:v>
                </c:pt>
                <c:pt idx="19">
                  <c:v>0.00422012</c:v>
                </c:pt>
                <c:pt idx="20">
                  <c:v>0.00422961</c:v>
                </c:pt>
                <c:pt idx="21">
                  <c:v>0.004238379</c:v>
                </c:pt>
                <c:pt idx="22">
                  <c:v>0.004335112</c:v>
                </c:pt>
                <c:pt idx="23">
                  <c:v>0.004339508</c:v>
                </c:pt>
                <c:pt idx="24">
                  <c:v>0.004343244</c:v>
                </c:pt>
                <c:pt idx="25">
                  <c:v>0.004350372</c:v>
                </c:pt>
                <c:pt idx="26">
                  <c:v>0.004483284</c:v>
                </c:pt>
                <c:pt idx="27">
                  <c:v>0.004710575</c:v>
                </c:pt>
                <c:pt idx="28">
                  <c:v>0.004749843</c:v>
                </c:pt>
                <c:pt idx="29">
                  <c:v>0.004981335</c:v>
                </c:pt>
                <c:pt idx="30">
                  <c:v>0.005056663</c:v>
                </c:pt>
                <c:pt idx="31">
                  <c:v>0.005198242</c:v>
                </c:pt>
                <c:pt idx="32">
                  <c:v>0.005215538</c:v>
                </c:pt>
                <c:pt idx="33">
                  <c:v>0.005220103</c:v>
                </c:pt>
                <c:pt idx="34">
                  <c:v>0.005303539</c:v>
                </c:pt>
                <c:pt idx="35">
                  <c:v>0.005358879</c:v>
                </c:pt>
                <c:pt idx="36">
                  <c:v>0.005412519</c:v>
                </c:pt>
                <c:pt idx="37">
                  <c:v>0.005665942</c:v>
                </c:pt>
                <c:pt idx="38">
                  <c:v>0.005964852</c:v>
                </c:pt>
                <c:pt idx="39">
                  <c:v>0.006026822</c:v>
                </c:pt>
                <c:pt idx="40">
                  <c:v>0.006485073</c:v>
                </c:pt>
                <c:pt idx="41">
                  <c:v>0.006539585</c:v>
                </c:pt>
                <c:pt idx="42">
                  <c:v>0.007104033</c:v>
                </c:pt>
                <c:pt idx="43">
                  <c:v>0.007257246</c:v>
                </c:pt>
                <c:pt idx="44">
                  <c:v>0.007291489</c:v>
                </c:pt>
                <c:pt idx="45">
                  <c:v>0.007337024</c:v>
                </c:pt>
                <c:pt idx="46">
                  <c:v>0.007521457</c:v>
                </c:pt>
                <c:pt idx="47">
                  <c:v>0.007970302</c:v>
                </c:pt>
                <c:pt idx="48">
                  <c:v>0.008023349</c:v>
                </c:pt>
                <c:pt idx="49">
                  <c:v>0.008269322</c:v>
                </c:pt>
                <c:pt idx="50">
                  <c:v>0.008310101</c:v>
                </c:pt>
                <c:pt idx="51">
                  <c:v>0.00853189</c:v>
                </c:pt>
                <c:pt idx="52">
                  <c:v>0.008743812</c:v>
                </c:pt>
                <c:pt idx="53">
                  <c:v>0.008902394</c:v>
                </c:pt>
                <c:pt idx="54">
                  <c:v>0.009575514</c:v>
                </c:pt>
                <c:pt idx="55">
                  <c:v>0.010804561</c:v>
                </c:pt>
                <c:pt idx="56">
                  <c:v>0.011068457</c:v>
                </c:pt>
                <c:pt idx="57">
                  <c:v>0.011098002</c:v>
                </c:pt>
                <c:pt idx="58">
                  <c:v>0.012898218</c:v>
                </c:pt>
                <c:pt idx="59">
                  <c:v>0.013974903</c:v>
                </c:pt>
                <c:pt idx="60">
                  <c:v>0.01411384</c:v>
                </c:pt>
                <c:pt idx="61">
                  <c:v>0.0156133</c:v>
                </c:pt>
                <c:pt idx="62">
                  <c:v>0.015613472</c:v>
                </c:pt>
                <c:pt idx="63">
                  <c:v>0.016705871</c:v>
                </c:pt>
                <c:pt idx="64">
                  <c:v>0.016708016</c:v>
                </c:pt>
                <c:pt idx="65">
                  <c:v>0.017276923</c:v>
                </c:pt>
                <c:pt idx="66">
                  <c:v>0.017464871</c:v>
                </c:pt>
                <c:pt idx="67">
                  <c:v>0.017895761</c:v>
                </c:pt>
                <c:pt idx="68">
                  <c:v>0.018316898</c:v>
                </c:pt>
                <c:pt idx="69">
                  <c:v>0.019969964</c:v>
                </c:pt>
                <c:pt idx="70">
                  <c:v>0.020040481</c:v>
                </c:pt>
                <c:pt idx="71">
                  <c:v>0.020512937</c:v>
                </c:pt>
                <c:pt idx="72">
                  <c:v>0.024902271</c:v>
                </c:pt>
                <c:pt idx="73">
                  <c:v>0.028511266</c:v>
                </c:pt>
                <c:pt idx="74">
                  <c:v>0.034854991</c:v>
                </c:pt>
                <c:pt idx="75">
                  <c:v>0.036621141</c:v>
                </c:pt>
                <c:pt idx="76">
                  <c:v>0.038068394</c:v>
                </c:pt>
                <c:pt idx="77">
                  <c:v>0.038462455</c:v>
                </c:pt>
                <c:pt idx="78">
                  <c:v>0.038940642</c:v>
                </c:pt>
                <c:pt idx="79">
                  <c:v>0.043799329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05"/>
          <c:min val="-0.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01"/>
        <c:auto val="1"/>
        <c:lblAlgn val="ctr"/>
        <c:noMultiLvlLbl val="1"/>
        <c:majorUnit val="0.01"/>
      </c:valAx>
      <c:valAx>
        <c:axId val="2094734552"/>
        <c:scaling>
          <c:orientation val="minMax"/>
          <c:max val="0.05"/>
          <c:min val="-0.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01"/>
        <c:crossBetween val="midCat"/>
        <c:majorUnit val="0.01"/>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Sheet1!$B$2:$B$81</c:f>
              <c:numCache>
                <c:formatCode>General</c:formatCode>
                <c:ptCount val="80"/>
                <c:pt idx="0">
                  <c:v>0.1722687694465455</c:v>
                </c:pt>
                <c:pt idx="1">
                  <c:v>0.19759545459174221</c:v>
                </c:pt>
                <c:pt idx="2">
                  <c:v>0.2269102992355994</c:v>
                </c:pt>
                <c:pt idx="3">
                  <c:v>0.3070317789120067</c:v>
                </c:pt>
                <c:pt idx="4">
                  <c:v>0.2831636728300543</c:v>
                </c:pt>
                <c:pt idx="5">
                  <c:v>0.28243718640133375</c:v>
                </c:pt>
                <c:pt idx="6">
                  <c:v>0.3159020559888416</c:v>
                </c:pt>
                <c:pt idx="7">
                  <c:v>0.30711729819851463</c:v>
                </c:pt>
                <c:pt idx="8">
                  <c:v>0.294959110497114</c:v>
                </c:pt>
                <c:pt idx="9">
                  <c:v>0.3079628141951338</c:v>
                </c:pt>
                <c:pt idx="10">
                  <c:v>0.28901601826801004</c:v>
                </c:pt>
                <c:pt idx="11">
                  <c:v>0.3299589415583682</c:v>
                </c:pt>
                <c:pt idx="12">
                  <c:v>0.33732266784307896</c:v>
                </c:pt>
                <c:pt idx="13">
                  <c:v>0.31972209324854006</c:v>
                </c:pt>
                <c:pt idx="14">
                  <c:v>0.3379851709818479</c:v>
                </c:pt>
                <c:pt idx="15">
                  <c:v>0.3455977231270022</c:v>
                </c:pt>
                <c:pt idx="16">
                  <c:v>0.4077487731379407</c:v>
                </c:pt>
                <c:pt idx="17">
                  <c:v>0.3512276748547604</c:v>
                </c:pt>
                <c:pt idx="18">
                  <c:v>0.3604270857339625</c:v>
                </c:pt>
                <c:pt idx="19">
                  <c:v>0.38692716275040373</c:v>
                </c:pt>
                <c:pt idx="20">
                  <c:v>0.39866544516263747</c:v>
                </c:pt>
                <c:pt idx="21">
                  <c:v>0.4048452813451033</c:v>
                </c:pt>
                <c:pt idx="22">
                  <c:v>0.3949171855430053</c:v>
                </c:pt>
                <c:pt idx="23">
                  <c:v>0.39565312345947057</c:v>
                </c:pt>
                <c:pt idx="24">
                  <c:v>0.3569721508898572</c:v>
                </c:pt>
                <c:pt idx="25">
                  <c:v>0.4311518074816114</c:v>
                </c:pt>
                <c:pt idx="26">
                  <c:v>0.4723609370274081</c:v>
                </c:pt>
                <c:pt idx="27">
                  <c:v>0.413484264473118</c:v>
                </c:pt>
                <c:pt idx="28">
                  <c:v>0.4211708724726409</c:v>
                </c:pt>
                <c:pt idx="29">
                  <c:v>0.39865568816476277</c:v>
                </c:pt>
                <c:pt idx="30">
                  <c:v>0.41874682369142757</c:v>
                </c:pt>
                <c:pt idx="31">
                  <c:v>0.413386981043761</c:v>
                </c:pt>
                <c:pt idx="32">
                  <c:v>0.44698650333185863</c:v>
                </c:pt>
                <c:pt idx="33">
                  <c:v>0.38159999188733834</c:v>
                </c:pt>
                <c:pt idx="34">
                  <c:v>0.44636637336079027</c:v>
                </c:pt>
                <c:pt idx="35">
                  <c:v>0.46989158464345837</c:v>
                </c:pt>
                <c:pt idx="36">
                  <c:v>0.4324299744767257</c:v>
                </c:pt>
                <c:pt idx="37">
                  <c:v>0.45534989528810144</c:v>
                </c:pt>
                <c:pt idx="38">
                  <c:v>0.45464974491427895</c:v>
                </c:pt>
                <c:pt idx="39">
                  <c:v>0.4355329795437788</c:v>
                </c:pt>
                <c:pt idx="40">
                  <c:v>0.4872746607989447</c:v>
                </c:pt>
                <c:pt idx="41">
                  <c:v>0.4702901857544007</c:v>
                </c:pt>
                <c:pt idx="42">
                  <c:v>0.5045110184618556</c:v>
                </c:pt>
                <c:pt idx="43">
                  <c:v>0.44129926657455437</c:v>
                </c:pt>
                <c:pt idx="44">
                  <c:v>0.46915214718733894</c:v>
                </c:pt>
                <c:pt idx="45">
                  <c:v>0.4849657572211631</c:v>
                </c:pt>
                <c:pt idx="46">
                  <c:v>0.5437323929875615</c:v>
                </c:pt>
                <c:pt idx="47">
                  <c:v>0.45193107638348395</c:v>
                </c:pt>
                <c:pt idx="48">
                  <c:v>0.5331410322095609</c:v>
                </c:pt>
                <c:pt idx="49">
                  <c:v>0.4999517863805472</c:v>
                </c:pt>
                <c:pt idx="50">
                  <c:v>0.5007205123477045</c:v>
                </c:pt>
                <c:pt idx="51">
                  <c:v>0.46088457845396297</c:v>
                </c:pt>
                <c:pt idx="52">
                  <c:v>0.5294018712406181</c:v>
                </c:pt>
                <c:pt idx="53">
                  <c:v>0.610900283604126</c:v>
                </c:pt>
                <c:pt idx="54">
                  <c:v>0.509141768552142</c:v>
                </c:pt>
                <c:pt idx="55">
                  <c:v>0.6043071799454786</c:v>
                </c:pt>
                <c:pt idx="56">
                  <c:v>0.520821133726478</c:v>
                </c:pt>
                <c:pt idx="57">
                  <c:v>0.5554279070443678</c:v>
                </c:pt>
                <c:pt idx="58">
                  <c:v>0.5717219840003686</c:v>
                </c:pt>
                <c:pt idx="59">
                  <c:v>0.5954117221421737</c:v>
                </c:pt>
                <c:pt idx="60">
                  <c:v>0.5634410636238373</c:v>
                </c:pt>
                <c:pt idx="61">
                  <c:v>0.6503122812878431</c:v>
                </c:pt>
                <c:pt idx="62">
                  <c:v>0.5672707109634338</c:v>
                </c:pt>
                <c:pt idx="63">
                  <c:v>0.6232242443941645</c:v>
                </c:pt>
                <c:pt idx="64">
                  <c:v>0.6309563943053969</c:v>
                </c:pt>
                <c:pt idx="65">
                  <c:v>0.6107356883438169</c:v>
                </c:pt>
                <c:pt idx="66">
                  <c:v>0.6505328006855666</c:v>
                </c:pt>
                <c:pt idx="67">
                  <c:v>0.6376789692887399</c:v>
                </c:pt>
                <c:pt idx="68">
                  <c:v>0.6218999989522557</c:v>
                </c:pt>
                <c:pt idx="69">
                  <c:v>0.6322903824293216</c:v>
                </c:pt>
                <c:pt idx="70">
                  <c:v>0.6781433573759152</c:v>
                </c:pt>
                <c:pt idx="71">
                  <c:v>0.7057209943252559</c:v>
                </c:pt>
                <c:pt idx="72">
                  <c:v>0.6570288221855314</c:v>
                </c:pt>
                <c:pt idx="73">
                  <c:v>0.648043501494696</c:v>
                </c:pt>
                <c:pt idx="74">
                  <c:v>0.6609282974532384</c:v>
                </c:pt>
                <c:pt idx="75">
                  <c:v>0.7108611127619797</c:v>
                </c:pt>
                <c:pt idx="76">
                  <c:v>0.6553385235914786</c:v>
                </c:pt>
                <c:pt idx="77">
                  <c:v>0.7067682902295205</c:v>
                </c:pt>
                <c:pt idx="78">
                  <c:v>0.6649326104897066</c:v>
                </c:pt>
                <c:pt idx="79">
                  <c:v>0.6636312087833753</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xVal>
          <c:yVal>
            <c:numRef>
              <c:f>Sheet1!$C$2:$C$81</c:f>
              <c:numCache>
                <c:formatCode>General</c:formatCode>
                <c:ptCount val="80"/>
                <c:pt idx="0">
                  <c:v>0.168771391</c:v>
                </c:pt>
                <c:pt idx="1">
                  <c:v>0.196937848</c:v>
                </c:pt>
                <c:pt idx="2">
                  <c:v>0.215570339</c:v>
                </c:pt>
                <c:pt idx="3">
                  <c:v>0.243405295</c:v>
                </c:pt>
                <c:pt idx="4">
                  <c:v>0.277431631</c:v>
                </c:pt>
                <c:pt idx="5">
                  <c:v>0.282791484</c:v>
                </c:pt>
                <c:pt idx="6">
                  <c:v>0.289183702</c:v>
                </c:pt>
                <c:pt idx="7">
                  <c:v>0.293855944</c:v>
                </c:pt>
                <c:pt idx="8">
                  <c:v>0.299557904</c:v>
                </c:pt>
                <c:pt idx="9">
                  <c:v>0.302734954</c:v>
                </c:pt>
                <c:pt idx="10">
                  <c:v>0.302925496</c:v>
                </c:pt>
                <c:pt idx="11">
                  <c:v>0.315443776</c:v>
                </c:pt>
                <c:pt idx="12">
                  <c:v>0.326632438</c:v>
                </c:pt>
                <c:pt idx="13">
                  <c:v>0.336167038</c:v>
                </c:pt>
                <c:pt idx="14">
                  <c:v>0.343461069</c:v>
                </c:pt>
                <c:pt idx="15">
                  <c:v>0.347713363</c:v>
                </c:pt>
                <c:pt idx="16">
                  <c:v>0.355981839</c:v>
                </c:pt>
                <c:pt idx="17">
                  <c:v>0.363051786</c:v>
                </c:pt>
                <c:pt idx="18">
                  <c:v>0.364807854</c:v>
                </c:pt>
                <c:pt idx="19">
                  <c:v>0.365011179</c:v>
                </c:pt>
                <c:pt idx="20">
                  <c:v>0.38071269</c:v>
                </c:pt>
                <c:pt idx="21">
                  <c:v>0.383648301</c:v>
                </c:pt>
                <c:pt idx="22">
                  <c:v>0.387348748</c:v>
                </c:pt>
                <c:pt idx="23">
                  <c:v>0.395030327</c:v>
                </c:pt>
                <c:pt idx="24">
                  <c:v>0.398269657</c:v>
                </c:pt>
                <c:pt idx="25">
                  <c:v>0.40106132</c:v>
                </c:pt>
                <c:pt idx="26">
                  <c:v>0.402435665</c:v>
                </c:pt>
                <c:pt idx="27">
                  <c:v>0.403750659</c:v>
                </c:pt>
                <c:pt idx="28">
                  <c:v>0.411700736</c:v>
                </c:pt>
                <c:pt idx="29">
                  <c:v>0.413982797</c:v>
                </c:pt>
                <c:pt idx="30">
                  <c:v>0.418340206</c:v>
                </c:pt>
                <c:pt idx="31">
                  <c:v>0.421446559</c:v>
                </c:pt>
                <c:pt idx="32">
                  <c:v>0.436486928</c:v>
                </c:pt>
                <c:pt idx="33">
                  <c:v>0.438476803</c:v>
                </c:pt>
                <c:pt idx="34">
                  <c:v>0.43906709</c:v>
                </c:pt>
                <c:pt idx="35">
                  <c:v>0.442676491</c:v>
                </c:pt>
                <c:pt idx="36">
                  <c:v>0.443772121</c:v>
                </c:pt>
                <c:pt idx="37">
                  <c:v>0.445006874</c:v>
                </c:pt>
                <c:pt idx="38">
                  <c:v>0.446008545</c:v>
                </c:pt>
                <c:pt idx="39">
                  <c:v>0.456229874</c:v>
                </c:pt>
                <c:pt idx="40">
                  <c:v>0.469009761</c:v>
                </c:pt>
                <c:pt idx="41">
                  <c:v>0.47172778</c:v>
                </c:pt>
                <c:pt idx="42">
                  <c:v>0.474432167</c:v>
                </c:pt>
                <c:pt idx="43">
                  <c:v>0.477012919</c:v>
                </c:pt>
                <c:pt idx="44">
                  <c:v>0.481754693</c:v>
                </c:pt>
                <c:pt idx="45">
                  <c:v>0.491410787</c:v>
                </c:pt>
                <c:pt idx="46">
                  <c:v>0.500635346</c:v>
                </c:pt>
                <c:pt idx="47">
                  <c:v>0.501314581</c:v>
                </c:pt>
                <c:pt idx="48">
                  <c:v>0.507026078</c:v>
                </c:pt>
                <c:pt idx="49">
                  <c:v>0.51856931</c:v>
                </c:pt>
                <c:pt idx="50">
                  <c:v>0.522519374</c:v>
                </c:pt>
                <c:pt idx="51">
                  <c:v>0.523075414</c:v>
                </c:pt>
                <c:pt idx="52">
                  <c:v>0.539461943</c:v>
                </c:pt>
                <c:pt idx="53">
                  <c:v>0.548864177</c:v>
                </c:pt>
                <c:pt idx="54">
                  <c:v>0.56055093</c:v>
                </c:pt>
                <c:pt idx="55">
                  <c:v>0.562146616</c:v>
                </c:pt>
                <c:pt idx="56">
                  <c:v>0.562305585</c:v>
                </c:pt>
                <c:pt idx="57">
                  <c:v>0.568568884</c:v>
                </c:pt>
                <c:pt idx="58">
                  <c:v>0.572854653</c:v>
                </c:pt>
                <c:pt idx="59">
                  <c:v>0.590418204</c:v>
                </c:pt>
                <c:pt idx="60">
                  <c:v>0.597812258</c:v>
                </c:pt>
                <c:pt idx="61">
                  <c:v>0.606987609</c:v>
                </c:pt>
                <c:pt idx="62">
                  <c:v>0.608890399</c:v>
                </c:pt>
                <c:pt idx="63">
                  <c:v>0.616647738</c:v>
                </c:pt>
                <c:pt idx="64">
                  <c:v>0.628995945</c:v>
                </c:pt>
                <c:pt idx="65">
                  <c:v>0.629626463</c:v>
                </c:pt>
                <c:pt idx="66">
                  <c:v>0.630595875</c:v>
                </c:pt>
                <c:pt idx="67">
                  <c:v>0.638839305</c:v>
                </c:pt>
                <c:pt idx="68">
                  <c:v>0.644814538</c:v>
                </c:pt>
                <c:pt idx="69">
                  <c:v>0.645039439</c:v>
                </c:pt>
                <c:pt idx="70">
                  <c:v>0.646857205</c:v>
                </c:pt>
                <c:pt idx="71">
                  <c:v>0.6500243</c:v>
                </c:pt>
                <c:pt idx="72">
                  <c:v>0.651630604</c:v>
                </c:pt>
                <c:pt idx="73">
                  <c:v>0.663793709</c:v>
                </c:pt>
                <c:pt idx="74">
                  <c:v>0.667395006</c:v>
                </c:pt>
                <c:pt idx="75">
                  <c:v>0.67940685</c:v>
                </c:pt>
                <c:pt idx="76">
                  <c:v>0.679632803</c:v>
                </c:pt>
                <c:pt idx="77">
                  <c:v>0.707336013</c:v>
                </c:pt>
                <c:pt idx="78">
                  <c:v>0.708184186</c:v>
                </c:pt>
                <c:pt idx="79">
                  <c:v>0.733222889</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0.8"/>
          <c:min val="0.1"/>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0.1"/>
        <c:auto val="1"/>
        <c:lblAlgn val="ctr"/>
        <c:noMultiLvlLbl val="1"/>
        <c:majorUnit val="0.2"/>
      </c:valAx>
      <c:valAx>
        <c:axId val="2094734552"/>
        <c:scaling>
          <c:orientation val="minMax"/>
          <c:max val="0.8"/>
          <c:min val="0.1"/>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0.1"/>
        <c:crossBetween val="midCat"/>
        <c:majorUnit val="0.2"/>
      </c:valAx>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예측</c:v>
                </c:pt>
              </c:strCache>
            </c:strRef>
          </c:tx>
          <c:spPr>
            <a:solidFill>
              <a:srgbClr val="2C4E82"/>
            </a:solidFill>
            <a:ln>
              <a:noFill/>
            </a:ln>
            <a:effectLst/>
          </c:spPr>
          <c:marker>
            <c:symbol val="circle"/>
            <c:size val="4"/>
            <c:spPr>
              <a:solidFill>
                <a:srgbClr val="2C4E82"/>
              </a:solidFill>
              <a:ln w="9525" cap="flat">
                <a:solidFill>
                  <a:srgbClr val="2C4E82"/>
                </a:solidFill>
                <a:prstDash val="solid"/>
                <a:round/>
              </a:ln>
              <a:effectLst/>
            </c:spPr>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Sheet1!$B$2:$B$81</c:f>
              <c:numCache>
                <c:formatCode>General</c:formatCode>
                <c:ptCount val="80"/>
                <c:pt idx="0">
                  <c:v>5.014760087178658</c:v>
                </c:pt>
                <c:pt idx="1">
                  <c:v>5.019848204384912</c:v>
                </c:pt>
                <c:pt idx="2">
                  <c:v>5.027218633341993</c:v>
                </c:pt>
                <c:pt idx="3">
                  <c:v>5.036901626781821</c:v>
                </c:pt>
                <c:pt idx="4">
                  <c:v>5.052546516110076</c:v>
                </c:pt>
                <c:pt idx="5">
                  <c:v>5.054976947561013</c:v>
                </c:pt>
                <c:pt idx="6">
                  <c:v>5.057209778975983</c:v>
                </c:pt>
                <c:pt idx="7">
                  <c:v>5.059737256558871</c:v>
                </c:pt>
                <c:pt idx="8">
                  <c:v>5.062463613017889</c:v>
                </c:pt>
                <c:pt idx="9">
                  <c:v>5.06318687181286</c:v>
                </c:pt>
                <c:pt idx="10">
                  <c:v>5.065181484985299</c:v>
                </c:pt>
                <c:pt idx="11">
                  <c:v>5.064937763533798</c:v>
                </c:pt>
                <c:pt idx="12">
                  <c:v>5.066163489490742</c:v>
                </c:pt>
                <c:pt idx="13">
                  <c:v>5.066588465186049</c:v>
                </c:pt>
                <c:pt idx="14">
                  <c:v>5.067047009160103</c:v>
                </c:pt>
                <c:pt idx="15">
                  <c:v>5.069480600131183</c:v>
                </c:pt>
                <c:pt idx="16">
                  <c:v>5.071140549057614</c:v>
                </c:pt>
                <c:pt idx="17">
                  <c:v>5.071673924153676</c:v>
                </c:pt>
                <c:pt idx="18">
                  <c:v>5.07271350676164</c:v>
                </c:pt>
                <c:pt idx="19">
                  <c:v>5.075912292900792</c:v>
                </c:pt>
                <c:pt idx="20">
                  <c:v>5.0768670139872665</c:v>
                </c:pt>
                <c:pt idx="21">
                  <c:v>5.081829719568781</c:v>
                </c:pt>
                <c:pt idx="22">
                  <c:v>5.093421126559013</c:v>
                </c:pt>
                <c:pt idx="23">
                  <c:v>5.093406980519469</c:v>
                </c:pt>
                <c:pt idx="24">
                  <c:v>5.094079787985051</c:v>
                </c:pt>
                <c:pt idx="25">
                  <c:v>5.097923568246821</c:v>
                </c:pt>
                <c:pt idx="26">
                  <c:v>5.100731972592453</c:v>
                </c:pt>
                <c:pt idx="27">
                  <c:v>5.10024266485795</c:v>
                </c:pt>
                <c:pt idx="28">
                  <c:v>5.101430850728589</c:v>
                </c:pt>
                <c:pt idx="29">
                  <c:v>5.10296648827209</c:v>
                </c:pt>
                <c:pt idx="30">
                  <c:v>5.102328029109935</c:v>
                </c:pt>
                <c:pt idx="31">
                  <c:v>5.108983281759939</c:v>
                </c:pt>
                <c:pt idx="32">
                  <c:v>5.110110102403452</c:v>
                </c:pt>
                <c:pt idx="33">
                  <c:v>5.112084803887465</c:v>
                </c:pt>
                <c:pt idx="34">
                  <c:v>5.11515349458539</c:v>
                </c:pt>
                <c:pt idx="35">
                  <c:v>5.117482575971468</c:v>
                </c:pt>
                <c:pt idx="36">
                  <c:v>5.119569350467498</c:v>
                </c:pt>
                <c:pt idx="37">
                  <c:v>5.11891044814156</c:v>
                </c:pt>
                <c:pt idx="38">
                  <c:v>5.120219677616308</c:v>
                </c:pt>
                <c:pt idx="39">
                  <c:v>5.12368968688629</c:v>
                </c:pt>
                <c:pt idx="40">
                  <c:v>5.12496549576119</c:v>
                </c:pt>
                <c:pt idx="41">
                  <c:v>5.1256064966754264</c:v>
                </c:pt>
                <c:pt idx="42">
                  <c:v>5.126769881960997</c:v>
                </c:pt>
                <c:pt idx="43">
                  <c:v>5.131111506509654</c:v>
                </c:pt>
                <c:pt idx="44">
                  <c:v>5.138900940659087</c:v>
                </c:pt>
                <c:pt idx="45">
                  <c:v>5.140002695050904</c:v>
                </c:pt>
                <c:pt idx="46">
                  <c:v>5.140255840686759</c:v>
                </c:pt>
                <c:pt idx="47">
                  <c:v>5.1402257858843585</c:v>
                </c:pt>
                <c:pt idx="48">
                  <c:v>5.140899998695285</c:v>
                </c:pt>
                <c:pt idx="49">
                  <c:v>5.141548142688917</c:v>
                </c:pt>
                <c:pt idx="50">
                  <c:v>5.14193638187783</c:v>
                </c:pt>
                <c:pt idx="51">
                  <c:v>5.145811874517688</c:v>
                </c:pt>
                <c:pt idx="52">
                  <c:v>5.147006469633161</c:v>
                </c:pt>
                <c:pt idx="53">
                  <c:v>5.147085393875843</c:v>
                </c:pt>
                <c:pt idx="54">
                  <c:v>5.150562942049462</c:v>
                </c:pt>
                <c:pt idx="55">
                  <c:v>5.154408829351087</c:v>
                </c:pt>
                <c:pt idx="56">
                  <c:v>5.157166397441138</c:v>
                </c:pt>
                <c:pt idx="57">
                  <c:v>5.156644299862498</c:v>
                </c:pt>
                <c:pt idx="58">
                  <c:v>5.161448248746601</c:v>
                </c:pt>
                <c:pt idx="59">
                  <c:v>5.162227093068133</c:v>
                </c:pt>
                <c:pt idx="60">
                  <c:v>5.162525133321394</c:v>
                </c:pt>
                <c:pt idx="61">
                  <c:v>5.171629018773807</c:v>
                </c:pt>
                <c:pt idx="62">
                  <c:v>5.176728867908952</c:v>
                </c:pt>
                <c:pt idx="63">
                  <c:v>5.175602732600164</c:v>
                </c:pt>
                <c:pt idx="64">
                  <c:v>5.179126602886828</c:v>
                </c:pt>
                <c:pt idx="65">
                  <c:v>5.180058119668673</c:v>
                </c:pt>
                <c:pt idx="66">
                  <c:v>5.1814716146682</c:v>
                </c:pt>
                <c:pt idx="67">
                  <c:v>5.183119282193668</c:v>
                </c:pt>
                <c:pt idx="68">
                  <c:v>5.189602976870522</c:v>
                </c:pt>
                <c:pt idx="69">
                  <c:v>5.190899490336428</c:v>
                </c:pt>
                <c:pt idx="70">
                  <c:v>5.191263345773347</c:v>
                </c:pt>
                <c:pt idx="71">
                  <c:v>5.192092406072074</c:v>
                </c:pt>
                <c:pt idx="72">
                  <c:v>5.192519049286272</c:v>
                </c:pt>
                <c:pt idx="73">
                  <c:v>5.194334062877133</c:v>
                </c:pt>
                <c:pt idx="74">
                  <c:v>5.196864168535425</c:v>
                </c:pt>
                <c:pt idx="75">
                  <c:v>5.199238185985117</c:v>
                </c:pt>
                <c:pt idx="76">
                  <c:v>5.20150380398718</c:v>
                </c:pt>
                <c:pt idx="77">
                  <c:v>5.201396153202827</c:v>
                </c:pt>
                <c:pt idx="78">
                  <c:v>5.2167271036381315</c:v>
                </c:pt>
                <c:pt idx="79">
                  <c:v>5.227814663037669</c:v>
                </c:pt>
              </c:numCache>
            </c:numRef>
          </c:yVal>
          <c:smooth val="0"/>
        </c:ser>
        <c:ser>
          <c:idx val="1"/>
          <c:order val="1"/>
          <c:tx>
            <c:strRef>
              <c:f>Sheet1!$C$1</c:f>
              <c:strCache>
                <c:ptCount val="1"/>
                <c:pt idx="0">
                  <c:v>실측=예측</c:v>
                </c:pt>
              </c:strCache>
            </c:strRef>
          </c:tx>
          <c:spPr>
            <a:solidFill>
              <a:srgbClr val="C0392B"/>
            </a:solidFill>
            <a:ln w="12700" cap="flat">
              <a:solidFill>
                <a:srgbClr val="C0392B"/>
              </a:solidFill>
              <a:prstDash val="solid"/>
              <a:round/>
            </a:ln>
            <a:effectLst/>
          </c:spPr>
          <c:marker>
            <c:symbol val="none"/>
          </c:marker>
          <c:xVal>
            <c:numRef>
              <c:f>Sheet1!$A$2:$A$81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xVal>
          <c:yVal>
            <c:numRef>
              <c:f>Sheet1!$C$2:$C$81</c:f>
              <c:numCache>
                <c:formatCode>General</c:formatCode>
                <c:ptCount val="80"/>
                <c:pt idx="0">
                  <c:v>5.014839964</c:v>
                </c:pt>
                <c:pt idx="1">
                  <c:v>5.019158706</c:v>
                </c:pt>
                <c:pt idx="2">
                  <c:v>5.026994313</c:v>
                </c:pt>
                <c:pt idx="3">
                  <c:v>5.036686668</c:v>
                </c:pt>
                <c:pt idx="4">
                  <c:v>5.052349141</c:v>
                </c:pt>
                <c:pt idx="5">
                  <c:v>5.055668282</c:v>
                </c:pt>
                <c:pt idx="6">
                  <c:v>5.057062439</c:v>
                </c:pt>
                <c:pt idx="7">
                  <c:v>5.060211409</c:v>
                </c:pt>
                <c:pt idx="8">
                  <c:v>5.0625295</c:v>
                </c:pt>
                <c:pt idx="9">
                  <c:v>5.063972627</c:v>
                </c:pt>
                <c:pt idx="10">
                  <c:v>5.065304894</c:v>
                </c:pt>
                <c:pt idx="11">
                  <c:v>5.065757042</c:v>
                </c:pt>
                <c:pt idx="12">
                  <c:v>5.065804184</c:v>
                </c:pt>
                <c:pt idx="13">
                  <c:v>5.066530643</c:v>
                </c:pt>
                <c:pt idx="14">
                  <c:v>5.066906966</c:v>
                </c:pt>
                <c:pt idx="15">
                  <c:v>5.069445234</c:v>
                </c:pt>
                <c:pt idx="16">
                  <c:v>5.070807846</c:v>
                </c:pt>
                <c:pt idx="17">
                  <c:v>5.07217806</c:v>
                </c:pt>
                <c:pt idx="18">
                  <c:v>5.072880038</c:v>
                </c:pt>
                <c:pt idx="19">
                  <c:v>5.076140387</c:v>
                </c:pt>
                <c:pt idx="20">
                  <c:v>5.076455136</c:v>
                </c:pt>
                <c:pt idx="21">
                  <c:v>5.082198852</c:v>
                </c:pt>
                <c:pt idx="22">
                  <c:v>5.09285287</c:v>
                </c:pt>
                <c:pt idx="23">
                  <c:v>5.093504808</c:v>
                </c:pt>
                <c:pt idx="24">
                  <c:v>5.093590159</c:v>
                </c:pt>
                <c:pt idx="25">
                  <c:v>5.098373074</c:v>
                </c:pt>
                <c:pt idx="26">
                  <c:v>5.100529298</c:v>
                </c:pt>
                <c:pt idx="27">
                  <c:v>5.100892462</c:v>
                </c:pt>
                <c:pt idx="28">
                  <c:v>5.101608601</c:v>
                </c:pt>
                <c:pt idx="29">
                  <c:v>5.102536722</c:v>
                </c:pt>
                <c:pt idx="30">
                  <c:v>5.102757915</c:v>
                </c:pt>
                <c:pt idx="31">
                  <c:v>5.108722713</c:v>
                </c:pt>
                <c:pt idx="32">
                  <c:v>5.110192386</c:v>
                </c:pt>
                <c:pt idx="33">
                  <c:v>5.112304263</c:v>
                </c:pt>
                <c:pt idx="34">
                  <c:v>5.114853095</c:v>
                </c:pt>
                <c:pt idx="35">
                  <c:v>5.117778158</c:v>
                </c:pt>
                <c:pt idx="36">
                  <c:v>5.118875743</c:v>
                </c:pt>
                <c:pt idx="37">
                  <c:v>5.118907438</c:v>
                </c:pt>
                <c:pt idx="38">
                  <c:v>5.120254908</c:v>
                </c:pt>
                <c:pt idx="39">
                  <c:v>5.123540976</c:v>
                </c:pt>
                <c:pt idx="40">
                  <c:v>5.124616531</c:v>
                </c:pt>
                <c:pt idx="41">
                  <c:v>5.125409397</c:v>
                </c:pt>
                <c:pt idx="42">
                  <c:v>5.126475747</c:v>
                </c:pt>
                <c:pt idx="43">
                  <c:v>5.130680353</c:v>
                </c:pt>
                <c:pt idx="44">
                  <c:v>5.138547103</c:v>
                </c:pt>
                <c:pt idx="45">
                  <c:v>5.139936256</c:v>
                </c:pt>
                <c:pt idx="46">
                  <c:v>5.140254327</c:v>
                </c:pt>
                <c:pt idx="47">
                  <c:v>5.140458342</c:v>
                </c:pt>
                <c:pt idx="48">
                  <c:v>5.140743893</c:v>
                </c:pt>
                <c:pt idx="49">
                  <c:v>5.141273092</c:v>
                </c:pt>
                <c:pt idx="50">
                  <c:v>5.141406069</c:v>
                </c:pt>
                <c:pt idx="51">
                  <c:v>5.145978474</c:v>
                </c:pt>
                <c:pt idx="52">
                  <c:v>5.147032235</c:v>
                </c:pt>
                <c:pt idx="53">
                  <c:v>5.147550732</c:v>
                </c:pt>
                <c:pt idx="54">
                  <c:v>5.149230073</c:v>
                </c:pt>
                <c:pt idx="55">
                  <c:v>5.155045489</c:v>
                </c:pt>
                <c:pt idx="56">
                  <c:v>5.15518278</c:v>
                </c:pt>
                <c:pt idx="57">
                  <c:v>5.156483541</c:v>
                </c:pt>
                <c:pt idx="58">
                  <c:v>5.161252751</c:v>
                </c:pt>
                <c:pt idx="59">
                  <c:v>5.162446785</c:v>
                </c:pt>
                <c:pt idx="60">
                  <c:v>5.162574962</c:v>
                </c:pt>
                <c:pt idx="61">
                  <c:v>5.172233693</c:v>
                </c:pt>
                <c:pt idx="62">
                  <c:v>5.175352741</c:v>
                </c:pt>
                <c:pt idx="63">
                  <c:v>5.175537128</c:v>
                </c:pt>
                <c:pt idx="64">
                  <c:v>5.179482801</c:v>
                </c:pt>
                <c:pt idx="65">
                  <c:v>5.180497687</c:v>
                </c:pt>
                <c:pt idx="66">
                  <c:v>5.181464142</c:v>
                </c:pt>
                <c:pt idx="67">
                  <c:v>5.182723608</c:v>
                </c:pt>
                <c:pt idx="68">
                  <c:v>5.189728181</c:v>
                </c:pt>
                <c:pt idx="69">
                  <c:v>5.190650884</c:v>
                </c:pt>
                <c:pt idx="70">
                  <c:v>5.191412022</c:v>
                </c:pt>
                <c:pt idx="71">
                  <c:v>5.191891407</c:v>
                </c:pt>
                <c:pt idx="72">
                  <c:v>5.193179269</c:v>
                </c:pt>
                <c:pt idx="73">
                  <c:v>5.194406987</c:v>
                </c:pt>
                <c:pt idx="74">
                  <c:v>5.197409584</c:v>
                </c:pt>
                <c:pt idx="75">
                  <c:v>5.198725542</c:v>
                </c:pt>
                <c:pt idx="76">
                  <c:v>5.201275891</c:v>
                </c:pt>
                <c:pt idx="77">
                  <c:v>5.202048163</c:v>
                </c:pt>
                <c:pt idx="78">
                  <c:v>5.217970769</c:v>
                </c:pt>
                <c:pt idx="79">
                  <c:v>5.22773453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5.25"/>
          <c:min val="5"/>
        </c:scaling>
        <c:delete val="0"/>
        <c:axPos val="b"/>
        <c:title>
          <c:tx>
            <c:rich>
              <a:bodyPr/>
              <a:lstStyle/>
              <a:p>
                <a:pPr>
                  <a:defRPr sz="700" b="0" i="0" u="none" strike="noStrike">
                    <a:solidFill>
                      <a:srgbClr val="6B7A8F"/>
                    </a:solidFill>
                    <a:latin typeface="Arial"/>
                  </a:defRPr>
                </a:pPr>
                <a:r>
                  <a:rPr sz="700" b="0" i="0" u="none" strike="noStrike">
                    <a:solidFill>
                      <a:srgbClr val="6B7A8F"/>
                    </a:solidFill>
                    <a:latin typeface="Arial"/>
                  </a:rPr>
                  <a:t>실측</a:t>
                </a:r>
              </a:p>
            </c:rich>
          </c:tx>
          <c:layout/>
          <c:overlay val="0"/>
        </c:title>
        <c:numFmt formatCode="0.00" sourceLinked="1"/>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2"/>
        <c:crossesAt val="5"/>
        <c:auto val="1"/>
        <c:lblAlgn val="ctr"/>
        <c:noMultiLvlLbl val="1"/>
        <c:majorUnit val="0.05"/>
      </c:valAx>
      <c:valAx>
        <c:axId val="2094734552"/>
        <c:scaling>
          <c:orientation val="minMax"/>
          <c:max val="5.25"/>
          <c:min val="5"/>
        </c:scaling>
        <c:delete val="0"/>
        <c:axPos val="l"/>
        <c:majorGridlines>
          <c:spPr>
            <a:ln w="6350" cap="flat">
              <a:solidFill>
                <a:srgbClr val="EEF1F5"/>
              </a:solidFill>
              <a:prstDash val="solid"/>
              <a:round/>
            </a:ln>
          </c:spPr>
        </c:majorGridlines>
        <c:title>
          <c:tx>
            <c:rich>
              <a:bodyPr/>
              <a:lstStyle/>
              <a:p>
                <a:pPr>
                  <a:defRPr sz="700" b="0" i="0" u="none" strike="noStrike">
                    <a:solidFill>
                      <a:srgbClr val="6B7A8F"/>
                    </a:solidFill>
                    <a:latin typeface="Arial"/>
                  </a:defRPr>
                </a:pPr>
                <a:r>
                  <a:rPr sz="700" b="0" i="0" u="none" strike="noStrike">
                    <a:solidFill>
                      <a:srgbClr val="6B7A8F"/>
                    </a:solidFill>
                    <a:latin typeface="Arial"/>
                  </a:rPr>
                  <a:t>예측</a:t>
                </a:r>
              </a:p>
            </c:rich>
          </c:tx>
          <c:layout/>
          <c:overlay val="0"/>
        </c:title>
        <c:numFmt formatCode="0.00" sourceLinked="0"/>
        <c:majorTickMark val="none"/>
        <c:minorTickMark val="none"/>
        <c:tickLblPos val="nextTo"/>
        <c:spPr>
          <a:ln w="12700" cap="flat">
            <a:solidFill>
              <a:srgbClr val="888888"/>
            </a:solidFill>
            <a:prstDash val="solid"/>
            <a:round/>
          </a:ln>
        </c:spPr>
        <c:txPr>
          <a:bodyPr/>
          <a:lstStyle/>
          <a:p>
            <a:pPr>
              <a:defRPr sz="700" b="0" i="0" u="none" strike="noStrike">
                <a:solidFill>
                  <a:srgbClr val="6B7A8F"/>
                </a:solidFill>
                <a:latin typeface="Arial"/>
              </a:defRPr>
            </a:pPr>
            <a:endParaRPr lang="en-US"/>
          </a:p>
        </c:txPr>
        <c:crossAx val="2094734554"/>
        <c:crossesAt val="5"/>
        <c:crossBetween val="midCat"/>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에이전트 기반 개발환경에서 형상·해석 자동화를 구축하고, 실험계획법으로 데이터를 확보해 머신러닝 대리모델까지 만든 과정을 다룬다.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 개발환경, 02 설계변수와 설계공간, 03 실험계획법 기반 자동해석과 데이터 확보, 04 머신러닝 대리모델 구축 순서로 진행한다.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설계최적화 전체 흐름이다. 후보 설계변수 11개를 정의하고, 확정적 선별 설계(DSD) 29회로 활성 변수 8개를 선별했다. 활성 변수로 최적라틴방격법(OLHD) 80점을 해석해 가우시안 프로세스 회귀(GPR) 대리모델을 학습시켰고, 교차검증으로 처음 보는 설계도 잘 맞히는지 확인했다. 2단계로 나눈 이유는 역할이 다르기 때문이다. DSD는 적은 해석으로 주효과(변수 하나만의 효과)를 판정하는 데 강하지만, 교호작용(변수끼리 얽힌 효과)의 크기는 정확히 분리하지 못한다. 그 부분은 GPR이 맡는다.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정책상 CAD·해석 모델과 원본 결과는 외부로 나갈 수 없다. 따라서 외부에서는 코드와 문서만 작성하고, 형상 생성과 해석은 전적으로 내부망에서 수행한다. 실행 결과는 개발자가 확인한 뒤 필요한 요구사항만 정리해 전달하는 방식으로 운영했다.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AI 에이전트에서 작업 브랜치를 연결하는 화면, 오른쪽은 그 결과가 저장소에 버전별 브랜치로 쌓이는 화면이다. 세션이 바뀌어도 저장소를 읽어 이전 맥락을 이어받기 때문에 같은 설명을 반복할 필요가 없고, 커밋 메시지가 설계 변경 사유로 남아 이력 추적이 가능하다. 화면에 보이는 설계 세부값은 마스킹 처리했다.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지난 차수에서 구축한 해석 자동화 환경의 시스템 아키텍처다. 개발 환경에서 작성한 Python 코드가 API를 통해 CAD와 해석 프로그램을 직접 제어하며, 형상 생성부터 결과 추출까지 전 과정이 코드로 연결된다. 코드 이전은 망분리 정책에 따라 수동으로 수행한다.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냉각유는 1차 통과를 지난 뒤 분기에서 일부가 전원공급모듈로 빠지기 때문에, 2차 통과에는 남은 유량만 흐른다. 핀 조건을 하나로 묶으면 한쪽에 맞추는 순간 다른 쪽이 불리해지므로, 핀 두께와 개수를 1차·2차 따로 두어 후보 변수는 11개가 된다. 변수가 많을수록 학습에 필요한 해석 횟수가 크게 늘기 때문에, 먼저 영향 있는 변수만 골라낸다.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자동해석 구조에 선별 실험표 생성(DSD.py)과 선별 판정·대리모델 학습(DSD_analysis.py, ML.py)을 추가했다. 형상 빌드, 해석, 결과 저장 모듈은 그대로 활용한다. 선별이 끝나면 프로그램이 멈추고 판정 결과를 사람이 확인한 뒤 2단계로 넘어간다.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설계값을 Equation Manager 전역변수에 써넣고 리빌드한 뒤 질량 특성과 STEP 파일을 얻는 과정이다. 변수명이 어긋나면 즉시 중단해 형상이 바뀌지 않은 채 해석되는 사고를 막았고, 핀 간격처럼 다른 변수에서 결정되는 값은 CAD 수식에 맡겨 두 곳에서 따로 계산하지 않도록 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해석 모델은 처음에 GUI로 한 번 직접 구성하고, 그 과정을 스크립트 리코더로 기록했다. 기록된 스크립트는 형상 치수가 고정값으로 박혀 있어 그대로는 재사용할 수 없으므로, AI 에이전트와 함께 설계변수 기반 코드로 정리했다. 이후에는 형상 파일만 바뀌면 같은 절차를 코드가 매 회차 재현한다. 단계별 GUI 설정은 부록 A-1에 정리했다.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후보 변수 11개 중 영향 있는 변수만 골라내기 위해 선별 실험을 했습니다. 기법은 DSD, 확정적 선별 설계로, 29번 해석으로 11개 변수를 판정하는 표준 실험표입니다. 왼쪽 표에서 한 줄이 해석 한 번이고, 매번 변수 하나만 중간값, 나머지는 최소·최대값에 둡니다. 아래 절반은 위 절반을 정반대로 뒤집은 것이고, 마지막 한 번은 전부 중간값입니다. 여기에 형상에 아무 영향도 주지 않는 가짜 인자 3개를 같이 넣었습니다. 오른쪽은 최고온도 예시인데, 가짜 인자 3개의 효과로 잡음 수준을 약 0.09℃로 산정했고, 여기에 통계표 기준 3.18배를 곱한 약 0.28℃를 판정 문턱으로 삼았습니다. 1차 핀 개수는 2.5℃로 이보다 훨씬 커서 영향 있는 변수로, 1차 핀 두께는 0.19℃로 문턱 안쪽이라 최고온도에는 영향 없는 것으로 판정합니다. 판정 규칙은 결과를 보기 전에 고정했습니다.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숫자는 분산 기여율, 즉 응답 변동 중 그 변수가 설명하는 비율이다. 11개 중 8개가 활성, 입구 각도·중간 각도·출구 유로 두께 3개는 어떤 응답에서도 기준을 넘지 못해 고정했다. 눈여겨볼 점은 1차 핀 개수가 1차 균일도를, 2차 핀 개수가 2차 균일도를 각각 좌우한다는 것이다. 핀을 1차·2차로 나눈 판단이 데이터로 뒷받침된다.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활성 변수 8개로 최적라틴방격법(OLHD) 80점을 해석했다. OLHD는 각 변수의 범위를 80구간으로 나눠 구간마다 한 점씩 쓰고, 점 사이 최소 거리가 최대가 되도록 배치해 적은 점으로도 설계공간을 고르게 채우는 실험계획법이다. 핀 개수가 가장 중요한 변수로 나왔기 때문에 개수를 10~24개 전 범위에 고르게 먼저 두고, 두께는 그 개수에서 만들 수 있는 범위로 맞췄다.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가우시안 프로세스 회귀(GPR)는 해석 결과를 학습해 해석하지 않은 설계의 성능을 예측하는 대리모델이다. 다른 회귀 모델과 달리 예측값과 함께 불확실성(신뢰구간)을 준다. 실험점이 촘촘한 곳은 불확실성이 작고, 실험점 사이가 먼 곳은 커진다. 불확실성이 큰 곳은 정보가 부족한 곳이라, 차월 적응 샘플링에서 어디를 추가로 해석할지 정하는 데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10-fold 교차검증으로 정확도를 확인했다. 80점을 10묶음으로 나눠 한 묶음씩 빼고 학습한 모델로 빠진 묶음을 예측했다. 즉 모델이 처음 보는 설계를 얼마나 맞히는지 본 것이다. 점이 빨간 대각선에 가까울수록 정확하다. 결정계수 R²는 1에 가까울수록 정확한데, 응답 7개 모두 0.89 이상이고 2차 균일도가 0.893으로 가장 낮다.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응답마다 1순위 변수를 DSD 분산 기여율(29회)과 GPR 기반 Sobol 주효과 지수 S1(80점 학습)에서 각각 뽑아 비교한 것이다. 방법도 데이터도 다른데 7개 중 6개가 같았고, 중량은 핀 변수 4개가 비슷하게 영향을 줘서 순위 차이에 의미가 없다. 오른쪽은 DSD로는 분리할 수 없는 교호작용의 비율로, 1에서 주효과 지수의 합을 뺀 값이다. 온도나 분기비는 거의 주효과로 설명되지만, 1차·2차 균일도는 13~19%가 교호작용이다. 예를 들어 분기 입구 두께는 2차 균일도에 주효과 지수 7% 정도지만, 교호작용까지 포함한 총효과 지수는 18%다. 그래서 균일도는 변수를 하나씩 조정해서는 최적점을 찾기 어렵고, 대리모델 기반으로 함께 탐색해야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정확도가 낮은 응답은 2차 균일도다. 값 자체가 0에 가깝고, 분기 이후 구간이라 교호작용이 응답 중 가장 크다. 80점만으로는 이 영역을 충분히 덮지 못했다. 차월에는 대리모델의 불확실성이 큰 지점을 골라 해석을 추가하는 적응 샘플링으로 이 부분을 보강하고, 그 위에서 다목적 최적화로 파레토 최적해를 찾는다.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기본 14회는 회의 행렬이라는 표로, 대각선은 0, 나머지는 ±1이고, 아무 두 변수를 골라도 같은 쪽인 횟수와 반대쪽인 횟수가 같다. 거울상은 기본 14회의 부호를 모두 뒤집은 것으로, 쌍에서 주효과는 부호가 뒤집히고 교호작용·곡률은 그대로라 주효과가 교호작용·곡률과 섞이지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질문이 나올 때만 쓰는 부록이다. 가짜 인자 3개의 효과를 제곱해 평균 내고 제곱근을 씌워 잡음 수준 약 0.09℃를 구했다. 잡음을 자료 3개로만 쟀기 때문에 t 분포표에서 자유도 3, 양쪽 5% 기준인 3.18배를 곱해 판정 문턱 약 0.28℃를 정했다. 각 변수의 효과가 잡음의 몇 배인지로 p값을 구하며, 문턱 0.28℃는 p = 0.05와 같은 기준이다.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chart" Target="/ppt/charts/chart5.xml"/><Relationship Id="rId4" Type="http://schemas.openxmlformats.org/officeDocument/2006/relationships/chart" Target="/ppt/charts/chart6.xml"/><Relationship Id="rId5" Type="http://schemas.openxmlformats.org/officeDocument/2006/relationships/chart" Target="/ppt/charts/chart7.xml"/><Relationship Id="rId6" Type="http://schemas.openxmlformats.org/officeDocument/2006/relationships/chart" Target="/ppt/charts/chart8.xml"/><Relationship Id="rId7" Type="http://schemas.openxmlformats.org/officeDocument/2006/relationships/chart" Target="/ppt/charts/chart9.xm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05B"/>
        </a:solidFill>
      </p:bgPr>
    </p:bg>
    <p:spTree>
      <p:nvGrpSpPr>
        <p:cNvPr id="1" name=""/>
        <p:cNvGrpSpPr/>
        <p:nvPr/>
      </p:nvGrpSpPr>
      <p:grpSpPr>
        <a:xfrm>
          <a:off x="0" y="0"/>
          <a:ext cx="0" cy="0"/>
          <a:chOff x="0" y="0"/>
          <a:chExt cx="0" cy="0"/>
        </a:xfrm>
      </p:grpSpPr>
      <p:sp>
        <p:nvSpPr>
          <p:cNvPr id="2" name="Shape 0"/>
          <p:cNvSpPr/>
          <p:nvPr/>
        </p:nvSpPr>
        <p:spPr>
          <a:xfrm>
            <a:off x="8869680" y="-1463040"/>
            <a:ext cx="4937760" cy="4937760"/>
          </a:xfrm>
          <a:prstGeom prst="ellipse">
            <a:avLst/>
          </a:prstGeom>
          <a:solidFill>
            <a:srgbClr val="2C4E82">
              <a:alpha val="45000"/>
            </a:srgbClr>
          </a:solidFill>
          <a:ln w="12700">
            <a:solidFill>
              <a:srgbClr val="2C4E82">
                <a:alpha val="0"/>
              </a:srgbClr>
            </a:solidFill>
            <a:prstDash val="solid"/>
          </a:ln>
        </p:spPr>
      </p:sp>
      <p:sp>
        <p:nvSpPr>
          <p:cNvPr id="3" name="Shape 1"/>
          <p:cNvSpPr/>
          <p:nvPr/>
        </p:nvSpPr>
        <p:spPr>
          <a:xfrm>
            <a:off x="10241280" y="3931920"/>
            <a:ext cx="3108960" cy="3108960"/>
          </a:xfrm>
          <a:prstGeom prst="ellipse">
            <a:avLst/>
          </a:prstGeom>
          <a:solidFill>
            <a:srgbClr val="00A3C4">
              <a:alpha val="22000"/>
            </a:srgbClr>
          </a:solidFill>
          <a:ln w="12700">
            <a:solidFill>
              <a:srgbClr val="00A3C4">
                <a:alpha val="0"/>
              </a:srgbClr>
            </a:solidFill>
            <a:prstDash val="solid"/>
          </a:ln>
        </p:spPr>
      </p:sp>
      <p:sp>
        <p:nvSpPr>
          <p:cNvPr id="4" name="Text 2"/>
          <p:cNvSpPr txBox="1"/>
          <p:nvPr/>
        </p:nvSpPr>
        <p:spPr>
          <a:xfrm>
            <a:off x="777240" y="1298448"/>
            <a:ext cx="7315200" cy="292608"/>
          </a:xfrm>
          <a:prstGeom prst="rect">
            <a:avLst/>
          </a:prstGeom>
          <a:noFill/>
          <a:ln/>
        </p:spPr>
        <p:txBody>
          <a:bodyPr wrap="square" lIns="0" tIns="0" rIns="0" bIns="0" rtlCol="0" anchor="ctr"/>
          <a:lstStyle/>
          <a:p>
            <a:pPr indent="0" marL="0">
              <a:buNone/>
            </a:pPr>
            <a:r>
              <a:rPr lang="en-US" sz="1200" b="1" spc="200" kern="0" dirty="0">
                <a:solidFill>
                  <a:srgbClr val="00A3C4"/>
                </a:solidFill>
                <a:latin typeface="Malgun Gothic" pitchFamily="34" charset="0"/>
                <a:ea typeface="Malgun Gothic" pitchFamily="34" charset="-122"/>
                <a:cs typeface="Malgun Gothic" pitchFamily="34" charset="-120"/>
              </a:rPr>
              <a:t>학습조직</a:t>
            </a:r>
            <a:endParaRPr lang="en-US" sz="1200" dirty="0"/>
          </a:p>
        </p:txBody>
      </p:sp>
      <p:sp>
        <p:nvSpPr>
          <p:cNvPr id="5" name="Text 3"/>
          <p:cNvSpPr txBox="1"/>
          <p:nvPr/>
        </p:nvSpPr>
        <p:spPr>
          <a:xfrm>
            <a:off x="777240" y="1719072"/>
            <a:ext cx="8412480" cy="1737360"/>
          </a:xfrm>
          <a:prstGeom prst="rect">
            <a:avLst/>
          </a:prstGeom>
          <a:noFill/>
          <a:ln/>
        </p:spPr>
        <p:txBody>
          <a:bodyPr wrap="square" lIns="0" tIns="0" rIns="0" bIns="0" rtlCol="0" anchor="ctr"/>
          <a:lstStyle/>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형상 생성부터</a:t>
            </a:r>
            <a:endParaRPr lang="en-US" sz="4000" dirty="0"/>
          </a:p>
          <a:p>
            <a:pPr indent="0" marL="0">
              <a:lnSpc>
                <a:spcPct val="112000"/>
              </a:lnSpc>
              <a:buNone/>
            </a:pPr>
            <a:r>
              <a:rPr lang="en-US" sz="4000" b="1" dirty="0">
                <a:solidFill>
                  <a:srgbClr val="FFFFFF"/>
                </a:solidFill>
                <a:latin typeface="Malgun Gothic" pitchFamily="34" charset="0"/>
                <a:ea typeface="Malgun Gothic" pitchFamily="34" charset="-122"/>
                <a:cs typeface="Malgun Gothic" pitchFamily="34" charset="-120"/>
              </a:rPr>
              <a:t>설계최적화까지</a:t>
            </a:r>
            <a:endParaRPr lang="en-US" sz="4000" dirty="0"/>
          </a:p>
        </p:txBody>
      </p:sp>
      <p:sp>
        <p:nvSpPr>
          <p:cNvPr id="6" name="Text 4"/>
          <p:cNvSpPr txBox="1"/>
          <p:nvPr/>
        </p:nvSpPr>
        <p:spPr>
          <a:xfrm>
            <a:off x="777240" y="3529584"/>
            <a:ext cx="8229600" cy="365760"/>
          </a:xfrm>
          <a:prstGeom prst="rect">
            <a:avLst/>
          </a:prstGeom>
          <a:noFill/>
          <a:ln/>
        </p:spPr>
        <p:txBody>
          <a:bodyPr wrap="square" lIns="0" tIns="0" rIns="0" bIns="0" rtlCol="0" anchor="ctr"/>
          <a:lstStyle/>
          <a:p>
            <a:pPr indent="0" marL="0">
              <a:buNone/>
            </a:pPr>
            <a:r>
              <a:rPr lang="en-US" sz="1600" b="1" dirty="0">
                <a:solidFill>
                  <a:srgbClr val="CFE0F2"/>
                </a:solidFill>
                <a:latin typeface="Malgun Gothic" pitchFamily="34" charset="0"/>
                <a:ea typeface="Malgun Gothic" pitchFamily="34" charset="-122"/>
                <a:cs typeface="Malgun Gothic" pitchFamily="34" charset="-120"/>
              </a:rPr>
              <a:t>AI 기반 형상·해석 자동화 연계 설계최적화</a:t>
            </a:r>
            <a:endParaRPr lang="en-US" sz="1600" dirty="0"/>
          </a:p>
        </p:txBody>
      </p:sp>
      <p:sp>
        <p:nvSpPr>
          <p:cNvPr id="7" name="Text 5"/>
          <p:cNvSpPr txBox="1"/>
          <p:nvPr/>
        </p:nvSpPr>
        <p:spPr>
          <a:xfrm>
            <a:off x="777240" y="3895344"/>
            <a:ext cx="82296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수냉식 냉각판 유로·방열핀 설계 사례</a:t>
            </a:r>
            <a:endParaRPr lang="en-US" sz="1200" dirty="0"/>
          </a:p>
        </p:txBody>
      </p:sp>
      <p:sp>
        <p:nvSpPr>
          <p:cNvPr id="8" name="Shape 6"/>
          <p:cNvSpPr/>
          <p:nvPr/>
        </p:nvSpPr>
        <p:spPr>
          <a:xfrm>
            <a:off x="777240" y="4498848"/>
            <a:ext cx="6035040" cy="566928"/>
          </a:xfrm>
          <a:prstGeom prst="roundRect">
            <a:avLst>
              <a:gd name="adj" fmla="val 12903"/>
            </a:avLst>
          </a:prstGeom>
          <a:solidFill>
            <a:srgbClr val="2C4E82"/>
          </a:solidFill>
          <a:ln w="12700">
            <a:solidFill>
              <a:srgbClr val="2C4E82"/>
            </a:solidFill>
            <a:prstDash val="solid"/>
          </a:ln>
        </p:spPr>
      </p:sp>
      <p:sp>
        <p:nvSpPr>
          <p:cNvPr id="9" name="Text 7"/>
          <p:cNvSpPr txBox="1"/>
          <p:nvPr/>
        </p:nvSpPr>
        <p:spPr>
          <a:xfrm>
            <a:off x="777240" y="4498848"/>
            <a:ext cx="603504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AI 기반 자동해석  ·  머신러닝 대리모델 구축</a:t>
            </a:r>
            <a:endParaRPr lang="en-US" sz="1300" dirty="0"/>
          </a:p>
        </p:txBody>
      </p:sp>
      <p:sp>
        <p:nvSpPr>
          <p:cNvPr id="10" name="Text 8"/>
          <p:cNvSpPr txBox="1"/>
          <p:nvPr/>
        </p:nvSpPr>
        <p:spPr>
          <a:xfrm>
            <a:off x="777240" y="5394960"/>
            <a:ext cx="7315200" cy="292608"/>
          </a:xfrm>
          <a:prstGeom prst="rect">
            <a:avLst/>
          </a:prstGeom>
          <a:noFill/>
          <a:ln/>
        </p:spPr>
        <p:txBody>
          <a:bodyPr wrap="square" lIns="0" tIns="0" rIns="0" bIns="0" rtlCol="0" anchor="ctr"/>
          <a:lstStyle/>
          <a:p>
            <a:pPr indent="0" marL="0">
              <a:buNone/>
            </a:pPr>
            <a:r>
              <a:rPr lang="en-US" sz="1200" dirty="0">
                <a:solidFill>
                  <a:srgbClr val="CFE0F2"/>
                </a:solidFill>
                <a:latin typeface="Malgun Gothic" pitchFamily="34" charset="0"/>
                <a:ea typeface="Malgun Gothic" pitchFamily="34" charset="-122"/>
                <a:cs typeface="Malgun Gothic" pitchFamily="34" charset="-120"/>
              </a:rPr>
              <a:t>소속 / 성명 / 발표일자</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5F8"/>
        </a:solidFill>
      </p:bgPr>
    </p:bg>
    <p:spTree>
      <p:nvGrpSpPr>
        <p:cNvPr id="1" name=""/>
        <p:cNvGrpSpPr/>
        <p:nvPr/>
      </p:nvGrpSpPr>
      <p:grpSpPr>
        <a:xfrm>
          <a:off x="0" y="0"/>
          <a:ext cx="0" cy="0"/>
          <a:chOff x="0" y="0"/>
          <a:chExt cx="0" cy="0"/>
        </a:xfrm>
      </p:grpSpPr>
      <p:sp>
        <p:nvSpPr>
          <p:cNvPr id="2" name="Text 0"/>
          <p:cNvSpPr txBox="1"/>
          <p:nvPr/>
        </p:nvSpPr>
        <p:spPr>
          <a:xfrm>
            <a:off x="502920" y="457200"/>
            <a:ext cx="5486400" cy="457200"/>
          </a:xfrm>
          <a:prstGeom prst="rect">
            <a:avLst/>
          </a:prstGeom>
          <a:noFill/>
          <a:ln/>
        </p:spPr>
        <p:txBody>
          <a:bodyPr wrap="square" lIns="0" tIns="0" rIns="0" bIns="0" rtlCol="0" anchor="ctr"/>
          <a:lstStyle/>
          <a:p>
            <a:pPr indent="0" marL="0">
              <a:buNone/>
            </a:pPr>
            <a:r>
              <a:rPr lang="en-US" sz="2600" b="1" spc="300" kern="0" dirty="0">
                <a:solidFill>
                  <a:srgbClr val="16305B"/>
                </a:solidFill>
                <a:latin typeface="Malgun Gothic" pitchFamily="34" charset="0"/>
                <a:ea typeface="Malgun Gothic" pitchFamily="34" charset="-122"/>
                <a:cs typeface="Malgun Gothic" pitchFamily="34" charset="-120"/>
              </a:rPr>
              <a:t>목   차</a:t>
            </a:r>
            <a:endParaRPr lang="en-US" sz="2600" dirty="0"/>
          </a:p>
        </p:txBody>
      </p:sp>
      <p:sp>
        <p:nvSpPr>
          <p:cNvPr id="3" name="Shape 1"/>
          <p:cNvSpPr/>
          <p:nvPr/>
        </p:nvSpPr>
        <p:spPr>
          <a:xfrm>
            <a:off x="502920" y="1234440"/>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 name="Text 2"/>
          <p:cNvSpPr txBox="1"/>
          <p:nvPr/>
        </p:nvSpPr>
        <p:spPr>
          <a:xfrm>
            <a:off x="777240" y="1362456"/>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01</a:t>
            </a:r>
            <a:endParaRPr lang="en-US" sz="3800" dirty="0"/>
          </a:p>
        </p:txBody>
      </p:sp>
      <p:sp>
        <p:nvSpPr>
          <p:cNvPr id="5" name="Text 3"/>
          <p:cNvSpPr txBox="1"/>
          <p:nvPr/>
        </p:nvSpPr>
        <p:spPr>
          <a:xfrm>
            <a:off x="2057400" y="1362456"/>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AI 에이전트 기반 개발환경 구축</a:t>
            </a:r>
            <a:endParaRPr lang="en-US" sz="1500" dirty="0"/>
          </a:p>
        </p:txBody>
      </p:sp>
      <p:sp>
        <p:nvSpPr>
          <p:cNvPr id="6" name="Shape 4"/>
          <p:cNvSpPr/>
          <p:nvPr/>
        </p:nvSpPr>
        <p:spPr>
          <a:xfrm>
            <a:off x="6583680" y="1472184"/>
            <a:ext cx="18288" cy="603504"/>
          </a:xfrm>
          <a:prstGeom prst="rect">
            <a:avLst/>
          </a:prstGeom>
          <a:solidFill>
            <a:srgbClr val="DDE3EB"/>
          </a:solidFill>
          <a:ln w="12700">
            <a:solidFill>
              <a:srgbClr val="DDE3EB"/>
            </a:solidFill>
            <a:prstDash val="solid"/>
          </a:ln>
        </p:spPr>
      </p:sp>
      <p:sp>
        <p:nvSpPr>
          <p:cNvPr id="7" name="Text 5"/>
          <p:cNvSpPr txBox="1"/>
          <p:nvPr/>
        </p:nvSpPr>
        <p:spPr>
          <a:xfrm>
            <a:off x="6858000" y="1362456"/>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망분리 환경 AI 에이전트 활용 체계 · 저장소 기반 개발환경 · 내부망 실행 구조</a:t>
            </a:r>
            <a:endParaRPr lang="en-US" sz="1050" dirty="0"/>
          </a:p>
        </p:txBody>
      </p:sp>
      <p:sp>
        <p:nvSpPr>
          <p:cNvPr id="8" name="Shape 6"/>
          <p:cNvSpPr/>
          <p:nvPr/>
        </p:nvSpPr>
        <p:spPr>
          <a:xfrm>
            <a:off x="502920" y="2496312"/>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9" name="Text 7"/>
          <p:cNvSpPr txBox="1"/>
          <p:nvPr/>
        </p:nvSpPr>
        <p:spPr>
          <a:xfrm>
            <a:off x="777240" y="2624328"/>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02</a:t>
            </a:r>
            <a:endParaRPr lang="en-US" sz="3800" dirty="0"/>
          </a:p>
        </p:txBody>
      </p:sp>
      <p:sp>
        <p:nvSpPr>
          <p:cNvPr id="10" name="Text 8"/>
          <p:cNvSpPr txBox="1"/>
          <p:nvPr/>
        </p:nvSpPr>
        <p:spPr>
          <a:xfrm>
            <a:off x="2057400" y="2624328"/>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설계변수 정의 및 설계공간 설정</a:t>
            </a:r>
            <a:endParaRPr lang="en-US" sz="1500" dirty="0"/>
          </a:p>
        </p:txBody>
      </p:sp>
      <p:sp>
        <p:nvSpPr>
          <p:cNvPr id="11" name="Shape 9"/>
          <p:cNvSpPr/>
          <p:nvPr/>
        </p:nvSpPr>
        <p:spPr>
          <a:xfrm>
            <a:off x="6583680" y="2734056"/>
            <a:ext cx="18288" cy="603504"/>
          </a:xfrm>
          <a:prstGeom prst="rect">
            <a:avLst/>
          </a:prstGeom>
          <a:solidFill>
            <a:srgbClr val="DDE3EB"/>
          </a:solidFill>
          <a:ln w="12700">
            <a:solidFill>
              <a:srgbClr val="DDE3EB"/>
            </a:solidFill>
            <a:prstDash val="solid"/>
          </a:ln>
        </p:spPr>
      </p:sp>
      <p:sp>
        <p:nvSpPr>
          <p:cNvPr id="12" name="Text 10"/>
          <p:cNvSpPr txBox="1"/>
          <p:nvPr/>
        </p:nvSpPr>
        <p:spPr>
          <a:xfrm>
            <a:off x="6858000" y="2624328"/>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유동 경로 · 핀 통과별 분리 · 후보 설계변수 11개</a:t>
            </a:r>
            <a:endParaRPr lang="en-US" sz="1050" dirty="0"/>
          </a:p>
        </p:txBody>
      </p:sp>
      <p:sp>
        <p:nvSpPr>
          <p:cNvPr id="13" name="Shape 11"/>
          <p:cNvSpPr/>
          <p:nvPr/>
        </p:nvSpPr>
        <p:spPr>
          <a:xfrm>
            <a:off x="502920" y="3758184"/>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4" name="Text 12"/>
          <p:cNvSpPr txBox="1"/>
          <p:nvPr/>
        </p:nvSpPr>
        <p:spPr>
          <a:xfrm>
            <a:off x="777240" y="3886200"/>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03</a:t>
            </a:r>
            <a:endParaRPr lang="en-US" sz="3800" dirty="0"/>
          </a:p>
        </p:txBody>
      </p:sp>
      <p:sp>
        <p:nvSpPr>
          <p:cNvPr id="15" name="Text 13"/>
          <p:cNvSpPr txBox="1"/>
          <p:nvPr/>
        </p:nvSpPr>
        <p:spPr>
          <a:xfrm>
            <a:off x="2057400" y="3886200"/>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실험계획법 기반 자동해석 및 데이터 확보</a:t>
            </a:r>
            <a:endParaRPr lang="en-US" sz="1500" dirty="0"/>
          </a:p>
        </p:txBody>
      </p:sp>
      <p:sp>
        <p:nvSpPr>
          <p:cNvPr id="16" name="Shape 14"/>
          <p:cNvSpPr/>
          <p:nvPr/>
        </p:nvSpPr>
        <p:spPr>
          <a:xfrm>
            <a:off x="6583680" y="3995928"/>
            <a:ext cx="18288" cy="603504"/>
          </a:xfrm>
          <a:prstGeom prst="rect">
            <a:avLst/>
          </a:prstGeom>
          <a:solidFill>
            <a:srgbClr val="DDE3EB"/>
          </a:solidFill>
          <a:ln w="12700">
            <a:solidFill>
              <a:srgbClr val="DDE3EB"/>
            </a:solidFill>
            <a:prstDash val="solid"/>
          </a:ln>
        </p:spPr>
      </p:sp>
      <p:sp>
        <p:nvSpPr>
          <p:cNvPr id="17" name="Text 15"/>
          <p:cNvSpPr txBox="1"/>
          <p:nvPr/>
        </p:nvSpPr>
        <p:spPr>
          <a:xfrm>
            <a:off x="6858000" y="3886200"/>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자동해석 코드 · SolidWorks · Icepak 자동화 · 선별 실험(DSD) · 실험계획(OLHD)</a:t>
            </a:r>
            <a:endParaRPr lang="en-US" sz="1050" dirty="0"/>
          </a:p>
        </p:txBody>
      </p:sp>
      <p:sp>
        <p:nvSpPr>
          <p:cNvPr id="18" name="Shape 16"/>
          <p:cNvSpPr/>
          <p:nvPr/>
        </p:nvSpPr>
        <p:spPr>
          <a:xfrm>
            <a:off x="502920" y="5020056"/>
            <a:ext cx="11183112" cy="1078992"/>
          </a:xfrm>
          <a:prstGeom prst="roundRect">
            <a:avLst>
              <a:gd name="adj" fmla="val 5085"/>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7"/>
          <p:cNvSpPr txBox="1"/>
          <p:nvPr/>
        </p:nvSpPr>
        <p:spPr>
          <a:xfrm>
            <a:off x="777240" y="5148072"/>
            <a:ext cx="1097280" cy="822960"/>
          </a:xfrm>
          <a:prstGeom prst="rect">
            <a:avLst/>
          </a:prstGeom>
          <a:noFill/>
          <a:ln/>
        </p:spPr>
        <p:txBody>
          <a:bodyPr wrap="square" lIns="0" tIns="0" rIns="0" bIns="0" rtlCol="0" anchor="ctr"/>
          <a:lstStyle/>
          <a:p>
            <a:pPr algn="ctr" indent="0" marL="0">
              <a:buNone/>
            </a:pPr>
            <a:r>
              <a:rPr lang="en-US" sz="3800" b="1" dirty="0">
                <a:solidFill>
                  <a:srgbClr val="CFE0F2"/>
                </a:solidFill>
                <a:latin typeface="Malgun Gothic" pitchFamily="34" charset="0"/>
                <a:ea typeface="Malgun Gothic" pitchFamily="34" charset="-122"/>
                <a:cs typeface="Malgun Gothic" pitchFamily="34" charset="-120"/>
              </a:rPr>
              <a:t>04</a:t>
            </a:r>
            <a:endParaRPr lang="en-US" sz="3800" dirty="0"/>
          </a:p>
        </p:txBody>
      </p:sp>
      <p:sp>
        <p:nvSpPr>
          <p:cNvPr id="20" name="Text 18"/>
          <p:cNvSpPr txBox="1"/>
          <p:nvPr/>
        </p:nvSpPr>
        <p:spPr>
          <a:xfrm>
            <a:off x="2057400" y="5148072"/>
            <a:ext cx="4480560" cy="822960"/>
          </a:xfrm>
          <a:prstGeom prst="rect">
            <a:avLst/>
          </a:prstGeom>
          <a:noFill/>
          <a:ln/>
        </p:spPr>
        <p:txBody>
          <a:bodyPr wrap="square" lIns="0" tIns="0" rIns="0" bIns="0" rtlCol="0" anchor="ctr"/>
          <a:lstStyle/>
          <a:p>
            <a:pPr indent="0" marL="0">
              <a:buNone/>
            </a:pPr>
            <a:r>
              <a:rPr lang="en-US" sz="1500" b="1" dirty="0">
                <a:solidFill>
                  <a:srgbClr val="16305B"/>
                </a:solidFill>
                <a:latin typeface="Malgun Gothic" pitchFamily="34" charset="0"/>
                <a:ea typeface="Malgun Gothic" pitchFamily="34" charset="-122"/>
                <a:cs typeface="Malgun Gothic" pitchFamily="34" charset="-120"/>
              </a:rPr>
              <a:t>머신러닝 대리모델 구축</a:t>
            </a:r>
            <a:endParaRPr lang="en-US" sz="1500" dirty="0"/>
          </a:p>
        </p:txBody>
      </p:sp>
      <p:sp>
        <p:nvSpPr>
          <p:cNvPr id="21" name="Shape 19"/>
          <p:cNvSpPr/>
          <p:nvPr/>
        </p:nvSpPr>
        <p:spPr>
          <a:xfrm>
            <a:off x="6583680" y="5257800"/>
            <a:ext cx="18288" cy="603504"/>
          </a:xfrm>
          <a:prstGeom prst="rect">
            <a:avLst/>
          </a:prstGeom>
          <a:solidFill>
            <a:srgbClr val="DDE3EB"/>
          </a:solidFill>
          <a:ln w="12700">
            <a:solidFill>
              <a:srgbClr val="DDE3EB"/>
            </a:solidFill>
            <a:prstDash val="solid"/>
          </a:ln>
        </p:spPr>
      </p:sp>
      <p:sp>
        <p:nvSpPr>
          <p:cNvPr id="22" name="Text 20"/>
          <p:cNvSpPr txBox="1"/>
          <p:nvPr/>
        </p:nvSpPr>
        <p:spPr>
          <a:xfrm>
            <a:off x="6858000" y="5148072"/>
            <a:ext cx="4572000" cy="822960"/>
          </a:xfrm>
          <a:prstGeom prst="rect">
            <a:avLst/>
          </a:prstGeom>
          <a:noFill/>
          <a:ln/>
        </p:spPr>
        <p:txBody>
          <a:bodyPr wrap="square" lIns="0" tIns="0" rIns="0" bIns="0" rtlCol="0" anchor="ctr"/>
          <a:lstStyle/>
          <a:p>
            <a:pPr indent="0" marL="0">
              <a:lnSpc>
                <a:spcPct val="130000"/>
              </a:lnSpc>
              <a:buNone/>
            </a:pPr>
            <a:r>
              <a:rPr lang="en-US" sz="1050" dirty="0">
                <a:solidFill>
                  <a:srgbClr val="1C2733"/>
                </a:solidFill>
                <a:latin typeface="Malgun Gothic" pitchFamily="34" charset="0"/>
                <a:ea typeface="Malgun Gothic" pitchFamily="34" charset="-122"/>
                <a:cs typeface="Malgun Gothic" pitchFamily="34" charset="-120"/>
              </a:rPr>
              <a:t>GPR · 예측값/실측값 교차검증 · Sobol 민감도 및 교호작용 · 한계 및 차월 계획</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00A3C4"/>
          </a:solidFill>
          <a:ln w="12700">
            <a:solidFill>
              <a:srgbClr val="00A3C4"/>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개요</a:t>
            </a:r>
            <a:endParaRPr lang="en-US" sz="11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설계최적화 흐름 한눈에 보기</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11개에서 대리모델까지</a:t>
            </a:r>
            <a:endParaRPr lang="en-US" sz="2200" dirty="0"/>
          </a:p>
        </p:txBody>
      </p:sp>
      <p:sp>
        <p:nvSpPr>
          <p:cNvPr id="6" name="Shape 4"/>
          <p:cNvSpPr/>
          <p:nvPr/>
        </p:nvSpPr>
        <p:spPr>
          <a:xfrm>
            <a:off x="502920"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649224" y="1344168"/>
            <a:ext cx="274320" cy="274320"/>
          </a:xfrm>
          <a:prstGeom prst="ellipse">
            <a:avLst/>
          </a:prstGeom>
          <a:solidFill>
            <a:srgbClr val="16305B"/>
          </a:solidFill>
          <a:ln w="12700">
            <a:solidFill>
              <a:srgbClr val="16305B"/>
            </a:solidFill>
            <a:prstDash val="solid"/>
          </a:ln>
        </p:spPr>
      </p:sp>
      <p:sp>
        <p:nvSpPr>
          <p:cNvPr id="8" name="Text 6"/>
          <p:cNvSpPr txBox="1"/>
          <p:nvPr/>
        </p:nvSpPr>
        <p:spPr>
          <a:xfrm>
            <a:off x="649224"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1</a:t>
            </a:r>
            <a:endParaRPr lang="en-US" sz="950" dirty="0"/>
          </a:p>
        </p:txBody>
      </p:sp>
      <p:sp>
        <p:nvSpPr>
          <p:cNvPr id="9" name="Text 7"/>
          <p:cNvSpPr txBox="1"/>
          <p:nvPr/>
        </p:nvSpPr>
        <p:spPr>
          <a:xfrm>
            <a:off x="978408"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후보 설계변수 정의</a:t>
            </a:r>
            <a:endParaRPr lang="en-US" sz="1000" dirty="0"/>
          </a:p>
        </p:txBody>
      </p:sp>
      <p:sp>
        <p:nvSpPr>
          <p:cNvPr id="10" name="Shape 8"/>
          <p:cNvSpPr/>
          <p:nvPr/>
        </p:nvSpPr>
        <p:spPr>
          <a:xfrm>
            <a:off x="649224" y="1755648"/>
            <a:ext cx="1739189" cy="274320"/>
          </a:xfrm>
          <a:prstGeom prst="roundRect">
            <a:avLst>
              <a:gd name="adj" fmla="val 23333"/>
            </a:avLst>
          </a:prstGeom>
          <a:solidFill>
            <a:srgbClr val="EEF2F7"/>
          </a:solidFill>
          <a:ln w="9525">
            <a:solidFill>
              <a:srgbClr val="EEF2F7"/>
            </a:solidFill>
            <a:prstDash val="solid"/>
          </a:ln>
        </p:spPr>
      </p:sp>
      <p:sp>
        <p:nvSpPr>
          <p:cNvPr id="11" name="Text 9"/>
          <p:cNvSpPr txBox="1"/>
          <p:nvPr/>
        </p:nvSpPr>
        <p:spPr>
          <a:xfrm>
            <a:off x="649224"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설계공간 정의</a:t>
            </a:r>
            <a:endParaRPr lang="en-US" sz="850" dirty="0"/>
          </a:p>
        </p:txBody>
      </p:sp>
      <p:sp>
        <p:nvSpPr>
          <p:cNvPr id="12" name="Text 10"/>
          <p:cNvSpPr txBox="1"/>
          <p:nvPr/>
        </p:nvSpPr>
        <p:spPr>
          <a:xfrm>
            <a:off x="594360"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유로 형상 7개 +</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핀 두께 · 개수 4개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(1차 · 2차 통과별 독립)</a:t>
            </a:r>
            <a:endParaRPr lang="en-US" sz="900" dirty="0"/>
          </a:p>
        </p:txBody>
      </p:sp>
      <p:sp>
        <p:nvSpPr>
          <p:cNvPr id="13" name="Shape 11"/>
          <p:cNvSpPr/>
          <p:nvPr/>
        </p:nvSpPr>
        <p:spPr>
          <a:xfrm>
            <a:off x="777240" y="2834640"/>
            <a:ext cx="1483157" cy="0"/>
          </a:xfrm>
          <a:prstGeom prst="line">
            <a:avLst/>
          </a:prstGeom>
          <a:noFill/>
          <a:ln w="9525">
            <a:solidFill>
              <a:srgbClr val="DDE3EB"/>
            </a:solidFill>
            <a:prstDash val="solid"/>
          </a:ln>
        </p:spPr>
      </p:sp>
      <p:sp>
        <p:nvSpPr>
          <p:cNvPr id="14" name="Text 12"/>
          <p:cNvSpPr txBox="1"/>
          <p:nvPr/>
        </p:nvSpPr>
        <p:spPr>
          <a:xfrm>
            <a:off x="594360"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후보 11개</a:t>
            </a:r>
            <a:endParaRPr lang="en-US" sz="1400" dirty="0"/>
          </a:p>
        </p:txBody>
      </p:sp>
      <p:sp>
        <p:nvSpPr>
          <p:cNvPr id="15" name="Text 13"/>
          <p:cNvSpPr txBox="1"/>
          <p:nvPr/>
        </p:nvSpPr>
        <p:spPr>
          <a:xfrm>
            <a:off x="2553005"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16" name="Shape 14"/>
          <p:cNvSpPr/>
          <p:nvPr/>
        </p:nvSpPr>
        <p:spPr>
          <a:xfrm>
            <a:off x="2790749"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7" name="Shape 15"/>
          <p:cNvSpPr/>
          <p:nvPr/>
        </p:nvSpPr>
        <p:spPr>
          <a:xfrm>
            <a:off x="2937053" y="1344168"/>
            <a:ext cx="274320" cy="274320"/>
          </a:xfrm>
          <a:prstGeom prst="ellipse">
            <a:avLst/>
          </a:prstGeom>
          <a:solidFill>
            <a:srgbClr val="16305B"/>
          </a:solidFill>
          <a:ln w="12700">
            <a:solidFill>
              <a:srgbClr val="16305B"/>
            </a:solidFill>
            <a:prstDash val="solid"/>
          </a:ln>
        </p:spPr>
      </p:sp>
      <p:sp>
        <p:nvSpPr>
          <p:cNvPr id="18" name="Text 16"/>
          <p:cNvSpPr txBox="1"/>
          <p:nvPr/>
        </p:nvSpPr>
        <p:spPr>
          <a:xfrm>
            <a:off x="2937053"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a:t>
            </a:r>
            <a:endParaRPr lang="en-US" sz="950" dirty="0"/>
          </a:p>
        </p:txBody>
      </p:sp>
      <p:sp>
        <p:nvSpPr>
          <p:cNvPr id="19" name="Text 17"/>
          <p:cNvSpPr txBox="1"/>
          <p:nvPr/>
        </p:nvSpPr>
        <p:spPr>
          <a:xfrm>
            <a:off x="3266237"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변수 선별</a:t>
            </a:r>
            <a:endParaRPr lang="en-US" sz="1000" dirty="0"/>
          </a:p>
        </p:txBody>
      </p:sp>
      <p:sp>
        <p:nvSpPr>
          <p:cNvPr id="20" name="Shape 18"/>
          <p:cNvSpPr/>
          <p:nvPr/>
        </p:nvSpPr>
        <p:spPr>
          <a:xfrm>
            <a:off x="2937053" y="1755648"/>
            <a:ext cx="1739189" cy="274320"/>
          </a:xfrm>
          <a:prstGeom prst="roundRect">
            <a:avLst>
              <a:gd name="adj" fmla="val 23333"/>
            </a:avLst>
          </a:prstGeom>
          <a:solidFill>
            <a:srgbClr val="EEF2F7"/>
          </a:solidFill>
          <a:ln w="9525">
            <a:solidFill>
              <a:srgbClr val="EEF2F7"/>
            </a:solidFill>
            <a:prstDash val="solid"/>
          </a:ln>
        </p:spPr>
      </p:sp>
      <p:sp>
        <p:nvSpPr>
          <p:cNvPr id="21" name="Text 19"/>
          <p:cNvSpPr txBox="1"/>
          <p:nvPr/>
        </p:nvSpPr>
        <p:spPr>
          <a:xfrm>
            <a:off x="2937053"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DSD  (확정적 선별 설계)</a:t>
            </a:r>
            <a:endParaRPr lang="en-US" sz="850" dirty="0"/>
          </a:p>
        </p:txBody>
      </p:sp>
      <p:sp>
        <p:nvSpPr>
          <p:cNvPr id="22" name="Text 20"/>
          <p:cNvSpPr txBox="1"/>
          <p:nvPr/>
        </p:nvSpPr>
        <p:spPr>
          <a:xfrm>
            <a:off x="2882189"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적은 해석으로</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영향 있는 변수만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빠르게 판정</a:t>
            </a:r>
            <a:endParaRPr lang="en-US" sz="900" dirty="0"/>
          </a:p>
        </p:txBody>
      </p:sp>
      <p:sp>
        <p:nvSpPr>
          <p:cNvPr id="23" name="Shape 21"/>
          <p:cNvSpPr/>
          <p:nvPr/>
        </p:nvSpPr>
        <p:spPr>
          <a:xfrm>
            <a:off x="3065069" y="2834640"/>
            <a:ext cx="1483157" cy="0"/>
          </a:xfrm>
          <a:prstGeom prst="line">
            <a:avLst/>
          </a:prstGeom>
          <a:noFill/>
          <a:ln w="9525">
            <a:solidFill>
              <a:srgbClr val="DDE3EB"/>
            </a:solidFill>
            <a:prstDash val="solid"/>
          </a:ln>
        </p:spPr>
      </p:sp>
      <p:sp>
        <p:nvSpPr>
          <p:cNvPr id="24" name="Text 22"/>
          <p:cNvSpPr txBox="1"/>
          <p:nvPr/>
        </p:nvSpPr>
        <p:spPr>
          <a:xfrm>
            <a:off x="2882189"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29회 → 활성 8개</a:t>
            </a:r>
            <a:endParaRPr lang="en-US" sz="1400" dirty="0"/>
          </a:p>
        </p:txBody>
      </p:sp>
      <p:sp>
        <p:nvSpPr>
          <p:cNvPr id="25" name="Text 23"/>
          <p:cNvSpPr txBox="1"/>
          <p:nvPr/>
        </p:nvSpPr>
        <p:spPr>
          <a:xfrm>
            <a:off x="4840834"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26" name="Shape 24"/>
          <p:cNvSpPr/>
          <p:nvPr/>
        </p:nvSpPr>
        <p:spPr>
          <a:xfrm>
            <a:off x="5078578"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5"/>
          <p:cNvSpPr/>
          <p:nvPr/>
        </p:nvSpPr>
        <p:spPr>
          <a:xfrm>
            <a:off x="5224882" y="1344168"/>
            <a:ext cx="274320" cy="274320"/>
          </a:xfrm>
          <a:prstGeom prst="ellipse">
            <a:avLst/>
          </a:prstGeom>
          <a:solidFill>
            <a:srgbClr val="16305B"/>
          </a:solidFill>
          <a:ln w="12700">
            <a:solidFill>
              <a:srgbClr val="16305B"/>
            </a:solidFill>
            <a:prstDash val="solid"/>
          </a:ln>
        </p:spPr>
      </p:sp>
      <p:sp>
        <p:nvSpPr>
          <p:cNvPr id="28" name="Text 26"/>
          <p:cNvSpPr txBox="1"/>
          <p:nvPr/>
        </p:nvSpPr>
        <p:spPr>
          <a:xfrm>
            <a:off x="5224882"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a:t>
            </a:r>
            <a:endParaRPr lang="en-US" sz="950" dirty="0"/>
          </a:p>
        </p:txBody>
      </p:sp>
      <p:sp>
        <p:nvSpPr>
          <p:cNvPr id="29" name="Text 27"/>
          <p:cNvSpPr txBox="1"/>
          <p:nvPr/>
        </p:nvSpPr>
        <p:spPr>
          <a:xfrm>
            <a:off x="5554066"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활성 변수 실험계획</a:t>
            </a:r>
            <a:endParaRPr lang="en-US" sz="1000" dirty="0"/>
          </a:p>
        </p:txBody>
      </p:sp>
      <p:sp>
        <p:nvSpPr>
          <p:cNvPr id="30" name="Shape 28"/>
          <p:cNvSpPr/>
          <p:nvPr/>
        </p:nvSpPr>
        <p:spPr>
          <a:xfrm>
            <a:off x="5224882" y="1755648"/>
            <a:ext cx="1739189" cy="274320"/>
          </a:xfrm>
          <a:prstGeom prst="roundRect">
            <a:avLst>
              <a:gd name="adj" fmla="val 23333"/>
            </a:avLst>
          </a:prstGeom>
          <a:solidFill>
            <a:srgbClr val="EEF2F7"/>
          </a:solidFill>
          <a:ln w="9525">
            <a:solidFill>
              <a:srgbClr val="EEF2F7"/>
            </a:solidFill>
            <a:prstDash val="solid"/>
          </a:ln>
        </p:spPr>
      </p:sp>
      <p:sp>
        <p:nvSpPr>
          <p:cNvPr id="31" name="Text 29"/>
          <p:cNvSpPr txBox="1"/>
          <p:nvPr/>
        </p:nvSpPr>
        <p:spPr>
          <a:xfrm>
            <a:off x="5224882"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16305B"/>
                </a:solidFill>
                <a:latin typeface="Malgun Gothic" pitchFamily="34" charset="0"/>
                <a:ea typeface="Malgun Gothic" pitchFamily="34" charset="-122"/>
                <a:cs typeface="Malgun Gothic" pitchFamily="34" charset="-120"/>
              </a:rPr>
              <a:t>OLHD  (최적라틴방격법)</a:t>
            </a:r>
            <a:endParaRPr lang="en-US" sz="850" dirty="0"/>
          </a:p>
        </p:txBody>
      </p:sp>
      <p:sp>
        <p:nvSpPr>
          <p:cNvPr id="32" name="Text 30"/>
          <p:cNvSpPr txBox="1"/>
          <p:nvPr/>
        </p:nvSpPr>
        <p:spPr>
          <a:xfrm>
            <a:off x="5170018"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설계공간을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빈틈없이 고르게</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채우도록 실험점 배치</a:t>
            </a:r>
            <a:endParaRPr lang="en-US" sz="900" dirty="0"/>
          </a:p>
        </p:txBody>
      </p:sp>
      <p:sp>
        <p:nvSpPr>
          <p:cNvPr id="33" name="Shape 31"/>
          <p:cNvSpPr/>
          <p:nvPr/>
        </p:nvSpPr>
        <p:spPr>
          <a:xfrm>
            <a:off x="5352898" y="2834640"/>
            <a:ext cx="1483157" cy="0"/>
          </a:xfrm>
          <a:prstGeom prst="line">
            <a:avLst/>
          </a:prstGeom>
          <a:noFill/>
          <a:ln w="9525">
            <a:solidFill>
              <a:srgbClr val="DDE3EB"/>
            </a:solidFill>
            <a:prstDash val="solid"/>
          </a:ln>
        </p:spPr>
      </p:sp>
      <p:sp>
        <p:nvSpPr>
          <p:cNvPr id="34" name="Text 32"/>
          <p:cNvSpPr txBox="1"/>
          <p:nvPr/>
        </p:nvSpPr>
        <p:spPr>
          <a:xfrm>
            <a:off x="5170018" y="2871216"/>
            <a:ext cx="1848917" cy="365760"/>
          </a:xfrm>
          <a:prstGeom prst="rect">
            <a:avLst/>
          </a:prstGeom>
          <a:noFill/>
          <a:ln/>
        </p:spPr>
        <p:txBody>
          <a:bodyPr wrap="square" lIns="0" tIns="0" rIns="0" bIns="0" rtlCol="0" anchor="ctr"/>
          <a:lstStyle/>
          <a:p>
            <a:pPr algn="ctr" indent="0" marL="0">
              <a:buNone/>
            </a:pPr>
            <a:r>
              <a:rPr lang="en-US" sz="1400" b="1" dirty="0">
                <a:solidFill>
                  <a:srgbClr val="16305B"/>
                </a:solidFill>
                <a:latin typeface="Malgun Gothic" pitchFamily="34" charset="0"/>
                <a:ea typeface="Malgun Gothic" pitchFamily="34" charset="-122"/>
                <a:cs typeface="Malgun Gothic" pitchFamily="34" charset="-120"/>
              </a:rPr>
              <a:t>80점 해석</a:t>
            </a:r>
            <a:endParaRPr lang="en-US" sz="1400" dirty="0"/>
          </a:p>
        </p:txBody>
      </p:sp>
      <p:sp>
        <p:nvSpPr>
          <p:cNvPr id="35" name="Text 33"/>
          <p:cNvSpPr txBox="1"/>
          <p:nvPr/>
        </p:nvSpPr>
        <p:spPr>
          <a:xfrm>
            <a:off x="7128662"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36" name="Shape 34"/>
          <p:cNvSpPr/>
          <p:nvPr/>
        </p:nvSpPr>
        <p:spPr>
          <a:xfrm>
            <a:off x="7366406"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7" name="Shape 35"/>
          <p:cNvSpPr/>
          <p:nvPr/>
        </p:nvSpPr>
        <p:spPr>
          <a:xfrm>
            <a:off x="7512710" y="1344168"/>
            <a:ext cx="274320" cy="274320"/>
          </a:xfrm>
          <a:prstGeom prst="ellipse">
            <a:avLst/>
          </a:prstGeom>
          <a:solidFill>
            <a:srgbClr val="00A3C4"/>
          </a:solidFill>
          <a:ln w="12700">
            <a:solidFill>
              <a:srgbClr val="00A3C4"/>
            </a:solidFill>
            <a:prstDash val="solid"/>
          </a:ln>
        </p:spPr>
      </p:sp>
      <p:sp>
        <p:nvSpPr>
          <p:cNvPr id="38" name="Text 36"/>
          <p:cNvSpPr txBox="1"/>
          <p:nvPr/>
        </p:nvSpPr>
        <p:spPr>
          <a:xfrm>
            <a:off x="7512710"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4</a:t>
            </a:r>
            <a:endParaRPr lang="en-US" sz="950" dirty="0"/>
          </a:p>
        </p:txBody>
      </p:sp>
      <p:sp>
        <p:nvSpPr>
          <p:cNvPr id="39" name="Text 37"/>
          <p:cNvSpPr txBox="1"/>
          <p:nvPr/>
        </p:nvSpPr>
        <p:spPr>
          <a:xfrm>
            <a:off x="7841894"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대리모델 구축</a:t>
            </a:r>
            <a:endParaRPr lang="en-US" sz="1000" dirty="0"/>
          </a:p>
        </p:txBody>
      </p:sp>
      <p:sp>
        <p:nvSpPr>
          <p:cNvPr id="40" name="Shape 38"/>
          <p:cNvSpPr/>
          <p:nvPr/>
        </p:nvSpPr>
        <p:spPr>
          <a:xfrm>
            <a:off x="7512710" y="1755648"/>
            <a:ext cx="1739189" cy="274320"/>
          </a:xfrm>
          <a:prstGeom prst="roundRect">
            <a:avLst>
              <a:gd name="adj" fmla="val 23333"/>
            </a:avLst>
          </a:prstGeom>
          <a:solidFill>
            <a:srgbClr val="E8F6FA"/>
          </a:solidFill>
          <a:ln w="9525">
            <a:solidFill>
              <a:srgbClr val="E8F6FA"/>
            </a:solidFill>
            <a:prstDash val="solid"/>
          </a:ln>
        </p:spPr>
      </p:sp>
      <p:sp>
        <p:nvSpPr>
          <p:cNvPr id="41" name="Text 39"/>
          <p:cNvSpPr txBox="1"/>
          <p:nvPr/>
        </p:nvSpPr>
        <p:spPr>
          <a:xfrm>
            <a:off x="7512710"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GPR  (가우시안 프로세스 회귀)</a:t>
            </a:r>
            <a:endParaRPr lang="en-US" sz="850" dirty="0"/>
          </a:p>
        </p:txBody>
      </p:sp>
      <p:sp>
        <p:nvSpPr>
          <p:cNvPr id="42" name="Text 40"/>
          <p:cNvSpPr txBox="1"/>
          <p:nvPr/>
        </p:nvSpPr>
        <p:spPr>
          <a:xfrm>
            <a:off x="7457846"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결과를 학습해</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해석 없이도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수 초 만에 예측</a:t>
            </a:r>
            <a:endParaRPr lang="en-US" sz="900" dirty="0"/>
          </a:p>
        </p:txBody>
      </p:sp>
      <p:sp>
        <p:nvSpPr>
          <p:cNvPr id="43" name="Shape 41"/>
          <p:cNvSpPr/>
          <p:nvPr/>
        </p:nvSpPr>
        <p:spPr>
          <a:xfrm>
            <a:off x="7640726" y="2834640"/>
            <a:ext cx="1483157" cy="0"/>
          </a:xfrm>
          <a:prstGeom prst="line">
            <a:avLst/>
          </a:prstGeom>
          <a:noFill/>
          <a:ln w="9525">
            <a:solidFill>
              <a:srgbClr val="DDE3EB"/>
            </a:solidFill>
            <a:prstDash val="solid"/>
          </a:ln>
        </p:spPr>
      </p:sp>
      <p:sp>
        <p:nvSpPr>
          <p:cNvPr id="44" name="Text 42"/>
          <p:cNvSpPr txBox="1"/>
          <p:nvPr/>
        </p:nvSpPr>
        <p:spPr>
          <a:xfrm>
            <a:off x="7457846"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응답별 모델 7개</a:t>
            </a:r>
            <a:endParaRPr lang="en-US" sz="1400" dirty="0"/>
          </a:p>
        </p:txBody>
      </p:sp>
      <p:sp>
        <p:nvSpPr>
          <p:cNvPr id="45" name="Text 43"/>
          <p:cNvSpPr txBox="1"/>
          <p:nvPr/>
        </p:nvSpPr>
        <p:spPr>
          <a:xfrm>
            <a:off x="9416491" y="2103120"/>
            <a:ext cx="219456" cy="274320"/>
          </a:xfrm>
          <a:prstGeom prst="rect">
            <a:avLst/>
          </a:prstGeom>
          <a:noFill/>
          <a:ln/>
        </p:spPr>
        <p:txBody>
          <a:bodyPr wrap="square" lIns="0" tIns="0" rIns="0" bIns="0" rtlCol="0" anchor="ctr"/>
          <a:lstStyle/>
          <a:p>
            <a:pPr algn="ctr" indent="0" marL="0">
              <a:buNone/>
            </a:pPr>
            <a:r>
              <a:rPr lang="en-US" sz="1000" dirty="0">
                <a:solidFill>
                  <a:srgbClr val="9FB0C6"/>
                </a:solidFill>
                <a:latin typeface="Malgun Gothic" pitchFamily="34" charset="0"/>
                <a:ea typeface="Malgun Gothic" pitchFamily="34" charset="-122"/>
                <a:cs typeface="Malgun Gothic" pitchFamily="34" charset="-120"/>
              </a:rPr>
              <a:t>▶</a:t>
            </a:r>
            <a:endParaRPr lang="en-US" sz="1000" dirty="0"/>
          </a:p>
        </p:txBody>
      </p:sp>
      <p:sp>
        <p:nvSpPr>
          <p:cNvPr id="46" name="Shape 44"/>
          <p:cNvSpPr/>
          <p:nvPr/>
        </p:nvSpPr>
        <p:spPr>
          <a:xfrm>
            <a:off x="9654235" y="1188720"/>
            <a:ext cx="2031797" cy="2103120"/>
          </a:xfrm>
          <a:prstGeom prst="roundRect">
            <a:avLst>
              <a:gd name="adj" fmla="val 27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5"/>
          <p:cNvSpPr/>
          <p:nvPr/>
        </p:nvSpPr>
        <p:spPr>
          <a:xfrm>
            <a:off x="9800539" y="1344168"/>
            <a:ext cx="274320" cy="274320"/>
          </a:xfrm>
          <a:prstGeom prst="ellipse">
            <a:avLst/>
          </a:prstGeom>
          <a:solidFill>
            <a:srgbClr val="00A3C4"/>
          </a:solidFill>
          <a:ln w="12700">
            <a:solidFill>
              <a:srgbClr val="00A3C4"/>
            </a:solidFill>
            <a:prstDash val="solid"/>
          </a:ln>
        </p:spPr>
      </p:sp>
      <p:sp>
        <p:nvSpPr>
          <p:cNvPr id="48" name="Text 46"/>
          <p:cNvSpPr txBox="1"/>
          <p:nvPr/>
        </p:nvSpPr>
        <p:spPr>
          <a:xfrm>
            <a:off x="9800539" y="1344168"/>
            <a:ext cx="27432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a:t>
            </a:r>
            <a:endParaRPr lang="en-US" sz="950" dirty="0"/>
          </a:p>
        </p:txBody>
      </p:sp>
      <p:sp>
        <p:nvSpPr>
          <p:cNvPr id="49" name="Text 47"/>
          <p:cNvSpPr txBox="1"/>
          <p:nvPr/>
        </p:nvSpPr>
        <p:spPr>
          <a:xfrm>
            <a:off x="10129723" y="1298448"/>
            <a:ext cx="1501445" cy="365760"/>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정확도 · 민감도 분석</a:t>
            </a:r>
            <a:endParaRPr lang="en-US" sz="1000" dirty="0"/>
          </a:p>
        </p:txBody>
      </p:sp>
      <p:sp>
        <p:nvSpPr>
          <p:cNvPr id="50" name="Shape 48"/>
          <p:cNvSpPr/>
          <p:nvPr/>
        </p:nvSpPr>
        <p:spPr>
          <a:xfrm>
            <a:off x="9800539" y="1755648"/>
            <a:ext cx="1739189" cy="274320"/>
          </a:xfrm>
          <a:prstGeom prst="roundRect">
            <a:avLst>
              <a:gd name="adj" fmla="val 23333"/>
            </a:avLst>
          </a:prstGeom>
          <a:solidFill>
            <a:srgbClr val="E8F6FA"/>
          </a:solidFill>
          <a:ln w="9525">
            <a:solidFill>
              <a:srgbClr val="E8F6FA"/>
            </a:solidFill>
            <a:prstDash val="solid"/>
          </a:ln>
        </p:spPr>
      </p:sp>
      <p:sp>
        <p:nvSpPr>
          <p:cNvPr id="51" name="Text 49"/>
          <p:cNvSpPr txBox="1"/>
          <p:nvPr/>
        </p:nvSpPr>
        <p:spPr>
          <a:xfrm>
            <a:off x="9800539" y="1755648"/>
            <a:ext cx="1739189" cy="274320"/>
          </a:xfrm>
          <a:prstGeom prst="rect">
            <a:avLst/>
          </a:prstGeom>
          <a:noFill/>
          <a:ln/>
        </p:spPr>
        <p:txBody>
          <a:bodyPr wrap="square" lIns="0" tIns="0" rIns="0" bIns="0" rtlCol="0" anchor="ctr"/>
          <a:lstStyle/>
          <a:p>
            <a:pPr algn="ctr" indent="0" marL="0">
              <a:lnSpc>
                <a:spcPct val="105000"/>
              </a:lnSpc>
              <a:buNone/>
            </a:pPr>
            <a:r>
              <a:rPr lang="en-US" sz="850" b="1" dirty="0">
                <a:solidFill>
                  <a:srgbClr val="0088A6"/>
                </a:solidFill>
                <a:latin typeface="Malgun Gothic" pitchFamily="34" charset="0"/>
                <a:ea typeface="Malgun Gothic" pitchFamily="34" charset="-122"/>
                <a:cs typeface="Malgun Gothic" pitchFamily="34" charset="-120"/>
              </a:rPr>
              <a:t>교차검증 · Sobol 지수</a:t>
            </a:r>
            <a:endParaRPr lang="en-US" sz="850" dirty="0"/>
          </a:p>
        </p:txBody>
      </p:sp>
      <p:sp>
        <p:nvSpPr>
          <p:cNvPr id="52" name="Text 50"/>
          <p:cNvSpPr txBox="1"/>
          <p:nvPr/>
        </p:nvSpPr>
        <p:spPr>
          <a:xfrm>
            <a:off x="9745675" y="2103120"/>
            <a:ext cx="1848917" cy="676656"/>
          </a:xfrm>
          <a:prstGeom prst="rect">
            <a:avLst/>
          </a:prstGeom>
          <a:noFill/>
          <a:ln/>
        </p:spPr>
        <p:txBody>
          <a:bodyPr wrap="square" lIns="0" tIns="0" rIns="0" bIns="0" rtlCol="0" anchor="ctr"/>
          <a:lstStyle/>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처음 보는 설계도 맞히는지</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어떤 변수가 성능을</a:t>
            </a:r>
            <a:endParaRPr lang="en-US" sz="900" dirty="0"/>
          </a:p>
          <a:p>
            <a:pPr algn="ctr" indent="0" marL="0">
              <a:lnSpc>
                <a:spcPct val="115000"/>
              </a:lnSpc>
              <a:buNone/>
            </a:pPr>
            <a:r>
              <a:rPr lang="en-US" sz="900" dirty="0">
                <a:solidFill>
                  <a:srgbClr val="1C2733"/>
                </a:solidFill>
                <a:latin typeface="Malgun Gothic" pitchFamily="34" charset="0"/>
                <a:ea typeface="Malgun Gothic" pitchFamily="34" charset="-122"/>
                <a:cs typeface="Malgun Gothic" pitchFamily="34" charset="-120"/>
              </a:rPr>
              <a:t>좌우하는지 확인</a:t>
            </a:r>
            <a:endParaRPr lang="en-US" sz="900" dirty="0"/>
          </a:p>
        </p:txBody>
      </p:sp>
      <p:sp>
        <p:nvSpPr>
          <p:cNvPr id="53" name="Shape 51"/>
          <p:cNvSpPr/>
          <p:nvPr/>
        </p:nvSpPr>
        <p:spPr>
          <a:xfrm>
            <a:off x="9928555" y="2834640"/>
            <a:ext cx="1483157" cy="0"/>
          </a:xfrm>
          <a:prstGeom prst="line">
            <a:avLst/>
          </a:prstGeom>
          <a:noFill/>
          <a:ln w="9525">
            <a:solidFill>
              <a:srgbClr val="DDE3EB"/>
            </a:solidFill>
            <a:prstDash val="solid"/>
          </a:ln>
        </p:spPr>
      </p:sp>
      <p:sp>
        <p:nvSpPr>
          <p:cNvPr id="54" name="Text 52"/>
          <p:cNvSpPr txBox="1"/>
          <p:nvPr/>
        </p:nvSpPr>
        <p:spPr>
          <a:xfrm>
            <a:off x="9745675" y="2871216"/>
            <a:ext cx="1848917" cy="365760"/>
          </a:xfrm>
          <a:prstGeom prst="rect">
            <a:avLst/>
          </a:prstGeom>
          <a:noFill/>
          <a:ln/>
        </p:spPr>
        <p:txBody>
          <a:bodyPr wrap="square" lIns="0" tIns="0" rIns="0" bIns="0" rtlCol="0" anchor="ctr"/>
          <a:lstStyle/>
          <a:p>
            <a:pPr algn="ctr" indent="0" marL="0">
              <a:buNone/>
            </a:pPr>
            <a:r>
              <a:rPr lang="en-US" sz="1400" b="1" dirty="0">
                <a:solidFill>
                  <a:srgbClr val="0088A6"/>
                </a:solidFill>
                <a:latin typeface="Malgun Gothic" pitchFamily="34" charset="0"/>
                <a:ea typeface="Malgun Gothic" pitchFamily="34" charset="-122"/>
                <a:cs typeface="Malgun Gothic" pitchFamily="34" charset="-120"/>
              </a:rPr>
              <a:t>R² 0.89 ~ 1.00</a:t>
            </a:r>
            <a:endParaRPr lang="en-US" sz="1400" dirty="0"/>
          </a:p>
        </p:txBody>
      </p:sp>
      <p:sp>
        <p:nvSpPr>
          <p:cNvPr id="55" name="Shape 53"/>
          <p:cNvSpPr/>
          <p:nvPr/>
        </p:nvSpPr>
        <p:spPr>
          <a:xfrm>
            <a:off x="502920"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56" name="Shape 54"/>
          <p:cNvSpPr/>
          <p:nvPr/>
        </p:nvSpPr>
        <p:spPr>
          <a:xfrm>
            <a:off x="758952" y="3749040"/>
            <a:ext cx="82296" cy="182880"/>
          </a:xfrm>
          <a:prstGeom prst="rect">
            <a:avLst/>
          </a:prstGeom>
          <a:solidFill>
            <a:srgbClr val="00A3C4"/>
          </a:solidFill>
          <a:ln w="12700">
            <a:solidFill>
              <a:srgbClr val="00A3C4"/>
            </a:solidFill>
            <a:prstDash val="solid"/>
          </a:ln>
        </p:spPr>
      </p:sp>
      <p:sp>
        <p:nvSpPr>
          <p:cNvPr id="57" name="Text 55"/>
          <p:cNvSpPr txBox="1"/>
          <p:nvPr/>
        </p:nvSpPr>
        <p:spPr>
          <a:xfrm>
            <a:off x="923544"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 7개  —  목적함수 5 + 제약조건 2</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13816" y="4096512"/>
          <a:ext cx="4846320" cy="914400"/>
        </p:xfrm>
        <a:graphic>
          <a:graphicData uri="http://schemas.openxmlformats.org/drawingml/2006/table">
            <a:tbl>
              <a:tblPr/>
              <a:tblGrid>
                <a:gridCol w="960120"/>
                <a:gridCol w="2743200"/>
                <a:gridCol w="1143000"/>
              </a:tblGrid>
              <a:tr h="26060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응답</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의미</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구분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입구 · 출구 사이 압력 차이 (펌프 부담)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중 가장 높은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온도편차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 간 평균 온도의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1차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2차 균일도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2차 통과 유로별 유량의 표준편차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목적함수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분기비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전원공급모듈 쪽으로 빠지는 유량 비율</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00" b="1" dirty="0">
                          <a:solidFill>
                            <a:srgbClr val="1C2733"/>
                          </a:solidFill>
                          <a:latin typeface="Malgun Gothic" pitchFamily="34" charset="0"/>
                          <a:ea typeface="Malgun Gothic" pitchFamily="34" charset="-122"/>
                          <a:cs typeface="Malgun Gothic" pitchFamily="34" charset="-120"/>
                        </a:rPr>
                        <a:t>중량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냉각판 무게</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제약조건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59" name="Shape 56"/>
          <p:cNvSpPr/>
          <p:nvPr/>
        </p:nvSpPr>
        <p:spPr>
          <a:xfrm>
            <a:off x="6336792" y="3474720"/>
            <a:ext cx="5440680" cy="2907792"/>
          </a:xfrm>
          <a:prstGeom prst="roundRect">
            <a:avLst>
              <a:gd name="adj" fmla="val 1887"/>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60" name="Shape 57"/>
          <p:cNvSpPr/>
          <p:nvPr/>
        </p:nvSpPr>
        <p:spPr>
          <a:xfrm>
            <a:off x="6592824" y="3749040"/>
            <a:ext cx="82296" cy="182880"/>
          </a:xfrm>
          <a:prstGeom prst="rect">
            <a:avLst/>
          </a:prstGeom>
          <a:solidFill>
            <a:srgbClr val="00A3C4"/>
          </a:solidFill>
          <a:ln w="12700">
            <a:solidFill>
              <a:srgbClr val="00A3C4"/>
            </a:solidFill>
            <a:prstDash val="solid"/>
          </a:ln>
        </p:spPr>
      </p:sp>
      <p:sp>
        <p:nvSpPr>
          <p:cNvPr id="61" name="Text 58"/>
          <p:cNvSpPr txBox="1"/>
          <p:nvPr/>
        </p:nvSpPr>
        <p:spPr>
          <a:xfrm>
            <a:off x="6757416" y="3657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'DSD → GPR' 2단계인가</a:t>
            </a:r>
            <a:endParaRPr lang="en-US" sz="1300" dirty="0"/>
          </a:p>
        </p:txBody>
      </p:sp>
      <p:sp>
        <p:nvSpPr>
          <p:cNvPr id="62" name="Shape 59"/>
          <p:cNvSpPr/>
          <p:nvPr/>
        </p:nvSpPr>
        <p:spPr>
          <a:xfrm>
            <a:off x="6647688" y="4114800"/>
            <a:ext cx="4846320" cy="566928"/>
          </a:xfrm>
          <a:prstGeom prst="roundRect">
            <a:avLst>
              <a:gd name="adj" fmla="val 9677"/>
            </a:avLst>
          </a:prstGeom>
          <a:solidFill>
            <a:srgbClr val="F7F9FC"/>
          </a:solidFill>
          <a:ln w="9525">
            <a:solidFill>
              <a:srgbClr val="DDE3EB"/>
            </a:solidFill>
            <a:prstDash val="solid"/>
          </a:ln>
        </p:spPr>
      </p:sp>
      <p:sp>
        <p:nvSpPr>
          <p:cNvPr id="63" name="Shape 60"/>
          <p:cNvSpPr/>
          <p:nvPr/>
        </p:nvSpPr>
        <p:spPr>
          <a:xfrm>
            <a:off x="6757416" y="4242816"/>
            <a:ext cx="960120" cy="310896"/>
          </a:xfrm>
          <a:prstGeom prst="roundRect">
            <a:avLst>
              <a:gd name="adj" fmla="val 20588"/>
            </a:avLst>
          </a:prstGeom>
          <a:solidFill>
            <a:srgbClr val="16305B"/>
          </a:solidFill>
          <a:ln w="9525">
            <a:solidFill>
              <a:srgbClr val="16305B"/>
            </a:solidFill>
            <a:prstDash val="solid"/>
          </a:ln>
        </p:spPr>
      </p:sp>
      <p:sp>
        <p:nvSpPr>
          <p:cNvPr id="64" name="Text 61"/>
          <p:cNvSpPr txBox="1"/>
          <p:nvPr/>
        </p:nvSpPr>
        <p:spPr>
          <a:xfrm>
            <a:off x="6757416" y="4242816"/>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DSD</a:t>
            </a:r>
            <a:endParaRPr lang="en-US" sz="950" dirty="0"/>
          </a:p>
        </p:txBody>
      </p:sp>
      <p:sp>
        <p:nvSpPr>
          <p:cNvPr id="65" name="Text 62"/>
          <p:cNvSpPr txBox="1"/>
          <p:nvPr/>
        </p:nvSpPr>
        <p:spPr>
          <a:xfrm>
            <a:off x="7836408" y="4114800"/>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주효과(변수 하나만의 효과)를 29회로 판정</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비활성 변수 3개를 고정해 해석 횟수 절약</a:t>
            </a:r>
            <a:endParaRPr lang="en-US" sz="930" dirty="0"/>
          </a:p>
        </p:txBody>
      </p:sp>
      <p:sp>
        <p:nvSpPr>
          <p:cNvPr id="66" name="Shape 63"/>
          <p:cNvSpPr/>
          <p:nvPr/>
        </p:nvSpPr>
        <p:spPr>
          <a:xfrm>
            <a:off x="6647688" y="4773168"/>
            <a:ext cx="4846320" cy="566928"/>
          </a:xfrm>
          <a:prstGeom prst="roundRect">
            <a:avLst>
              <a:gd name="adj" fmla="val 9677"/>
            </a:avLst>
          </a:prstGeom>
          <a:solidFill>
            <a:srgbClr val="F7F9FC"/>
          </a:solidFill>
          <a:ln w="9525">
            <a:solidFill>
              <a:srgbClr val="DDE3EB"/>
            </a:solidFill>
            <a:prstDash val="solid"/>
          </a:ln>
        </p:spPr>
      </p:sp>
      <p:sp>
        <p:nvSpPr>
          <p:cNvPr id="67" name="Shape 64"/>
          <p:cNvSpPr/>
          <p:nvPr/>
        </p:nvSpPr>
        <p:spPr>
          <a:xfrm>
            <a:off x="6757416" y="4901184"/>
            <a:ext cx="960120" cy="310896"/>
          </a:xfrm>
          <a:prstGeom prst="roundRect">
            <a:avLst>
              <a:gd name="adj" fmla="val 20588"/>
            </a:avLst>
          </a:prstGeom>
          <a:solidFill>
            <a:srgbClr val="00A3C4"/>
          </a:solidFill>
          <a:ln w="9525">
            <a:solidFill>
              <a:srgbClr val="00A3C4"/>
            </a:solidFill>
            <a:prstDash val="solid"/>
          </a:ln>
        </p:spPr>
      </p:sp>
      <p:sp>
        <p:nvSpPr>
          <p:cNvPr id="68" name="Text 65"/>
          <p:cNvSpPr txBox="1"/>
          <p:nvPr/>
        </p:nvSpPr>
        <p:spPr>
          <a:xfrm>
            <a:off x="6757416" y="4901184"/>
            <a:ext cx="960120" cy="310896"/>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GPR</a:t>
            </a:r>
            <a:endParaRPr lang="en-US" sz="950" dirty="0"/>
          </a:p>
        </p:txBody>
      </p:sp>
      <p:sp>
        <p:nvSpPr>
          <p:cNvPr id="69" name="Text 66"/>
          <p:cNvSpPr txBox="1"/>
          <p:nvPr/>
        </p:nvSpPr>
        <p:spPr>
          <a:xfrm>
            <a:off x="7836408" y="4773168"/>
            <a:ext cx="3611880" cy="566928"/>
          </a:xfrm>
          <a:prstGeom prst="rect">
            <a:avLst/>
          </a:prstGeom>
          <a:noFill/>
          <a:ln/>
        </p:spPr>
        <p:txBody>
          <a:bodyPr wrap="square" lIns="0" tIns="0" rIns="0" bIns="0" rtlCol="0" anchor="ctr"/>
          <a:lstStyle/>
          <a:p>
            <a:pPr indent="0" marL="0">
              <a:lnSpc>
                <a:spcPct val="115000"/>
              </a:lnSpc>
              <a:buNone/>
            </a:pPr>
            <a:r>
              <a:rPr lang="en-US" sz="930" b="1" dirty="0">
                <a:solidFill>
                  <a:srgbClr val="16305B"/>
                </a:solidFill>
                <a:latin typeface="Malgun Gothic" pitchFamily="34" charset="0"/>
                <a:ea typeface="Malgun Gothic" pitchFamily="34" charset="-122"/>
                <a:cs typeface="Malgun Gothic" pitchFamily="34" charset="-120"/>
              </a:rPr>
              <a:t>교호작용(변수끼리 얽힌 효과)까지 학습</a:t>
            </a:r>
            <a:endParaRPr lang="en-US" sz="930" dirty="0"/>
          </a:p>
          <a:p>
            <a:pPr indent="0" marL="0">
              <a:lnSpc>
                <a:spcPct val="115000"/>
              </a:lnSpc>
              <a:buNone/>
            </a:pPr>
            <a:r>
              <a:rPr lang="en-US" sz="930" dirty="0">
                <a:solidFill>
                  <a:srgbClr val="1C2733"/>
                </a:solidFill>
                <a:latin typeface="Malgun Gothic" pitchFamily="34" charset="0"/>
                <a:ea typeface="Malgun Gothic" pitchFamily="34" charset="-122"/>
                <a:cs typeface="Malgun Gothic" pitchFamily="34" charset="-120"/>
              </a:rPr>
              <a:t>→ 정밀 예측 · Sobol 민감도 분석</a:t>
            </a:r>
            <a:endParaRPr lang="en-US" sz="930" dirty="0"/>
          </a:p>
        </p:txBody>
      </p:sp>
      <p:sp>
        <p:nvSpPr>
          <p:cNvPr id="70" name="Shape 67"/>
          <p:cNvSpPr/>
          <p:nvPr/>
        </p:nvSpPr>
        <p:spPr>
          <a:xfrm>
            <a:off x="6647688" y="5449824"/>
            <a:ext cx="4846320" cy="786384"/>
          </a:xfrm>
          <a:prstGeom prst="roundRect">
            <a:avLst>
              <a:gd name="adj" fmla="val 6977"/>
            </a:avLst>
          </a:prstGeom>
          <a:solidFill>
            <a:srgbClr val="E8F6FA"/>
          </a:solidFill>
          <a:ln w="9525">
            <a:solidFill>
              <a:srgbClr val="00A3C4"/>
            </a:solidFill>
            <a:prstDash val="solid"/>
          </a:ln>
        </p:spPr>
      </p:sp>
      <p:sp>
        <p:nvSpPr>
          <p:cNvPr id="71" name="Text 68"/>
          <p:cNvSpPr txBox="1"/>
          <p:nvPr/>
        </p:nvSpPr>
        <p:spPr>
          <a:xfrm>
            <a:off x="6793992" y="5449824"/>
            <a:ext cx="4572000" cy="786384"/>
          </a:xfrm>
          <a:prstGeom prst="rect">
            <a:avLst/>
          </a:prstGeom>
          <a:noFill/>
          <a:ln/>
        </p:spPr>
        <p:txBody>
          <a:bodyPr wrap="square" lIns="0" tIns="0" rIns="0" bIns="0" rtlCol="0" anchor="ctr"/>
          <a:lstStyle/>
          <a:p>
            <a:pPr indent="0" marL="0">
              <a:lnSpc>
                <a:spcPct val="125000"/>
              </a:lnSpc>
              <a:buNone/>
            </a:pPr>
            <a:r>
              <a:rPr lang="en-US" sz="950" b="1" dirty="0">
                <a:solidFill>
                  <a:srgbClr val="0088A6"/>
                </a:solidFill>
                <a:latin typeface="Malgun Gothic" pitchFamily="34" charset="0"/>
                <a:ea typeface="Malgun Gothic" pitchFamily="34" charset="-122"/>
                <a:cs typeface="Malgun Gothic" pitchFamily="34" charset="-120"/>
              </a:rPr>
              <a:t>교호작용이란?  </a:t>
            </a:r>
            <a:pPr indent="0" marL="0">
              <a:lnSpc>
                <a:spcPct val="125000"/>
              </a:lnSpc>
              <a:buNone/>
            </a:pPr>
            <a:r>
              <a:rPr lang="en-US" sz="950" b="1" dirty="0">
                <a:solidFill>
                  <a:srgbClr val="16305B"/>
                </a:solidFill>
                <a:latin typeface="Malgun Gothic" pitchFamily="34" charset="0"/>
                <a:ea typeface="Malgun Gothic" pitchFamily="34" charset="-122"/>
                <a:cs typeface="Malgun Gothic" pitchFamily="34" charset="-120"/>
              </a:rPr>
              <a:t>두 변수가 함께 바뀔 때 생기는 추가 효과</a:t>
            </a:r>
            <a:endParaRPr lang="en-US" sz="950" dirty="0"/>
          </a:p>
          <a:p>
            <a:pPr indent="0" marL="0">
              <a:lnSpc>
                <a:spcPct val="125000"/>
              </a:lnSpc>
              <a:buNone/>
            </a:pPr>
            <a:r>
              <a:rPr lang="en-US" sz="880" dirty="0">
                <a:solidFill>
                  <a:srgbClr val="1C2733"/>
                </a:solidFill>
                <a:latin typeface="Malgun Gothic" pitchFamily="34" charset="0"/>
                <a:ea typeface="Malgun Gothic" pitchFamily="34" charset="-122"/>
                <a:cs typeface="Malgun Gothic" pitchFamily="34" charset="-120"/>
              </a:rPr>
              <a:t>예) 핀 무게 ∝ 개수 × 두께 → 핀이 두꺼울수록 1개 늘릴 때 무게가 더 많이 늘어남</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망분리 환경에서의 AI 에이전트 활용 체계</a:t>
            </a:r>
            <a:endParaRPr lang="en-US" sz="2200" dirty="0"/>
          </a:p>
        </p:txBody>
      </p:sp>
      <p:sp>
        <p:nvSpPr>
          <p:cNvPr id="6" name="Shape 4"/>
          <p:cNvSpPr/>
          <p:nvPr/>
        </p:nvSpPr>
        <p:spPr>
          <a:xfrm>
            <a:off x="502920"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제약 조건</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1920240"/>
          <a:ext cx="4846320" cy="914400"/>
        </p:xfrm>
        <a:graphic>
          <a:graphicData uri="http://schemas.openxmlformats.org/drawingml/2006/table">
            <a:tbl>
              <a:tblPr/>
              <a:tblGrid>
                <a:gridCol w="1051560"/>
                <a:gridCol w="3794760"/>
              </a:tblGrid>
              <a:tr h="310896">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현황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보안 정책상 외부 AI 직접 접속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반출 제한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CAD·해석 모델 및 원본 결과는 반출 불가</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10896">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필요 사항</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내부 자산을 내보내지 않고 개발하는 방법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3218688"/>
            <a:ext cx="4846320" cy="384048"/>
          </a:xfrm>
          <a:prstGeom prst="roundRect">
            <a:avLst>
              <a:gd name="adj" fmla="val 14286"/>
            </a:avLst>
          </a:prstGeom>
          <a:solidFill>
            <a:srgbClr val="EEF2F7"/>
          </a:solidFill>
          <a:ln w="12700">
            <a:solidFill>
              <a:srgbClr val="EEF2F7"/>
            </a:solidFill>
            <a:prstDash val="solid"/>
          </a:ln>
        </p:spPr>
      </p:sp>
      <p:sp>
        <p:nvSpPr>
          <p:cNvPr id="11" name="Text 8"/>
          <p:cNvSpPr txBox="1"/>
          <p:nvPr/>
        </p:nvSpPr>
        <p:spPr>
          <a:xfrm>
            <a:off x="941832" y="3218688"/>
            <a:ext cx="4617720" cy="384048"/>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  외부에서 만드는 것은 '코드'이고, 형상과 해석은 내부망에서만 수행</a:t>
            </a:r>
            <a:endParaRPr lang="en-US" sz="950" dirty="0"/>
          </a:p>
        </p:txBody>
      </p:sp>
      <p:sp>
        <p:nvSpPr>
          <p:cNvPr id="12" name="Shape 9"/>
          <p:cNvSpPr/>
          <p:nvPr/>
        </p:nvSpPr>
        <p:spPr>
          <a:xfrm>
            <a:off x="6336792" y="1188720"/>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활용 구조</a:t>
            </a:r>
            <a:endParaRPr lang="en-US" sz="1300" dirty="0"/>
          </a:p>
        </p:txBody>
      </p:sp>
      <p:sp>
        <p:nvSpPr>
          <p:cNvPr id="15" name="Text 12"/>
          <p:cNvSpPr txBox="1"/>
          <p:nvPr/>
        </p:nvSpPr>
        <p:spPr>
          <a:xfrm>
            <a:off x="6647688" y="1847088"/>
            <a:ext cx="1828800" cy="201168"/>
          </a:xfrm>
          <a:prstGeom prst="rect">
            <a:avLst/>
          </a:prstGeom>
          <a:noFill/>
          <a:ln/>
        </p:spPr>
        <p:txBody>
          <a:bodyPr wrap="square" lIns="0" tIns="0" rIns="0" bIns="0" rtlCol="0" anchor="ctr"/>
          <a:lstStyle/>
          <a:p>
            <a:pPr algn="l" indent="0" marL="0">
              <a:buNone/>
            </a:pPr>
            <a:r>
              <a:rPr lang="en-US" sz="900" b="1" spc="100" kern="0" dirty="0">
                <a:solidFill>
                  <a:srgbClr val="6B7A8F"/>
                </a:solidFill>
                <a:latin typeface="Malgun Gothic" pitchFamily="34" charset="0"/>
                <a:ea typeface="Malgun Gothic" pitchFamily="34" charset="-122"/>
                <a:cs typeface="Malgun Gothic" pitchFamily="34" charset="-120"/>
              </a:rPr>
              <a:t>외부 (개발)</a:t>
            </a:r>
            <a:endParaRPr lang="en-US" sz="900" dirty="0"/>
          </a:p>
        </p:txBody>
      </p:sp>
      <p:sp>
        <p:nvSpPr>
          <p:cNvPr id="16" name="Text 13"/>
          <p:cNvSpPr txBox="1"/>
          <p:nvPr/>
        </p:nvSpPr>
        <p:spPr>
          <a:xfrm>
            <a:off x="9665208" y="1847088"/>
            <a:ext cx="1828800" cy="201168"/>
          </a:xfrm>
          <a:prstGeom prst="rect">
            <a:avLst/>
          </a:prstGeom>
          <a:noFill/>
          <a:ln/>
        </p:spPr>
        <p:txBody>
          <a:bodyPr wrap="square" lIns="0" tIns="0" rIns="0" bIns="0" rtlCol="0" anchor="ctr"/>
          <a:lstStyle/>
          <a:p>
            <a:pPr algn="r" indent="0" marL="0">
              <a:buNone/>
            </a:pPr>
            <a:r>
              <a:rPr lang="en-US" sz="900" b="1" spc="100" kern="0" dirty="0">
                <a:solidFill>
                  <a:srgbClr val="6B7A8F"/>
                </a:solidFill>
                <a:latin typeface="Malgun Gothic" pitchFamily="34" charset="0"/>
                <a:ea typeface="Malgun Gothic" pitchFamily="34" charset="-122"/>
                <a:cs typeface="Malgun Gothic" pitchFamily="34" charset="-120"/>
              </a:rPr>
              <a:t>내부망</a:t>
            </a:r>
            <a:endParaRPr lang="en-US" sz="900" dirty="0"/>
          </a:p>
        </p:txBody>
      </p:sp>
      <p:sp>
        <p:nvSpPr>
          <p:cNvPr id="17" name="Shape 14"/>
          <p:cNvSpPr/>
          <p:nvPr/>
        </p:nvSpPr>
        <p:spPr>
          <a:xfrm>
            <a:off x="9665208" y="1810512"/>
            <a:ext cx="0" cy="1444752"/>
          </a:xfrm>
          <a:prstGeom prst="line">
            <a:avLst/>
          </a:prstGeom>
          <a:noFill/>
          <a:ln w="15875">
            <a:solidFill>
              <a:srgbClr val="B9C4D2"/>
            </a:solidFill>
            <a:prstDash val="dash"/>
          </a:ln>
        </p:spPr>
      </p:sp>
      <p:sp>
        <p:nvSpPr>
          <p:cNvPr id="18" name="Shape 15"/>
          <p:cNvSpPr/>
          <p:nvPr/>
        </p:nvSpPr>
        <p:spPr>
          <a:xfrm>
            <a:off x="6647688" y="2121408"/>
            <a:ext cx="1371600" cy="457200"/>
          </a:xfrm>
          <a:prstGeom prst="roundRect">
            <a:avLst>
              <a:gd name="adj" fmla="val 14000"/>
            </a:avLst>
          </a:prstGeom>
          <a:solidFill>
            <a:srgbClr val="00A3C4"/>
          </a:solidFill>
          <a:ln w="15875">
            <a:solidFill>
              <a:srgbClr val="00A3C4"/>
            </a:solidFill>
            <a:prstDash val="solid"/>
          </a:ln>
        </p:spPr>
      </p:sp>
      <p:sp>
        <p:nvSpPr>
          <p:cNvPr id="19" name="Text 16"/>
          <p:cNvSpPr txBox="1"/>
          <p:nvPr/>
        </p:nvSpPr>
        <p:spPr>
          <a:xfrm>
            <a:off x="664768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AI 에이전트</a:t>
            </a:r>
            <a:endParaRPr lang="en-US" sz="1000" dirty="0"/>
          </a:p>
        </p:txBody>
      </p:sp>
      <p:sp>
        <p:nvSpPr>
          <p:cNvPr id="20" name="Shape 17"/>
          <p:cNvSpPr/>
          <p:nvPr/>
        </p:nvSpPr>
        <p:spPr>
          <a:xfrm>
            <a:off x="8202168" y="2121408"/>
            <a:ext cx="1371600" cy="457200"/>
          </a:xfrm>
          <a:prstGeom prst="roundRect">
            <a:avLst>
              <a:gd name="adj" fmla="val 14000"/>
            </a:avLst>
          </a:prstGeom>
          <a:solidFill>
            <a:srgbClr val="FFFFFF"/>
          </a:solidFill>
          <a:ln w="15875">
            <a:solidFill>
              <a:srgbClr val="16305B"/>
            </a:solidFill>
            <a:prstDash val="solid"/>
          </a:ln>
        </p:spPr>
      </p:sp>
      <p:sp>
        <p:nvSpPr>
          <p:cNvPr id="21" name="Text 18"/>
          <p:cNvSpPr txBox="1"/>
          <p:nvPr/>
        </p:nvSpPr>
        <p:spPr>
          <a:xfrm>
            <a:off x="8202168" y="2121408"/>
            <a:ext cx="1371600" cy="457200"/>
          </a:xfrm>
          <a:prstGeom prst="rect">
            <a:avLst/>
          </a:prstGeom>
          <a:noFill/>
          <a:ln/>
        </p:spPr>
        <p:txBody>
          <a:bodyPr wrap="square" lIns="0" tIns="0" rIns="0" bIns="0" rtlCol="0" anchor="ctr"/>
          <a:lstStyle/>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저장소</a:t>
            </a:r>
            <a:endParaRPr lang="en-US" sz="900" dirty="0"/>
          </a:p>
          <a:p>
            <a:pPr algn="ctr" indent="0" marL="0">
              <a:lnSpc>
                <a:spcPct val="95000"/>
              </a:lnSpc>
              <a:buNone/>
            </a:pPr>
            <a:r>
              <a:rPr lang="en-US" sz="900" b="1" dirty="0">
                <a:solidFill>
                  <a:srgbClr val="16305B"/>
                </a:solidFill>
                <a:latin typeface="Malgun Gothic" pitchFamily="34" charset="0"/>
                <a:ea typeface="Malgun Gothic" pitchFamily="34" charset="-122"/>
                <a:cs typeface="Malgun Gothic" pitchFamily="34" charset="-120"/>
              </a:rPr>
              <a:t>(코드 · 문서)</a:t>
            </a:r>
            <a:endParaRPr lang="en-US" sz="900" dirty="0"/>
          </a:p>
        </p:txBody>
      </p:sp>
      <p:sp>
        <p:nvSpPr>
          <p:cNvPr id="22" name="Shape 19"/>
          <p:cNvSpPr/>
          <p:nvPr/>
        </p:nvSpPr>
        <p:spPr>
          <a:xfrm>
            <a:off x="9756648" y="2121408"/>
            <a:ext cx="1371600" cy="457200"/>
          </a:xfrm>
          <a:prstGeom prst="roundRect">
            <a:avLst>
              <a:gd name="adj" fmla="val 14000"/>
            </a:avLst>
          </a:prstGeom>
          <a:solidFill>
            <a:srgbClr val="16305B"/>
          </a:solidFill>
          <a:ln w="15875">
            <a:solidFill>
              <a:srgbClr val="16305B"/>
            </a:solidFill>
            <a:prstDash val="solid"/>
          </a:ln>
        </p:spPr>
      </p:sp>
      <p:sp>
        <p:nvSpPr>
          <p:cNvPr id="23" name="Text 20"/>
          <p:cNvSpPr txBox="1"/>
          <p:nvPr/>
        </p:nvSpPr>
        <p:spPr>
          <a:xfrm>
            <a:off x="9756648" y="2121408"/>
            <a:ext cx="1371600" cy="457200"/>
          </a:xfrm>
          <a:prstGeom prst="rect">
            <a:avLst/>
          </a:prstGeom>
          <a:noFill/>
          <a:ln/>
        </p:spPr>
        <p:txBody>
          <a:bodyPr wrap="square" lIns="0" tIns="0" rIns="0" bIns="0" rtlCol="0" anchor="ctr"/>
          <a:lstStyle/>
          <a:p>
            <a:pPr algn="ctr" indent="0" marL="0">
              <a:lnSpc>
                <a:spcPct val="95000"/>
              </a:lnSpc>
              <a:buNone/>
            </a:pPr>
            <a:r>
              <a:rPr lang="en-US" sz="1000" b="1" dirty="0">
                <a:solidFill>
                  <a:srgbClr val="FFFFFF"/>
                </a:solidFill>
                <a:latin typeface="Malgun Gothic" pitchFamily="34" charset="0"/>
                <a:ea typeface="Malgun Gothic" pitchFamily="34" charset="-122"/>
                <a:cs typeface="Malgun Gothic" pitchFamily="34" charset="-120"/>
              </a:rPr>
              <a:t>CAD · 해석 실행</a:t>
            </a:r>
            <a:endParaRPr lang="en-US" sz="1000" dirty="0"/>
          </a:p>
        </p:txBody>
      </p:sp>
      <p:sp>
        <p:nvSpPr>
          <p:cNvPr id="24" name="Shape 21"/>
          <p:cNvSpPr/>
          <p:nvPr/>
        </p:nvSpPr>
        <p:spPr>
          <a:xfrm>
            <a:off x="8019288" y="2350008"/>
            <a:ext cx="182880" cy="0"/>
          </a:xfrm>
          <a:prstGeom prst="line">
            <a:avLst/>
          </a:prstGeom>
          <a:noFill/>
          <a:ln w="15875">
            <a:solidFill>
              <a:srgbClr val="16305B"/>
            </a:solidFill>
            <a:prstDash val="solid"/>
            <a:tailEnd type="triangle"/>
          </a:ln>
        </p:spPr>
      </p:sp>
      <p:sp>
        <p:nvSpPr>
          <p:cNvPr id="25" name="Shape 22"/>
          <p:cNvSpPr/>
          <p:nvPr/>
        </p:nvSpPr>
        <p:spPr>
          <a:xfrm>
            <a:off x="9573768" y="2350008"/>
            <a:ext cx="182880" cy="0"/>
          </a:xfrm>
          <a:prstGeom prst="line">
            <a:avLst/>
          </a:prstGeom>
          <a:noFill/>
          <a:ln w="15875">
            <a:solidFill>
              <a:srgbClr val="16305B"/>
            </a:solidFill>
            <a:prstDash val="solid"/>
            <a:tailEnd type="triangle"/>
          </a:ln>
        </p:spPr>
      </p:sp>
      <p:sp>
        <p:nvSpPr>
          <p:cNvPr id="26" name="Text 23"/>
          <p:cNvSpPr txBox="1"/>
          <p:nvPr/>
        </p:nvSpPr>
        <p:spPr>
          <a:xfrm>
            <a:off x="8942832" y="2606040"/>
            <a:ext cx="1325880" cy="201168"/>
          </a:xfrm>
          <a:prstGeom prst="rect">
            <a:avLst/>
          </a:prstGeom>
          <a:noFill/>
          <a:ln/>
        </p:spPr>
        <p:txBody>
          <a:bodyPr wrap="square" lIns="0" tIns="0" rIns="0" bIns="0" rtlCol="0" anchor="ctr"/>
          <a:lstStyle/>
          <a:p>
            <a:pPr algn="ctr" indent="0" marL="0">
              <a:buNone/>
            </a:pPr>
            <a:r>
              <a:rPr lang="en-US" sz="800" dirty="0">
                <a:solidFill>
                  <a:srgbClr val="16305B"/>
                </a:solidFill>
                <a:latin typeface="Malgun Gothic" pitchFamily="34" charset="0"/>
                <a:ea typeface="Malgun Gothic" pitchFamily="34" charset="-122"/>
                <a:cs typeface="Malgun Gothic" pitchFamily="34" charset="-120"/>
              </a:rPr>
              <a:t>코드 · 문서 반입</a:t>
            </a:r>
            <a:endParaRPr lang="en-US" sz="800" dirty="0"/>
          </a:p>
        </p:txBody>
      </p:sp>
      <p:sp>
        <p:nvSpPr>
          <p:cNvPr id="27" name="Shape 24"/>
          <p:cNvSpPr/>
          <p:nvPr/>
        </p:nvSpPr>
        <p:spPr>
          <a:xfrm>
            <a:off x="10442448" y="2578608"/>
            <a:ext cx="0" cy="365760"/>
          </a:xfrm>
          <a:prstGeom prst="line">
            <a:avLst/>
          </a:prstGeom>
          <a:noFill/>
          <a:ln w="13970">
            <a:solidFill>
              <a:srgbClr val="6B7A8F"/>
            </a:solidFill>
            <a:prstDash val="solid"/>
          </a:ln>
        </p:spPr>
      </p:sp>
      <p:sp>
        <p:nvSpPr>
          <p:cNvPr id="28" name="Shape 25"/>
          <p:cNvSpPr/>
          <p:nvPr/>
        </p:nvSpPr>
        <p:spPr>
          <a:xfrm>
            <a:off x="7333488" y="2944368"/>
            <a:ext cx="3108960" cy="0"/>
          </a:xfrm>
          <a:prstGeom prst="line">
            <a:avLst/>
          </a:prstGeom>
          <a:noFill/>
          <a:ln w="13970">
            <a:solidFill>
              <a:srgbClr val="6B7A8F"/>
            </a:solidFill>
            <a:prstDash val="solid"/>
            <a:headEnd type="triangle"/>
          </a:ln>
        </p:spPr>
      </p:sp>
      <p:sp>
        <p:nvSpPr>
          <p:cNvPr id="29" name="Shape 26"/>
          <p:cNvSpPr/>
          <p:nvPr/>
        </p:nvSpPr>
        <p:spPr>
          <a:xfrm>
            <a:off x="7333488" y="2578608"/>
            <a:ext cx="0" cy="365760"/>
          </a:xfrm>
          <a:prstGeom prst="line">
            <a:avLst/>
          </a:prstGeom>
          <a:noFill/>
          <a:ln w="13970">
            <a:solidFill>
              <a:srgbClr val="6B7A8F"/>
            </a:solidFill>
            <a:prstDash val="solid"/>
            <a:headEnd type="triangle"/>
          </a:ln>
        </p:spPr>
      </p:sp>
      <p:sp>
        <p:nvSpPr>
          <p:cNvPr id="30" name="Text 27"/>
          <p:cNvSpPr txBox="1"/>
          <p:nvPr/>
        </p:nvSpPr>
        <p:spPr>
          <a:xfrm>
            <a:off x="6647688" y="2980944"/>
            <a:ext cx="4846320" cy="219456"/>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개발자가 결과를 확인하고 요구사항만 정리해 전달</a:t>
            </a:r>
            <a:endParaRPr lang="en-US" sz="850" dirty="0"/>
          </a:p>
        </p:txBody>
      </p:sp>
      <p:sp>
        <p:nvSpPr>
          <p:cNvPr id="31" name="Shape 28"/>
          <p:cNvSpPr/>
          <p:nvPr/>
        </p:nvSpPr>
        <p:spPr>
          <a:xfrm>
            <a:off x="6647688" y="3273552"/>
            <a:ext cx="4846320" cy="292608"/>
          </a:xfrm>
          <a:prstGeom prst="roundRect">
            <a:avLst>
              <a:gd name="adj" fmla="val 15625"/>
            </a:avLst>
          </a:prstGeom>
          <a:solidFill>
            <a:srgbClr val="EEF2F7"/>
          </a:solidFill>
          <a:ln w="12700">
            <a:solidFill>
              <a:srgbClr val="EEF2F7"/>
            </a:solidFill>
            <a:prstDash val="solid"/>
          </a:ln>
        </p:spPr>
      </p:sp>
      <p:sp>
        <p:nvSpPr>
          <p:cNvPr id="32" name="Text 29"/>
          <p:cNvSpPr txBox="1"/>
          <p:nvPr/>
        </p:nvSpPr>
        <p:spPr>
          <a:xfrm>
            <a:off x="6647688" y="3273552"/>
            <a:ext cx="4846320" cy="292608"/>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형상·해석 모델과 원본 결과는 경계를 넘지 않음</a:t>
            </a:r>
            <a:endParaRPr lang="en-US" sz="900" dirty="0"/>
          </a:p>
        </p:txBody>
      </p:sp>
      <p:sp>
        <p:nvSpPr>
          <p:cNvPr id="33" name="Shape 30"/>
          <p:cNvSpPr/>
          <p:nvPr/>
        </p:nvSpPr>
        <p:spPr>
          <a:xfrm>
            <a:off x="502920"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758952" y="4096512"/>
            <a:ext cx="82296" cy="182880"/>
          </a:xfrm>
          <a:prstGeom prst="rect">
            <a:avLst/>
          </a:prstGeom>
          <a:solidFill>
            <a:srgbClr val="00A3C4"/>
          </a:solidFill>
          <a:ln w="12700">
            <a:solidFill>
              <a:srgbClr val="00A3C4"/>
            </a:solidFill>
            <a:prstDash val="solid"/>
          </a:ln>
        </p:spPr>
      </p:sp>
      <p:sp>
        <p:nvSpPr>
          <p:cNvPr id="35" name="Text 32"/>
          <p:cNvSpPr txBox="1"/>
          <p:nvPr/>
        </p:nvSpPr>
        <p:spPr>
          <a:xfrm>
            <a:off x="923544"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맥락(Context) 구축 방법</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813816" y="4535424"/>
          <a:ext cx="4846320" cy="914400"/>
        </p:xfrm>
        <a:graphic>
          <a:graphicData uri="http://schemas.openxmlformats.org/drawingml/2006/table">
            <a:tbl>
              <a:tblPr/>
              <a:tblGrid>
                <a:gridCol w="1325880"/>
                <a:gridCol w="352044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저장소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담는 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 로직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설계변수 구성 · 제약조건 · 처리 절차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 규칙 문서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임의 수정 금지 등 협업 규칙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형상·해석 자동화 모듈</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인터페이스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결과 파일 형식, API 호출 규약</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Text 33"/>
          <p:cNvSpPr txBox="1"/>
          <p:nvPr/>
        </p:nvSpPr>
        <p:spPr>
          <a:xfrm>
            <a:off x="813816" y="5961888"/>
            <a:ext cx="4846320" cy="274320"/>
          </a:xfrm>
          <a:prstGeom prst="rect">
            <a:avLst/>
          </a:prstGeom>
          <a:noFill/>
          <a:ln/>
        </p:spPr>
        <p:txBody>
          <a:bodyPr wrap="square" lIns="0" tIns="0" rIns="0" bIns="0" rtlCol="0" anchor="ctr"/>
          <a:lstStyle/>
          <a:p>
            <a:pPr indent="0" marL="0">
              <a:lnSpc>
                <a:spcPct val="120000"/>
              </a:lnSpc>
              <a:buNone/>
            </a:pPr>
            <a:r>
              <a:rPr lang="en-US" sz="900" i="1" dirty="0">
                <a:solidFill>
                  <a:srgbClr val="6B7A8F"/>
                </a:solidFill>
                <a:latin typeface="Malgun Gothic" pitchFamily="34" charset="0"/>
                <a:ea typeface="Malgun Gothic" pitchFamily="34" charset="-122"/>
                <a:cs typeface="Malgun Gothic" pitchFamily="34" charset="-120"/>
              </a:rPr>
              <a:t>코드 작성에 필요한 범위로 한정 — 매 세션 저장소를 읽어 이전 맥락을 그대로 이어받음</a:t>
            </a:r>
            <a:endParaRPr lang="en-US" sz="900" dirty="0"/>
          </a:p>
        </p:txBody>
      </p:sp>
      <p:sp>
        <p:nvSpPr>
          <p:cNvPr id="38" name="Shape 34"/>
          <p:cNvSpPr/>
          <p:nvPr/>
        </p:nvSpPr>
        <p:spPr>
          <a:xfrm>
            <a:off x="6336792" y="3822192"/>
            <a:ext cx="5440680" cy="2487168"/>
          </a:xfrm>
          <a:prstGeom prst="roundRect">
            <a:avLst>
              <a:gd name="adj" fmla="val 2206"/>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9" name="Shape 35"/>
          <p:cNvSpPr/>
          <p:nvPr/>
        </p:nvSpPr>
        <p:spPr>
          <a:xfrm>
            <a:off x="6592824" y="4096512"/>
            <a:ext cx="82296" cy="182880"/>
          </a:xfrm>
          <a:prstGeom prst="rect">
            <a:avLst/>
          </a:prstGeom>
          <a:solidFill>
            <a:srgbClr val="00A3C4"/>
          </a:solidFill>
          <a:ln w="12700">
            <a:solidFill>
              <a:srgbClr val="00A3C4"/>
            </a:solidFill>
            <a:prstDash val="solid"/>
          </a:ln>
        </p:spPr>
      </p:sp>
      <p:sp>
        <p:nvSpPr>
          <p:cNvPr id="40" name="Text 36"/>
          <p:cNvSpPr txBox="1"/>
          <p:nvPr/>
        </p:nvSpPr>
        <p:spPr>
          <a:xfrm>
            <a:off x="6757416" y="4005072"/>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운영 방식</a:t>
            </a:r>
            <a:endParaRPr lang="en-US" sz="1300" dirty="0"/>
          </a:p>
        </p:txBody>
      </p:sp>
      <p:graphicFrame>
        <p:nvGraphicFramePr>
          <p:cNvPr id="13" name="Table 2"/>
          <p:cNvGraphicFramePr>
            <a:graphicFrameLocks noGrp="1"/>
          </p:cNvGraphicFramePr>
          <p:nvPr>
            <p:extLst>
              <p:ext uri="{D42A27DB-BD31-4B8C-83A1-F6EECF244321}">
                <p14:modId xmlns:p14="http://schemas.microsoft.com/office/powerpoint/2010/main" val="1579011935"/>
              </p:ext>
            </p:extLst>
          </p:nvPr>
        </p:nvGraphicFramePr>
        <p:xfrm>
          <a:off x="6647688" y="4535424"/>
          <a:ext cx="4846320" cy="914400"/>
        </p:xfrm>
        <a:graphic>
          <a:graphicData uri="http://schemas.openxmlformats.org/drawingml/2006/table">
            <a:tbl>
              <a:tblPr/>
              <a:tblGrid>
                <a:gridCol w="1143000"/>
                <a:gridCol w="3703320"/>
              </a:tblGrid>
              <a:tr h="27432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버전 관리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 변경을 버전별 분기로 이력화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변경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수정 이력이 곧 설계 결정 이력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반입 범위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코드·문서만 내부망으로 반입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코드 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검산 · 전수 검증 · 통합 테스트</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42" name="Shape 37"/>
          <p:cNvSpPr/>
          <p:nvPr/>
        </p:nvSpPr>
        <p:spPr>
          <a:xfrm>
            <a:off x="6647688" y="5925312"/>
            <a:ext cx="4846320" cy="347472"/>
          </a:xfrm>
          <a:prstGeom prst="roundRect">
            <a:avLst>
              <a:gd name="adj" fmla="val 15789"/>
            </a:avLst>
          </a:prstGeom>
          <a:solidFill>
            <a:srgbClr val="16305B"/>
          </a:solidFill>
          <a:ln/>
        </p:spPr>
      </p:sp>
      <p:sp>
        <p:nvSpPr>
          <p:cNvPr id="43" name="Text 38"/>
          <p:cNvSpPr txBox="1"/>
          <p:nvPr/>
        </p:nvSpPr>
        <p:spPr>
          <a:xfrm>
            <a:off x="6647688" y="5925312"/>
            <a:ext cx="48463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내부 자산을 반출하지 않고 AI 협업 체계 구축</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저장소 기반 개발환경 구성</a:t>
            </a:r>
            <a:endParaRPr lang="en-US" sz="2200" dirty="0"/>
          </a:p>
        </p:txBody>
      </p:sp>
      <p:sp>
        <p:nvSpPr>
          <p:cNvPr id="6" name="Shape 4"/>
          <p:cNvSpPr/>
          <p:nvPr/>
        </p:nvSpPr>
        <p:spPr>
          <a:xfrm>
            <a:off x="502920" y="1097280"/>
            <a:ext cx="274320" cy="274320"/>
          </a:xfrm>
          <a:prstGeom prst="ellipse">
            <a:avLst/>
          </a:prstGeom>
          <a:solidFill>
            <a:srgbClr val="00A3C4"/>
          </a:solidFill>
          <a:ln w="12700">
            <a:solidFill>
              <a:srgbClr val="00A3C4"/>
            </a:solidFill>
            <a:prstDash val="solid"/>
          </a:ln>
        </p:spPr>
      </p:sp>
      <p:sp>
        <p:nvSpPr>
          <p:cNvPr id="7" name="Text 5"/>
          <p:cNvSpPr txBox="1"/>
          <p:nvPr/>
        </p:nvSpPr>
        <p:spPr>
          <a:xfrm>
            <a:off x="502920"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①</a:t>
            </a:r>
            <a:endParaRPr lang="en-US" sz="1100" dirty="0"/>
          </a:p>
        </p:txBody>
      </p:sp>
      <p:sp>
        <p:nvSpPr>
          <p:cNvPr id="8" name="Text 6"/>
          <p:cNvSpPr txBox="1"/>
          <p:nvPr/>
        </p:nvSpPr>
        <p:spPr>
          <a:xfrm>
            <a:off x="886968"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AI 에이전트 — 작업 브랜치 연결</a:t>
            </a:r>
            <a:endParaRPr lang="en-US" sz="1300" dirty="0"/>
          </a:p>
        </p:txBody>
      </p:sp>
      <p:sp>
        <p:nvSpPr>
          <p:cNvPr id="9" name="Shape 7"/>
          <p:cNvSpPr/>
          <p:nvPr/>
        </p:nvSpPr>
        <p:spPr>
          <a:xfrm>
            <a:off x="502920"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0" name="Text 8"/>
          <p:cNvSpPr txBox="1"/>
          <p:nvPr/>
        </p:nvSpPr>
        <p:spPr>
          <a:xfrm>
            <a:off x="502920"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①  화면 캡처 삽입 영역</a:t>
            </a:r>
            <a:endParaRPr lang="en-US" sz="1200" dirty="0"/>
          </a:p>
        </p:txBody>
      </p:sp>
      <p:sp>
        <p:nvSpPr>
          <p:cNvPr id="11" name="Text 9"/>
          <p:cNvSpPr txBox="1"/>
          <p:nvPr/>
        </p:nvSpPr>
        <p:spPr>
          <a:xfrm>
            <a:off x="502920"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2" name="Shape 10"/>
          <p:cNvSpPr/>
          <p:nvPr/>
        </p:nvSpPr>
        <p:spPr>
          <a:xfrm>
            <a:off x="6428232" y="1097280"/>
            <a:ext cx="274320" cy="274320"/>
          </a:xfrm>
          <a:prstGeom prst="ellipse">
            <a:avLst/>
          </a:prstGeom>
          <a:solidFill>
            <a:srgbClr val="16305B"/>
          </a:solidFill>
          <a:ln w="12700">
            <a:solidFill>
              <a:srgbClr val="16305B"/>
            </a:solidFill>
            <a:prstDash val="solid"/>
          </a:ln>
        </p:spPr>
      </p:sp>
      <p:sp>
        <p:nvSpPr>
          <p:cNvPr id="13" name="Text 11"/>
          <p:cNvSpPr txBox="1"/>
          <p:nvPr/>
        </p:nvSpPr>
        <p:spPr>
          <a:xfrm>
            <a:off x="6428232" y="109728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②</a:t>
            </a:r>
            <a:endParaRPr lang="en-US" sz="1100" dirty="0"/>
          </a:p>
        </p:txBody>
      </p:sp>
      <p:sp>
        <p:nvSpPr>
          <p:cNvPr id="14" name="Text 12"/>
          <p:cNvSpPr txBox="1"/>
          <p:nvPr/>
        </p:nvSpPr>
        <p:spPr>
          <a:xfrm>
            <a:off x="6812280" y="1078992"/>
            <a:ext cx="4873752" cy="310896"/>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저장소 — 버전별 브랜치로 저장</a:t>
            </a:r>
            <a:endParaRPr lang="en-US" sz="1300" dirty="0"/>
          </a:p>
        </p:txBody>
      </p:sp>
      <p:sp>
        <p:nvSpPr>
          <p:cNvPr id="15" name="Shape 13"/>
          <p:cNvSpPr/>
          <p:nvPr/>
        </p:nvSpPr>
        <p:spPr>
          <a:xfrm>
            <a:off x="6428232" y="1517904"/>
            <a:ext cx="5257800" cy="3127248"/>
          </a:xfrm>
          <a:prstGeom prst="roundRect">
            <a:avLst>
              <a:gd name="adj" fmla="val 1462"/>
            </a:avLst>
          </a:prstGeom>
          <a:solidFill>
            <a:srgbClr val="FFFFFF"/>
          </a:solidFill>
          <a:ln w="12700">
            <a:solidFill>
              <a:srgbClr val="C3CDDA"/>
            </a:solidFill>
            <a:prstDash val="dash"/>
          </a:ln>
          <a:effectLst>
            <a:outerShdw sx="100000" sy="100000" kx="0" ky="0" algn="bl" rotWithShape="0" blurRad="101600" dist="12700" dir="5400000">
              <a:srgbClr val="9AA8BC">
                <a:alpha val="18000"/>
              </a:srgbClr>
            </a:outerShdw>
          </a:effectLst>
        </p:spPr>
      </p:sp>
      <p:sp>
        <p:nvSpPr>
          <p:cNvPr id="16" name="Text 14"/>
          <p:cNvSpPr txBox="1"/>
          <p:nvPr/>
        </p:nvSpPr>
        <p:spPr>
          <a:xfrm>
            <a:off x="6428232" y="2807208"/>
            <a:ext cx="5257800" cy="365760"/>
          </a:xfrm>
          <a:prstGeom prst="rect">
            <a:avLst/>
          </a:prstGeom>
          <a:noFill/>
          <a:ln/>
        </p:spPr>
        <p:txBody>
          <a:bodyPr wrap="square" lIns="0" tIns="0" rIns="0" bIns="0" rtlCol="0" anchor="ctr"/>
          <a:lstStyle/>
          <a:p>
            <a:pPr algn="ctr" indent="0" marL="0">
              <a:buNone/>
            </a:pPr>
            <a:r>
              <a:rPr lang="en-US" sz="1200" b="1" dirty="0">
                <a:solidFill>
                  <a:srgbClr val="AAB6C6"/>
                </a:solidFill>
                <a:latin typeface="Malgun Gothic" pitchFamily="34" charset="0"/>
                <a:ea typeface="Malgun Gothic" pitchFamily="34" charset="-122"/>
                <a:cs typeface="Malgun Gothic" pitchFamily="34" charset="-120"/>
              </a:rPr>
              <a:t>②  화면 캡처 삽입 영역</a:t>
            </a:r>
            <a:endParaRPr lang="en-US" sz="1200" dirty="0"/>
          </a:p>
        </p:txBody>
      </p:sp>
      <p:sp>
        <p:nvSpPr>
          <p:cNvPr id="17" name="Text 15"/>
          <p:cNvSpPr txBox="1"/>
          <p:nvPr/>
        </p:nvSpPr>
        <p:spPr>
          <a:xfrm>
            <a:off x="6428232" y="3136392"/>
            <a:ext cx="5257800" cy="274320"/>
          </a:xfrm>
          <a:prstGeom prst="rect">
            <a:avLst/>
          </a:prstGeom>
          <a:noFill/>
          <a:ln/>
        </p:spPr>
        <p:txBody>
          <a:bodyPr wrap="square" lIns="0" tIns="0" rIns="0" bIns="0" rtlCol="0" anchor="ctr"/>
          <a:lstStyle/>
          <a:p>
            <a:pPr algn="ctr" indent="0" marL="0">
              <a:buNone/>
            </a:pPr>
            <a:r>
              <a:rPr lang="en-US" sz="900" dirty="0">
                <a:solidFill>
                  <a:srgbClr val="C3CDDA"/>
                </a:solidFill>
                <a:latin typeface="Malgun Gothic" pitchFamily="34" charset="0"/>
                <a:ea typeface="Malgun Gothic" pitchFamily="34" charset="-122"/>
                <a:cs typeface="Malgun Gothic" pitchFamily="34" charset="-120"/>
              </a:rPr>
              <a:t>(프레임에 맞춰 캡처 이미지로 교체)</a:t>
            </a:r>
            <a:endParaRPr lang="en-US" sz="900" dirty="0"/>
          </a:p>
        </p:txBody>
      </p:sp>
      <p:sp>
        <p:nvSpPr>
          <p:cNvPr id="18" name="Shape 16"/>
          <p:cNvSpPr/>
          <p:nvPr/>
        </p:nvSpPr>
        <p:spPr>
          <a:xfrm>
            <a:off x="5852160" y="3081528"/>
            <a:ext cx="502920" cy="0"/>
          </a:xfrm>
          <a:prstGeom prst="line">
            <a:avLst/>
          </a:prstGeom>
          <a:noFill/>
          <a:ln w="19050">
            <a:solidFill>
              <a:srgbClr val="16305B"/>
            </a:solidFill>
            <a:prstDash val="solid"/>
            <a:tailEnd type="triangle"/>
          </a:ln>
        </p:spPr>
      </p:sp>
      <p:sp>
        <p:nvSpPr>
          <p:cNvPr id="19" name="Text 17"/>
          <p:cNvSpPr txBox="1"/>
          <p:nvPr/>
        </p:nvSpPr>
        <p:spPr>
          <a:xfrm>
            <a:off x="5742432" y="2770632"/>
            <a:ext cx="731520" cy="23774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저장</a:t>
            </a:r>
            <a:endParaRPr lang="en-US" sz="900" dirty="0"/>
          </a:p>
        </p:txBody>
      </p:sp>
      <p:sp>
        <p:nvSpPr>
          <p:cNvPr id="20" name="Text 18"/>
          <p:cNvSpPr txBox="1"/>
          <p:nvPr/>
        </p:nvSpPr>
        <p:spPr>
          <a:xfrm>
            <a:off x="539496"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세션 시작 시 저장소의 지정 브랜치를 연결</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이전 작업 맥락을 그대로 이어받아 코드 작성</a:t>
            </a:r>
            <a:endParaRPr lang="en-US" sz="1000" dirty="0"/>
          </a:p>
        </p:txBody>
      </p:sp>
      <p:sp>
        <p:nvSpPr>
          <p:cNvPr id="21" name="Text 19"/>
          <p:cNvSpPr txBox="1"/>
          <p:nvPr/>
        </p:nvSpPr>
        <p:spPr>
          <a:xfrm>
            <a:off x="6464808" y="4773168"/>
            <a:ext cx="5184648" cy="621792"/>
          </a:xfrm>
          <a:prstGeom prst="rect">
            <a:avLst/>
          </a:prstGeom>
          <a:noFill/>
          <a:ln/>
        </p:spPr>
        <p:txBody>
          <a:bodyPr wrap="square" lIns="0" tIns="0" rIns="0" bIns="0" rtlCol="0" anchor="ctr"/>
          <a:lstStyle/>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작성된 코드·문서가 해당 브랜치에 반영</a:t>
            </a:r>
            <a:endParaRPr lang="en-US" sz="1000" dirty="0"/>
          </a:p>
          <a:p>
            <a:pPr indent="0" marL="0">
              <a:lnSpc>
                <a:spcPct val="125000"/>
              </a:lnSpc>
              <a:buNone/>
            </a:pPr>
            <a:r>
              <a:rPr lang="en-US" sz="1000" dirty="0">
                <a:solidFill>
                  <a:srgbClr val="1C2733"/>
                </a:solidFill>
                <a:latin typeface="Malgun Gothic" pitchFamily="34" charset="0"/>
                <a:ea typeface="Malgun Gothic" pitchFamily="34" charset="-122"/>
                <a:cs typeface="Malgun Gothic" pitchFamily="34" charset="-120"/>
              </a:rPr>
              <a:t>→ 형상·변수 구성 변경이 버전별로 축적</a:t>
            </a:r>
            <a:endParaRPr lang="en-US" sz="1000" dirty="0"/>
          </a:p>
        </p:txBody>
      </p:sp>
      <p:sp>
        <p:nvSpPr>
          <p:cNvPr id="22" name="Shape 20"/>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3" name="Shape 21"/>
          <p:cNvSpPr/>
          <p:nvPr/>
        </p:nvSpPr>
        <p:spPr>
          <a:xfrm>
            <a:off x="832104" y="5724144"/>
            <a:ext cx="64008" cy="164592"/>
          </a:xfrm>
          <a:prstGeom prst="rect">
            <a:avLst/>
          </a:prstGeom>
          <a:solidFill>
            <a:srgbClr val="00A3C4"/>
          </a:solidFill>
          <a:ln w="12700">
            <a:solidFill>
              <a:srgbClr val="00A3C4"/>
            </a:solidFill>
            <a:prstDash val="solid"/>
          </a:ln>
        </p:spPr>
      </p:sp>
      <p:sp>
        <p:nvSpPr>
          <p:cNvPr id="24" name="Text 22"/>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작업 단위 = 브랜치</a:t>
            </a:r>
            <a:endParaRPr lang="en-US" sz="1050" dirty="0"/>
          </a:p>
        </p:txBody>
      </p:sp>
      <p:sp>
        <p:nvSpPr>
          <p:cNvPr id="25" name="Text 23"/>
          <p:cNvSpPr txBox="1"/>
          <p:nvPr/>
        </p:nvSpPr>
        <p:spPr>
          <a:xfrm>
            <a:off x="9784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형상·변수 구성이 바뀔 때마다 분기하여 관리</a:t>
            </a:r>
            <a:endParaRPr lang="en-US" sz="950" dirty="0"/>
          </a:p>
        </p:txBody>
      </p:sp>
      <p:sp>
        <p:nvSpPr>
          <p:cNvPr id="26" name="Shape 24"/>
          <p:cNvSpPr/>
          <p:nvPr/>
        </p:nvSpPr>
        <p:spPr>
          <a:xfrm>
            <a:off x="4489704" y="5724144"/>
            <a:ext cx="64008" cy="164592"/>
          </a:xfrm>
          <a:prstGeom prst="rect">
            <a:avLst/>
          </a:prstGeom>
          <a:solidFill>
            <a:srgbClr val="00A3C4"/>
          </a:solidFill>
          <a:ln w="12700">
            <a:solidFill>
              <a:srgbClr val="00A3C4"/>
            </a:solidFill>
            <a:prstDash val="solid"/>
          </a:ln>
        </p:spPr>
      </p:sp>
      <p:sp>
        <p:nvSpPr>
          <p:cNvPr id="27" name="Text 25"/>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맥락 유지</a:t>
            </a:r>
            <a:endParaRPr lang="en-US" sz="1050" dirty="0"/>
          </a:p>
        </p:txBody>
      </p:sp>
      <p:sp>
        <p:nvSpPr>
          <p:cNvPr id="28" name="Text 26"/>
          <p:cNvSpPr txBox="1"/>
          <p:nvPr/>
        </p:nvSpPr>
        <p:spPr>
          <a:xfrm>
            <a:off x="46360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세션이 바뀌어도 저장소를 읽어 이어서 작업</a:t>
            </a:r>
            <a:endParaRPr lang="en-US" sz="950" dirty="0"/>
          </a:p>
        </p:txBody>
      </p:sp>
      <p:sp>
        <p:nvSpPr>
          <p:cNvPr id="29" name="Shape 27"/>
          <p:cNvSpPr/>
          <p:nvPr/>
        </p:nvSpPr>
        <p:spPr>
          <a:xfrm>
            <a:off x="8147304" y="5724144"/>
            <a:ext cx="64008" cy="164592"/>
          </a:xfrm>
          <a:prstGeom prst="rect">
            <a:avLst/>
          </a:prstGeom>
          <a:solidFill>
            <a:srgbClr val="00A3C4"/>
          </a:solidFill>
          <a:ln w="12700">
            <a:solidFill>
              <a:srgbClr val="00A3C4"/>
            </a:solidFill>
            <a:prstDash val="solid"/>
          </a:ln>
        </p:spPr>
      </p:sp>
      <p:sp>
        <p:nvSpPr>
          <p:cNvPr id="30" name="Text 28"/>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이력 = 근거</a:t>
            </a:r>
            <a:endParaRPr lang="en-US" sz="1050" dirty="0"/>
          </a:p>
        </p:txBody>
      </p:sp>
      <p:sp>
        <p:nvSpPr>
          <p:cNvPr id="31" name="Text 29"/>
          <p:cNvSpPr txBox="1"/>
          <p:nvPr/>
        </p:nvSpPr>
        <p:spPr>
          <a:xfrm>
            <a:off x="8293608" y="5943600"/>
            <a:ext cx="329184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커밋 메시지가 곧 설계 변경 사유로 남음</a:t>
            </a:r>
            <a:endParaRPr lang="en-US" sz="950" dirty="0"/>
          </a:p>
        </p:txBody>
      </p:sp>
      <p:sp>
        <p:nvSpPr>
          <p:cNvPr id="32" name="Text 30"/>
          <p:cNvSpPr txBox="1"/>
          <p:nvPr/>
        </p:nvSpPr>
        <p:spPr>
          <a:xfrm>
            <a:off x="502920" y="6419088"/>
            <a:ext cx="5486400"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 화면 내 설계 세부값은 마스킹 처리</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AI 에이전트 기반 개발환경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내부망 실행 구조 — 시스템 아키텍처</a:t>
            </a:r>
            <a:endParaRPr lang="en-US" sz="2200" dirty="0"/>
          </a:p>
        </p:txBody>
      </p:sp>
      <p:sp>
        <p:nvSpPr>
          <p:cNvPr id="6" name="Shape 4"/>
          <p:cNvSpPr/>
          <p:nvPr/>
        </p:nvSpPr>
        <p:spPr>
          <a:xfrm>
            <a:off x="502920" y="1115568"/>
            <a:ext cx="64008" cy="237744"/>
          </a:xfrm>
          <a:prstGeom prst="rect">
            <a:avLst/>
          </a:prstGeom>
          <a:solidFill>
            <a:srgbClr val="00A3C4"/>
          </a:solidFill>
          <a:ln w="12700">
            <a:solidFill>
              <a:srgbClr val="00A3C4"/>
            </a:solidFill>
            <a:prstDash val="solid"/>
          </a:ln>
        </p:spPr>
      </p:sp>
      <p:sp>
        <p:nvSpPr>
          <p:cNvPr id="7" name="Text 5"/>
          <p:cNvSpPr txBox="1"/>
          <p:nvPr/>
        </p:nvSpPr>
        <p:spPr>
          <a:xfrm>
            <a:off x="667512" y="1060704"/>
            <a:ext cx="10607040" cy="329184"/>
          </a:xfrm>
          <a:prstGeom prst="rect">
            <a:avLst/>
          </a:prstGeom>
          <a:noFill/>
          <a:ln/>
        </p:spPr>
        <p:txBody>
          <a:bodyPr wrap="square" lIns="0" tIns="0" rIns="0" bIns="0" rtlCol="0" anchor="ctr"/>
          <a:lstStyle/>
          <a:p>
            <a:pPr indent="0" marL="0">
              <a:buNone/>
            </a:pPr>
            <a:r>
              <a:rPr lang="en-US" sz="1250" b="1" dirty="0">
                <a:solidFill>
                  <a:srgbClr val="16305B"/>
                </a:solidFill>
                <a:latin typeface="Malgun Gothic" pitchFamily="34" charset="0"/>
                <a:ea typeface="Malgun Gothic" pitchFamily="34" charset="-122"/>
                <a:cs typeface="Malgun Gothic" pitchFamily="34" charset="-120"/>
              </a:rPr>
              <a:t>작성된 코드가 CAD·해석 프로그램을 직접 제어 — 전 과정이 코드로 연결됨</a:t>
            </a:r>
            <a:endParaRPr lang="en-US" sz="1250" dirty="0"/>
          </a:p>
        </p:txBody>
      </p:sp>
      <p:sp>
        <p:nvSpPr>
          <p:cNvPr id="8" name="Shape 6"/>
          <p:cNvSpPr/>
          <p:nvPr/>
        </p:nvSpPr>
        <p:spPr>
          <a:xfrm>
            <a:off x="448056" y="1444752"/>
            <a:ext cx="7927848" cy="4442537"/>
          </a:xfrm>
          <a:prstGeom prst="roundRect">
            <a:avLst>
              <a:gd name="adj" fmla="val 102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pic>
        <p:nvPicPr>
          <p:cNvPr id="9" name="Image 0" descr="/home/user/dddd/시스템아키텍처.PNG">    </p:cNvPr>
          <p:cNvPicPr>
            <a:picLocks noChangeAspect="1"/>
          </p:cNvPicPr>
          <p:nvPr/>
        </p:nvPicPr>
        <p:blipFill>
          <a:blip r:embed="rId1"/>
          <a:stretch>
            <a:fillRect/>
          </a:stretch>
        </p:blipFill>
        <p:spPr>
          <a:xfrm>
            <a:off x="502920" y="1499616"/>
            <a:ext cx="7818120" cy="4332809"/>
          </a:xfrm>
          <a:prstGeom prst="rect">
            <a:avLst/>
          </a:prstGeom>
        </p:spPr>
      </p:pic>
      <p:sp>
        <p:nvSpPr>
          <p:cNvPr id="10" name="Text 7"/>
          <p:cNvSpPr txBox="1"/>
          <p:nvPr/>
        </p:nvSpPr>
        <p:spPr>
          <a:xfrm>
            <a:off x="8732520" y="1481328"/>
            <a:ext cx="2956255" cy="274320"/>
          </a:xfrm>
          <a:prstGeom prst="rect">
            <a:avLst/>
          </a:prstGeom>
          <a:noFill/>
          <a:ln/>
        </p:spPr>
        <p:txBody>
          <a:bodyPr wrap="square" lIns="0" tIns="0" rIns="0" bIns="0" rtlCol="0" anchor="ctr"/>
          <a:lstStyle/>
          <a:p>
            <a:pPr indent="0" marL="0">
              <a:buNone/>
            </a:pPr>
            <a:r>
              <a:rPr lang="en-US" sz="1200" b="1" dirty="0">
                <a:solidFill>
                  <a:srgbClr val="16305B"/>
                </a:solidFill>
                <a:latin typeface="Malgun Gothic" pitchFamily="34" charset="0"/>
                <a:ea typeface="Malgun Gothic" pitchFamily="34" charset="-122"/>
                <a:cs typeface="Malgun Gothic" pitchFamily="34" charset="-120"/>
              </a:rPr>
              <a:t>구성 계층</a:t>
            </a:r>
            <a:endParaRPr lang="en-US" sz="1200" dirty="0"/>
          </a:p>
        </p:txBody>
      </p:sp>
      <p:sp>
        <p:nvSpPr>
          <p:cNvPr id="11" name="Shape 8"/>
          <p:cNvSpPr/>
          <p:nvPr/>
        </p:nvSpPr>
        <p:spPr>
          <a:xfrm>
            <a:off x="8732520" y="1828800"/>
            <a:ext cx="237744" cy="237744"/>
          </a:xfrm>
          <a:prstGeom prst="ellipse">
            <a:avLst/>
          </a:prstGeom>
          <a:solidFill>
            <a:srgbClr val="16305B"/>
          </a:solidFill>
          <a:ln w="12700">
            <a:solidFill>
              <a:srgbClr val="16305B"/>
            </a:solidFill>
            <a:prstDash val="solid"/>
          </a:ln>
        </p:spPr>
      </p:sp>
      <p:sp>
        <p:nvSpPr>
          <p:cNvPr id="12" name="Text 9"/>
          <p:cNvSpPr txBox="1"/>
          <p:nvPr/>
        </p:nvSpPr>
        <p:spPr>
          <a:xfrm>
            <a:off x="8732520" y="1828800"/>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1</a:t>
            </a:r>
            <a:endParaRPr lang="en-US" sz="850" dirty="0"/>
          </a:p>
        </p:txBody>
      </p:sp>
      <p:sp>
        <p:nvSpPr>
          <p:cNvPr id="13" name="Text 10"/>
          <p:cNvSpPr txBox="1"/>
          <p:nvPr/>
        </p:nvSpPr>
        <p:spPr>
          <a:xfrm>
            <a:off x="9061704" y="1810512"/>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개발 환경</a:t>
            </a:r>
            <a:endParaRPr lang="en-US" sz="1050" dirty="0"/>
          </a:p>
        </p:txBody>
      </p:sp>
      <p:sp>
        <p:nvSpPr>
          <p:cNvPr id="14" name="Text 11"/>
          <p:cNvSpPr txBox="1"/>
          <p:nvPr/>
        </p:nvSpPr>
        <p:spPr>
          <a:xfrm>
            <a:off x="9061704" y="2066544"/>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코드 편집 · 디버깅 · 인터프리터 설정</a:t>
            </a:r>
            <a:endParaRPr lang="en-US" sz="950" dirty="0"/>
          </a:p>
        </p:txBody>
      </p:sp>
      <p:sp>
        <p:nvSpPr>
          <p:cNvPr id="15" name="Shape 12"/>
          <p:cNvSpPr/>
          <p:nvPr/>
        </p:nvSpPr>
        <p:spPr>
          <a:xfrm>
            <a:off x="8732520" y="2578608"/>
            <a:ext cx="237744" cy="237744"/>
          </a:xfrm>
          <a:prstGeom prst="ellipse">
            <a:avLst/>
          </a:prstGeom>
          <a:solidFill>
            <a:srgbClr val="16305B"/>
          </a:solidFill>
          <a:ln w="12700">
            <a:solidFill>
              <a:srgbClr val="16305B"/>
            </a:solidFill>
            <a:prstDash val="solid"/>
          </a:ln>
        </p:spPr>
      </p:sp>
      <p:sp>
        <p:nvSpPr>
          <p:cNvPr id="16" name="Text 13"/>
          <p:cNvSpPr txBox="1"/>
          <p:nvPr/>
        </p:nvSpPr>
        <p:spPr>
          <a:xfrm>
            <a:off x="8732520" y="2578608"/>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2</a:t>
            </a:r>
            <a:endParaRPr lang="en-US" sz="850" dirty="0"/>
          </a:p>
        </p:txBody>
      </p:sp>
      <p:sp>
        <p:nvSpPr>
          <p:cNvPr id="17" name="Text 14"/>
          <p:cNvSpPr txBox="1"/>
          <p:nvPr/>
        </p:nvSpPr>
        <p:spPr>
          <a:xfrm>
            <a:off x="9061704" y="2560320"/>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실행 환경</a:t>
            </a:r>
            <a:endParaRPr lang="en-US" sz="1050" dirty="0"/>
          </a:p>
        </p:txBody>
      </p:sp>
      <p:sp>
        <p:nvSpPr>
          <p:cNvPr id="18" name="Text 15"/>
          <p:cNvSpPr txBox="1"/>
          <p:nvPr/>
        </p:nvSpPr>
        <p:spPr>
          <a:xfrm>
            <a:off x="9061704" y="2816352"/>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Python 기반 API 라이브러리로 명령 전달</a:t>
            </a:r>
            <a:endParaRPr lang="en-US" sz="950" dirty="0"/>
          </a:p>
        </p:txBody>
      </p:sp>
      <p:sp>
        <p:nvSpPr>
          <p:cNvPr id="19" name="Shape 16"/>
          <p:cNvSpPr/>
          <p:nvPr/>
        </p:nvSpPr>
        <p:spPr>
          <a:xfrm>
            <a:off x="8732520" y="3328416"/>
            <a:ext cx="237744" cy="237744"/>
          </a:xfrm>
          <a:prstGeom prst="ellipse">
            <a:avLst/>
          </a:prstGeom>
          <a:solidFill>
            <a:srgbClr val="16305B"/>
          </a:solidFill>
          <a:ln w="12700">
            <a:solidFill>
              <a:srgbClr val="16305B"/>
            </a:solidFill>
            <a:prstDash val="solid"/>
          </a:ln>
        </p:spPr>
      </p:sp>
      <p:sp>
        <p:nvSpPr>
          <p:cNvPr id="20" name="Text 17"/>
          <p:cNvSpPr txBox="1"/>
          <p:nvPr/>
        </p:nvSpPr>
        <p:spPr>
          <a:xfrm>
            <a:off x="8732520" y="3328416"/>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3</a:t>
            </a:r>
            <a:endParaRPr lang="en-US" sz="850" dirty="0"/>
          </a:p>
        </p:txBody>
      </p:sp>
      <p:sp>
        <p:nvSpPr>
          <p:cNvPr id="21" name="Text 18"/>
          <p:cNvSpPr txBox="1"/>
          <p:nvPr/>
        </p:nvSpPr>
        <p:spPr>
          <a:xfrm>
            <a:off x="9061704" y="3310128"/>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CAD</a:t>
            </a:r>
            <a:endParaRPr lang="en-US" sz="1050" dirty="0"/>
          </a:p>
        </p:txBody>
      </p:sp>
      <p:sp>
        <p:nvSpPr>
          <p:cNvPr id="22" name="Text 19"/>
          <p:cNvSpPr txBox="1"/>
          <p:nvPr/>
        </p:nvSpPr>
        <p:spPr>
          <a:xfrm>
            <a:off x="9061704" y="3566160"/>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형상 파라미터 갱신 · 리빌드 · STEP 내보내기</a:t>
            </a:r>
            <a:endParaRPr lang="en-US" sz="950" dirty="0"/>
          </a:p>
        </p:txBody>
      </p:sp>
      <p:sp>
        <p:nvSpPr>
          <p:cNvPr id="23" name="Shape 20"/>
          <p:cNvSpPr/>
          <p:nvPr/>
        </p:nvSpPr>
        <p:spPr>
          <a:xfrm>
            <a:off x="8732520" y="4078224"/>
            <a:ext cx="237744" cy="237744"/>
          </a:xfrm>
          <a:prstGeom prst="ellipse">
            <a:avLst/>
          </a:prstGeom>
          <a:solidFill>
            <a:srgbClr val="16305B"/>
          </a:solidFill>
          <a:ln w="12700">
            <a:solidFill>
              <a:srgbClr val="16305B"/>
            </a:solidFill>
            <a:prstDash val="solid"/>
          </a:ln>
        </p:spPr>
      </p:sp>
      <p:sp>
        <p:nvSpPr>
          <p:cNvPr id="24" name="Text 21"/>
          <p:cNvSpPr txBox="1"/>
          <p:nvPr/>
        </p:nvSpPr>
        <p:spPr>
          <a:xfrm>
            <a:off x="8732520" y="4078224"/>
            <a:ext cx="237744" cy="237744"/>
          </a:xfrm>
          <a:prstGeom prst="rect">
            <a:avLst/>
          </a:prstGeom>
          <a:noFill/>
          <a:ln/>
        </p:spPr>
        <p:txBody>
          <a:bodyPr wrap="square" lIns="0" tIns="0" rIns="0" bIns="0" rtlCol="0" anchor="ctr"/>
          <a:lstStyle/>
          <a:p>
            <a:pPr algn="ctr" indent="0" marL="0">
              <a:buNone/>
            </a:pPr>
            <a:r>
              <a:rPr lang="en-US" sz="850" b="1" dirty="0">
                <a:solidFill>
                  <a:srgbClr val="FFFFFF"/>
                </a:solidFill>
                <a:latin typeface="Malgun Gothic" pitchFamily="34" charset="0"/>
                <a:ea typeface="Malgun Gothic" pitchFamily="34" charset="-122"/>
                <a:cs typeface="Malgun Gothic" pitchFamily="34" charset="-120"/>
              </a:rPr>
              <a:t>4</a:t>
            </a:r>
            <a:endParaRPr lang="en-US" sz="850" dirty="0"/>
          </a:p>
        </p:txBody>
      </p:sp>
      <p:sp>
        <p:nvSpPr>
          <p:cNvPr id="25" name="Text 22"/>
          <p:cNvSpPr txBox="1"/>
          <p:nvPr/>
        </p:nvSpPr>
        <p:spPr>
          <a:xfrm>
            <a:off x="9061704" y="4059936"/>
            <a:ext cx="2627071"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26" name="Text 23"/>
          <p:cNvSpPr txBox="1"/>
          <p:nvPr/>
        </p:nvSpPr>
        <p:spPr>
          <a:xfrm>
            <a:off x="9061704" y="4315968"/>
            <a:ext cx="2627071" cy="384048"/>
          </a:xfrm>
          <a:prstGeom prst="rect">
            <a:avLst/>
          </a:prstGeom>
          <a:noFill/>
          <a:ln/>
        </p:spPr>
        <p:txBody>
          <a:bodyPr wrap="square" lIns="0" tIns="0" rIns="0" bIns="0" rtlCol="0" anchor="ctr"/>
          <a:lstStyle/>
          <a:p>
            <a:pPr indent="0" marL="0">
              <a:lnSpc>
                <a:spcPct val="115000"/>
              </a:lnSpc>
              <a:buNone/>
            </a:pPr>
            <a:r>
              <a:rPr lang="en-US" sz="950" dirty="0">
                <a:solidFill>
                  <a:srgbClr val="6B7A8F"/>
                </a:solidFill>
                <a:latin typeface="Malgun Gothic" pitchFamily="34" charset="0"/>
                <a:ea typeface="Malgun Gothic" pitchFamily="34" charset="-122"/>
                <a:cs typeface="Malgun Gothic" pitchFamily="34" charset="-120"/>
              </a:rPr>
              <a:t>해석 모델 구성 · 솔버 실행 · 결과 추출</a:t>
            </a:r>
            <a:endParaRPr lang="en-US" sz="950" dirty="0"/>
          </a:p>
        </p:txBody>
      </p:sp>
      <p:sp>
        <p:nvSpPr>
          <p:cNvPr id="27" name="Shape 24"/>
          <p:cNvSpPr/>
          <p:nvPr/>
        </p:nvSpPr>
        <p:spPr>
          <a:xfrm>
            <a:off x="8732520" y="4991177"/>
            <a:ext cx="2956255" cy="822960"/>
          </a:xfrm>
          <a:prstGeom prst="roundRect">
            <a:avLst>
              <a:gd name="adj" fmla="val 6667"/>
            </a:avLst>
          </a:prstGeom>
          <a:solidFill>
            <a:srgbClr val="16305B"/>
          </a:solidFill>
          <a:ln w="12700">
            <a:solidFill>
              <a:srgbClr val="16305B"/>
            </a:solidFill>
            <a:prstDash val="solid"/>
          </a:ln>
        </p:spPr>
      </p:sp>
      <p:sp>
        <p:nvSpPr>
          <p:cNvPr id="28" name="Text 25"/>
          <p:cNvSpPr txBox="1"/>
          <p:nvPr/>
        </p:nvSpPr>
        <p:spPr>
          <a:xfrm>
            <a:off x="8878824" y="4991177"/>
            <a:ext cx="2663647" cy="822960"/>
          </a:xfrm>
          <a:prstGeom prst="rect">
            <a:avLst/>
          </a:prstGeom>
          <a:noFill/>
          <a:ln/>
        </p:spPr>
        <p:txBody>
          <a:bodyPr wrap="square" lIns="0" tIns="0" rIns="0" bIns="0" rtlCol="0" anchor="ctr"/>
          <a:lstStyle/>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망분리 정책상</a:t>
            </a:r>
            <a:endParaRPr lang="en-US" sz="1000" dirty="0"/>
          </a:p>
          <a:p>
            <a:pPr algn="ctr" indent="0" marL="0">
              <a:lnSpc>
                <a:spcPct val="120000"/>
              </a:lnSpc>
              <a:buNone/>
            </a:pPr>
            <a:r>
              <a:rPr lang="en-US" sz="1000" b="1" dirty="0">
                <a:solidFill>
                  <a:srgbClr val="FFFFFF"/>
                </a:solidFill>
                <a:latin typeface="Malgun Gothic" pitchFamily="34" charset="0"/>
                <a:ea typeface="Malgun Gothic" pitchFamily="34" charset="-122"/>
                <a:cs typeface="Malgun Gothic" pitchFamily="34" charset="-120"/>
              </a:rPr>
              <a:t>외부망 ↔ 내부망 코드 이전은 수동 수행</a:t>
            </a:r>
            <a:endParaRPr lang="en-US" sz="1000" dirty="0"/>
          </a:p>
        </p:txBody>
      </p:sp>
      <p:sp>
        <p:nvSpPr>
          <p:cNvPr id="29" name="Shape 26"/>
          <p:cNvSpPr/>
          <p:nvPr/>
        </p:nvSpPr>
        <p:spPr>
          <a:xfrm>
            <a:off x="502920" y="6070169"/>
            <a:ext cx="11183112" cy="658368"/>
          </a:xfrm>
          <a:prstGeom prst="roundRect">
            <a:avLst>
              <a:gd name="adj" fmla="val 8333"/>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7"/>
          <p:cNvSpPr/>
          <p:nvPr/>
        </p:nvSpPr>
        <p:spPr>
          <a:xfrm>
            <a:off x="832104" y="6216473"/>
            <a:ext cx="64008" cy="155448"/>
          </a:xfrm>
          <a:prstGeom prst="rect">
            <a:avLst/>
          </a:prstGeom>
          <a:solidFill>
            <a:srgbClr val="00A3C4"/>
          </a:solidFill>
          <a:ln w="12700">
            <a:solidFill>
              <a:srgbClr val="00A3C4"/>
            </a:solidFill>
            <a:prstDash val="solid"/>
          </a:ln>
        </p:spPr>
      </p:sp>
      <p:sp>
        <p:nvSpPr>
          <p:cNvPr id="31" name="Text 28"/>
          <p:cNvSpPr txBox="1"/>
          <p:nvPr/>
        </p:nvSpPr>
        <p:spPr>
          <a:xfrm>
            <a:off x="9784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프로그램 간 연동</a:t>
            </a:r>
            <a:endParaRPr lang="en-US" sz="1050" dirty="0"/>
          </a:p>
        </p:txBody>
      </p:sp>
      <p:sp>
        <p:nvSpPr>
          <p:cNvPr id="32" name="Text 29"/>
          <p:cNvSpPr txBox="1"/>
          <p:nvPr/>
        </p:nvSpPr>
        <p:spPr>
          <a:xfrm>
            <a:off x="9784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CAD와 해석 프로그램을 코드 한 곳에서 제어</a:t>
            </a:r>
            <a:endParaRPr lang="en-US" sz="950" dirty="0"/>
          </a:p>
        </p:txBody>
      </p:sp>
      <p:sp>
        <p:nvSpPr>
          <p:cNvPr id="33" name="Shape 30"/>
          <p:cNvSpPr/>
          <p:nvPr/>
        </p:nvSpPr>
        <p:spPr>
          <a:xfrm>
            <a:off x="4489704" y="6216473"/>
            <a:ext cx="64008" cy="155448"/>
          </a:xfrm>
          <a:prstGeom prst="rect">
            <a:avLst/>
          </a:prstGeom>
          <a:solidFill>
            <a:srgbClr val="00A3C4"/>
          </a:solidFill>
          <a:ln w="12700">
            <a:solidFill>
              <a:srgbClr val="00A3C4"/>
            </a:solidFill>
            <a:prstDash val="solid"/>
          </a:ln>
        </p:spPr>
      </p:sp>
      <p:sp>
        <p:nvSpPr>
          <p:cNvPr id="34" name="Text 31"/>
          <p:cNvSpPr txBox="1"/>
          <p:nvPr/>
        </p:nvSpPr>
        <p:spPr>
          <a:xfrm>
            <a:off x="46360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수작업 개입 제거</a:t>
            </a:r>
            <a:endParaRPr lang="en-US" sz="1050" dirty="0"/>
          </a:p>
        </p:txBody>
      </p:sp>
      <p:sp>
        <p:nvSpPr>
          <p:cNvPr id="35" name="Text 32"/>
          <p:cNvSpPr txBox="1"/>
          <p:nvPr/>
        </p:nvSpPr>
        <p:spPr>
          <a:xfrm>
            <a:off x="46360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수정·해석 실행·결과 정리를 무인 반복</a:t>
            </a:r>
            <a:endParaRPr lang="en-US" sz="950" dirty="0"/>
          </a:p>
        </p:txBody>
      </p:sp>
      <p:sp>
        <p:nvSpPr>
          <p:cNvPr id="36" name="Shape 33"/>
          <p:cNvSpPr/>
          <p:nvPr/>
        </p:nvSpPr>
        <p:spPr>
          <a:xfrm>
            <a:off x="8147304" y="6216473"/>
            <a:ext cx="64008" cy="155448"/>
          </a:xfrm>
          <a:prstGeom prst="rect">
            <a:avLst/>
          </a:prstGeom>
          <a:solidFill>
            <a:srgbClr val="00A3C4"/>
          </a:solidFill>
          <a:ln w="12700">
            <a:solidFill>
              <a:srgbClr val="00A3C4"/>
            </a:solidFill>
            <a:prstDash val="solid"/>
          </a:ln>
        </p:spPr>
      </p:sp>
      <p:sp>
        <p:nvSpPr>
          <p:cNvPr id="37" name="Text 34"/>
          <p:cNvSpPr txBox="1"/>
          <p:nvPr/>
        </p:nvSpPr>
        <p:spPr>
          <a:xfrm>
            <a:off x="8293608" y="6161609"/>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재사용 가능 구조</a:t>
            </a:r>
            <a:endParaRPr lang="en-US" sz="1050" dirty="0"/>
          </a:p>
        </p:txBody>
      </p:sp>
      <p:sp>
        <p:nvSpPr>
          <p:cNvPr id="38" name="Text 35"/>
          <p:cNvSpPr txBox="1"/>
          <p:nvPr/>
        </p:nvSpPr>
        <p:spPr>
          <a:xfrm>
            <a:off x="8293608" y="6417641"/>
            <a:ext cx="3383280" cy="256032"/>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설계변수 정의만 교체하면 타 과제 적용 가능</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설계변수 정의 및 설계공간 설정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후보 설계변수 정의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핀을 1차 · 2차로 나눴나</a:t>
            </a:r>
            <a:endParaRPr lang="en-US" sz="1300" dirty="0"/>
          </a:p>
        </p:txBody>
      </p:sp>
      <p:sp>
        <p:nvSpPr>
          <p:cNvPr id="9" name="Shape 7"/>
          <p:cNvSpPr/>
          <p:nvPr/>
        </p:nvSpPr>
        <p:spPr>
          <a:xfrm>
            <a:off x="1851660" y="1901952"/>
            <a:ext cx="2743200" cy="365760"/>
          </a:xfrm>
          <a:prstGeom prst="roundRect">
            <a:avLst>
              <a:gd name="adj" fmla="val 17500"/>
            </a:avLst>
          </a:prstGeom>
          <a:solidFill>
            <a:srgbClr val="EEF2F7"/>
          </a:solidFill>
          <a:ln w="9525">
            <a:solidFill>
              <a:srgbClr val="EEF2F7"/>
            </a:solidFill>
            <a:prstDash val="solid"/>
          </a:ln>
        </p:spPr>
      </p:sp>
      <p:sp>
        <p:nvSpPr>
          <p:cNvPr id="10" name="Text 8"/>
          <p:cNvSpPr txBox="1"/>
          <p:nvPr/>
        </p:nvSpPr>
        <p:spPr>
          <a:xfrm>
            <a:off x="1851660" y="1901952"/>
            <a:ext cx="2743200" cy="365760"/>
          </a:xfrm>
          <a:prstGeom prst="rect">
            <a:avLst/>
          </a:prstGeom>
          <a:noFill/>
          <a:ln/>
        </p:spPr>
        <p:txBody>
          <a:bodyPr wrap="square" lIns="0" tIns="0" rIns="0" bIns="0" rtlCol="0" anchor="ctr"/>
          <a:lstStyle/>
          <a:p>
            <a:pPr algn="ctr" indent="0" marL="0">
              <a:lnSpc>
                <a:spcPct val="105000"/>
              </a:lnSpc>
              <a:buNone/>
            </a:pPr>
            <a:r>
              <a:rPr lang="en-US" sz="1000" b="1" dirty="0">
                <a:solidFill>
                  <a:srgbClr val="16305B"/>
                </a:solidFill>
                <a:latin typeface="Malgun Gothic" pitchFamily="34" charset="0"/>
                <a:ea typeface="Malgun Gothic" pitchFamily="34" charset="-122"/>
                <a:cs typeface="Malgun Gothic" pitchFamily="34" charset="-120"/>
              </a:rPr>
              <a:t>입구  ·  총 유량 4 LPM</a:t>
            </a:r>
            <a:endParaRPr lang="en-US" sz="1000" dirty="0"/>
          </a:p>
        </p:txBody>
      </p:sp>
      <p:sp>
        <p:nvSpPr>
          <p:cNvPr id="11" name="Shape 9"/>
          <p:cNvSpPr/>
          <p:nvPr/>
        </p:nvSpPr>
        <p:spPr>
          <a:xfrm>
            <a:off x="3223260" y="2267712"/>
            <a:ext cx="0" cy="182880"/>
          </a:xfrm>
          <a:prstGeom prst="line">
            <a:avLst/>
          </a:prstGeom>
          <a:noFill/>
          <a:ln w="15875">
            <a:solidFill>
              <a:srgbClr val="6B7A8F"/>
            </a:solidFill>
            <a:prstDash val="solid"/>
            <a:tailEnd type="triangle"/>
          </a:ln>
        </p:spPr>
      </p:sp>
      <p:sp>
        <p:nvSpPr>
          <p:cNvPr id="12" name="Shape 10"/>
          <p:cNvSpPr/>
          <p:nvPr/>
        </p:nvSpPr>
        <p:spPr>
          <a:xfrm>
            <a:off x="1851660" y="2450592"/>
            <a:ext cx="2743200" cy="384048"/>
          </a:xfrm>
          <a:prstGeom prst="roundRect">
            <a:avLst>
              <a:gd name="adj" fmla="val 16667"/>
            </a:avLst>
          </a:prstGeom>
          <a:solidFill>
            <a:srgbClr val="16305B"/>
          </a:solidFill>
          <a:ln w="9525">
            <a:solidFill>
              <a:srgbClr val="16305B"/>
            </a:solidFill>
            <a:prstDash val="solid"/>
          </a:ln>
        </p:spPr>
      </p:sp>
      <p:sp>
        <p:nvSpPr>
          <p:cNvPr id="13" name="Text 11"/>
          <p:cNvSpPr txBox="1"/>
          <p:nvPr/>
        </p:nvSpPr>
        <p:spPr>
          <a:xfrm>
            <a:off x="1851660" y="2450592"/>
            <a:ext cx="2743200" cy="384048"/>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1차 통과  —  유량 전체가 지나감</a:t>
            </a:r>
            <a:endParaRPr lang="en-US" sz="1000" dirty="0"/>
          </a:p>
        </p:txBody>
      </p:sp>
      <p:sp>
        <p:nvSpPr>
          <p:cNvPr id="14" name="Shape 12"/>
          <p:cNvSpPr/>
          <p:nvPr/>
        </p:nvSpPr>
        <p:spPr>
          <a:xfrm>
            <a:off x="3223260" y="2834640"/>
            <a:ext cx="0" cy="182880"/>
          </a:xfrm>
          <a:prstGeom prst="line">
            <a:avLst/>
          </a:prstGeom>
          <a:noFill/>
          <a:ln w="15875">
            <a:solidFill>
              <a:srgbClr val="6B7A8F"/>
            </a:solidFill>
            <a:prstDash val="solid"/>
            <a:tailEnd type="triangle"/>
          </a:ln>
        </p:spPr>
      </p:sp>
      <p:sp>
        <p:nvSpPr>
          <p:cNvPr id="15" name="Shape 13"/>
          <p:cNvSpPr/>
          <p:nvPr/>
        </p:nvSpPr>
        <p:spPr>
          <a:xfrm>
            <a:off x="2537460" y="3017520"/>
            <a:ext cx="1371600" cy="329184"/>
          </a:xfrm>
          <a:prstGeom prst="roundRect">
            <a:avLst>
              <a:gd name="adj" fmla="val 19444"/>
            </a:avLst>
          </a:prstGeom>
          <a:solidFill>
            <a:srgbClr val="00A3C4"/>
          </a:solidFill>
          <a:ln w="9525">
            <a:solidFill>
              <a:srgbClr val="00A3C4"/>
            </a:solidFill>
            <a:prstDash val="solid"/>
          </a:ln>
        </p:spPr>
      </p:sp>
      <p:sp>
        <p:nvSpPr>
          <p:cNvPr id="16" name="Text 14"/>
          <p:cNvSpPr txBox="1"/>
          <p:nvPr/>
        </p:nvSpPr>
        <p:spPr>
          <a:xfrm>
            <a:off x="2537460" y="3017520"/>
            <a:ext cx="1371600" cy="329184"/>
          </a:xfrm>
          <a:prstGeom prst="rect">
            <a:avLst/>
          </a:prstGeom>
          <a:noFill/>
          <a:ln/>
        </p:spPr>
        <p:txBody>
          <a:bodyPr wrap="square" lIns="0" tIns="0" rIns="0" bIns="0" rtlCol="0" anchor="ctr"/>
          <a:lstStyle/>
          <a:p>
            <a:pPr algn="ctr" indent="0" marL="0">
              <a:lnSpc>
                <a:spcPct val="105000"/>
              </a:lnSpc>
              <a:buNone/>
            </a:pPr>
            <a:r>
              <a:rPr lang="en-US" sz="1000" b="1" dirty="0">
                <a:solidFill>
                  <a:srgbClr val="FFFFFF"/>
                </a:solidFill>
                <a:latin typeface="Malgun Gothic" pitchFamily="34" charset="0"/>
                <a:ea typeface="Malgun Gothic" pitchFamily="34" charset="-122"/>
                <a:cs typeface="Malgun Gothic" pitchFamily="34" charset="-120"/>
              </a:rPr>
              <a:t>분  기</a:t>
            </a:r>
            <a:endParaRPr lang="en-US" sz="1000" dirty="0"/>
          </a:p>
        </p:txBody>
      </p:sp>
      <p:sp>
        <p:nvSpPr>
          <p:cNvPr id="17" name="Shape 15"/>
          <p:cNvSpPr/>
          <p:nvPr/>
        </p:nvSpPr>
        <p:spPr>
          <a:xfrm>
            <a:off x="1984248" y="3346704"/>
            <a:ext cx="2487168" cy="0"/>
          </a:xfrm>
          <a:prstGeom prst="line">
            <a:avLst/>
          </a:prstGeom>
          <a:noFill/>
          <a:ln w="15875">
            <a:solidFill>
              <a:srgbClr val="6B7A8F"/>
            </a:solidFill>
            <a:prstDash val="solid"/>
          </a:ln>
        </p:spPr>
      </p:sp>
      <p:sp>
        <p:nvSpPr>
          <p:cNvPr id="18" name="Shape 16"/>
          <p:cNvSpPr/>
          <p:nvPr/>
        </p:nvSpPr>
        <p:spPr>
          <a:xfrm>
            <a:off x="1984248" y="3346704"/>
            <a:ext cx="0" cy="182880"/>
          </a:xfrm>
          <a:prstGeom prst="line">
            <a:avLst/>
          </a:prstGeom>
          <a:noFill/>
          <a:ln w="15875">
            <a:solidFill>
              <a:srgbClr val="6B7A8F"/>
            </a:solidFill>
            <a:prstDash val="solid"/>
            <a:tailEnd type="triangle"/>
          </a:ln>
        </p:spPr>
      </p:sp>
      <p:sp>
        <p:nvSpPr>
          <p:cNvPr id="19" name="Shape 17"/>
          <p:cNvSpPr/>
          <p:nvPr/>
        </p:nvSpPr>
        <p:spPr>
          <a:xfrm>
            <a:off x="4471416" y="3346704"/>
            <a:ext cx="0" cy="182880"/>
          </a:xfrm>
          <a:prstGeom prst="line">
            <a:avLst/>
          </a:prstGeom>
          <a:noFill/>
          <a:ln w="15875">
            <a:solidFill>
              <a:srgbClr val="6B7A8F"/>
            </a:solidFill>
            <a:prstDash val="solid"/>
            <a:tailEnd type="triangle"/>
          </a:ln>
        </p:spPr>
      </p:sp>
      <p:sp>
        <p:nvSpPr>
          <p:cNvPr id="20" name="Shape 18"/>
          <p:cNvSpPr/>
          <p:nvPr/>
        </p:nvSpPr>
        <p:spPr>
          <a:xfrm>
            <a:off x="841248" y="3529584"/>
            <a:ext cx="2286000" cy="384048"/>
          </a:xfrm>
          <a:prstGeom prst="roundRect">
            <a:avLst>
              <a:gd name="adj" fmla="val 16667"/>
            </a:avLst>
          </a:prstGeom>
          <a:solidFill>
            <a:srgbClr val="FFFFFF"/>
          </a:solidFill>
          <a:ln w="9525">
            <a:solidFill>
              <a:srgbClr val="DDE3EB"/>
            </a:solidFill>
            <a:prstDash val="solid"/>
          </a:ln>
        </p:spPr>
      </p:sp>
      <p:sp>
        <p:nvSpPr>
          <p:cNvPr id="21" name="Text 19"/>
          <p:cNvSpPr txBox="1"/>
          <p:nvPr/>
        </p:nvSpPr>
        <p:spPr>
          <a:xfrm>
            <a:off x="841248"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16305B"/>
                </a:solidFill>
                <a:latin typeface="Malgun Gothic" pitchFamily="34" charset="0"/>
                <a:ea typeface="Malgun Gothic" pitchFamily="34" charset="-122"/>
                <a:cs typeface="Malgun Gothic" pitchFamily="34" charset="-120"/>
              </a:rPr>
              <a:t>전원공급모듈로 일부 빠짐</a:t>
            </a:r>
            <a:endParaRPr lang="en-US" sz="950" dirty="0"/>
          </a:p>
        </p:txBody>
      </p:sp>
      <p:sp>
        <p:nvSpPr>
          <p:cNvPr id="22" name="Shape 20"/>
          <p:cNvSpPr/>
          <p:nvPr/>
        </p:nvSpPr>
        <p:spPr>
          <a:xfrm>
            <a:off x="3328416" y="3529584"/>
            <a:ext cx="2286000" cy="384048"/>
          </a:xfrm>
          <a:prstGeom prst="roundRect">
            <a:avLst>
              <a:gd name="adj" fmla="val 16667"/>
            </a:avLst>
          </a:prstGeom>
          <a:solidFill>
            <a:srgbClr val="16305B"/>
          </a:solidFill>
          <a:ln w="9525">
            <a:solidFill>
              <a:srgbClr val="16305B"/>
            </a:solidFill>
            <a:prstDash val="solid"/>
          </a:ln>
        </p:spPr>
      </p:sp>
      <p:sp>
        <p:nvSpPr>
          <p:cNvPr id="23" name="Text 21"/>
          <p:cNvSpPr txBox="1"/>
          <p:nvPr/>
        </p:nvSpPr>
        <p:spPr>
          <a:xfrm>
            <a:off x="3328416" y="3529584"/>
            <a:ext cx="2286000" cy="384048"/>
          </a:xfrm>
          <a:prstGeom prst="rect">
            <a:avLst/>
          </a:prstGeom>
          <a:noFill/>
          <a:ln/>
        </p:spPr>
        <p:txBody>
          <a:bodyPr wrap="square" lIns="0" tIns="0" rIns="0" bIns="0" rtlCol="0" anchor="ctr"/>
          <a:lstStyle/>
          <a:p>
            <a:pPr algn="ctr" indent="0" marL="0">
              <a:lnSpc>
                <a:spcPct val="105000"/>
              </a:lnSpc>
              <a:buNone/>
            </a:pPr>
            <a:r>
              <a:rPr lang="en-US" sz="950" b="1" dirty="0">
                <a:solidFill>
                  <a:srgbClr val="FFFFFF"/>
                </a:solidFill>
                <a:latin typeface="Malgun Gothic" pitchFamily="34" charset="0"/>
                <a:ea typeface="Malgun Gothic" pitchFamily="34" charset="-122"/>
                <a:cs typeface="Malgun Gothic" pitchFamily="34" charset="-120"/>
              </a:rPr>
              <a:t>2차 통과  —  남은 유량만</a:t>
            </a:r>
            <a:endParaRPr lang="en-US" sz="950" dirty="0"/>
          </a:p>
        </p:txBody>
      </p:sp>
      <p:sp>
        <p:nvSpPr>
          <p:cNvPr id="24" name="Text 22"/>
          <p:cNvSpPr txBox="1"/>
          <p:nvPr/>
        </p:nvSpPr>
        <p:spPr>
          <a:xfrm>
            <a:off x="813816" y="4005072"/>
            <a:ext cx="4846320" cy="512064"/>
          </a:xfrm>
          <a:prstGeom prst="rect">
            <a:avLst/>
          </a:prstGeom>
          <a:noFill/>
          <a:ln/>
        </p:spPr>
        <p:txBody>
          <a:bodyPr wrap="square" lIns="0" tIns="0" rIns="0" bIns="0" rtlCol="0" anchor="ctr"/>
          <a:lstStyle/>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1차와 2차에 흐르는 유량이 달라서, 핀 조건을 하나로 묶으면</a:t>
            </a:r>
            <a:endParaRPr lang="en-US" sz="980" dirty="0"/>
          </a:p>
          <a:p>
            <a:pPr algn="ctr" indent="0" marL="0">
              <a:lnSpc>
                <a:spcPct val="120000"/>
              </a:lnSpc>
              <a:buNone/>
            </a:pPr>
            <a:r>
              <a:rPr lang="en-US" sz="980" dirty="0">
                <a:solidFill>
                  <a:srgbClr val="1C2733"/>
                </a:solidFill>
                <a:latin typeface="Malgun Gothic" pitchFamily="34" charset="0"/>
                <a:ea typeface="Malgun Gothic" pitchFamily="34" charset="-122"/>
                <a:cs typeface="Malgun Gothic" pitchFamily="34" charset="-120"/>
              </a:rPr>
              <a:t>한쪽에 맞추는 순간 다른 쪽이 불리해짐</a:t>
            </a:r>
            <a:endParaRPr lang="en-US" sz="980" dirty="0"/>
          </a:p>
        </p:txBody>
      </p:sp>
      <p:sp>
        <p:nvSpPr>
          <p:cNvPr id="25" name="Shape 23"/>
          <p:cNvSpPr/>
          <p:nvPr/>
        </p:nvSpPr>
        <p:spPr>
          <a:xfrm>
            <a:off x="813816" y="4626864"/>
            <a:ext cx="4846320" cy="493776"/>
          </a:xfrm>
          <a:prstGeom prst="roundRect">
            <a:avLst>
              <a:gd name="adj" fmla="val 11111"/>
            </a:avLst>
          </a:prstGeom>
          <a:solidFill>
            <a:srgbClr val="16305B"/>
          </a:solidFill>
          <a:ln w="12700">
            <a:solidFill>
              <a:srgbClr val="16305B"/>
            </a:solidFill>
            <a:prstDash val="solid"/>
          </a:ln>
        </p:spPr>
      </p:sp>
      <p:sp>
        <p:nvSpPr>
          <p:cNvPr id="26" name="Text 24"/>
          <p:cNvSpPr txBox="1"/>
          <p:nvPr/>
        </p:nvSpPr>
        <p:spPr>
          <a:xfrm>
            <a:off x="813816" y="4626864"/>
            <a:ext cx="4846320" cy="493776"/>
          </a:xfrm>
          <a:prstGeom prst="rect">
            <a:avLst/>
          </a:prstGeom>
          <a:noFill/>
          <a:ln/>
        </p:spPr>
        <p:txBody>
          <a:bodyPr wrap="square" lIns="0" tIns="0" rIns="0" bIns="0" rtlCol="0" anchor="ctr"/>
          <a:lstStyle/>
          <a:p>
            <a:pPr algn="ctr" indent="0" marL="0">
              <a:buNone/>
            </a:pPr>
            <a:r>
              <a:rPr lang="en-US" sz="1150" b="1" dirty="0">
                <a:solidFill>
                  <a:srgbClr val="FFFFFF"/>
                </a:solidFill>
                <a:latin typeface="Malgun Gothic" pitchFamily="34" charset="0"/>
                <a:ea typeface="Malgun Gothic" pitchFamily="34" charset="-122"/>
                <a:cs typeface="Malgun Gothic" pitchFamily="34" charset="-120"/>
              </a:rPr>
              <a:t>→  핀 두께 · 개수를 1차 · 2차 통과별 독립 변수로 분리</a:t>
            </a:r>
            <a:endParaRPr lang="en-US" sz="1150" dirty="0"/>
          </a:p>
        </p:txBody>
      </p:sp>
      <p:sp>
        <p:nvSpPr>
          <p:cNvPr id="27" name="Shape 25"/>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8" name="Shape 26"/>
          <p:cNvSpPr/>
          <p:nvPr/>
        </p:nvSpPr>
        <p:spPr>
          <a:xfrm>
            <a:off x="6592824" y="1463040"/>
            <a:ext cx="82296" cy="182880"/>
          </a:xfrm>
          <a:prstGeom prst="rect">
            <a:avLst/>
          </a:prstGeom>
          <a:solidFill>
            <a:srgbClr val="00A3C4"/>
          </a:solidFill>
          <a:ln w="12700">
            <a:solidFill>
              <a:srgbClr val="00A3C4"/>
            </a:solidFill>
            <a:prstDash val="solid"/>
          </a:ln>
        </p:spPr>
      </p:sp>
      <p:sp>
        <p:nvSpPr>
          <p:cNvPr id="29" name="Text 27"/>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후보 설계변수  —  11개</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647688" y="1847088"/>
          <a:ext cx="4846320" cy="914400"/>
        </p:xfrm>
        <a:graphic>
          <a:graphicData uri="http://schemas.openxmlformats.org/drawingml/2006/table">
            <a:tbl>
              <a:tblPr/>
              <a:tblGrid>
                <a:gridCol w="1188720"/>
                <a:gridCol w="2011680"/>
                <a:gridCol w="1645920"/>
              </a:tblGrid>
              <a:tr h="239573">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구분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설계변수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범위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9573">
                <a:tc rowSpan="7">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유로 형상</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(7)</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입구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150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분기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3 ~ 10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각도</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90 ~ 140 °</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중간 입구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10 ~ 25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출구 유로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dirty="0">
                          <a:solidFill>
                            <a:srgbClr val="1C2733"/>
                          </a:solidFill>
                          <a:latin typeface="Malgun Gothic" pitchFamily="34" charset="0"/>
                          <a:ea typeface="Malgun Gothic" pitchFamily="34" charset="-122"/>
                          <a:cs typeface="Malgun Gothic" pitchFamily="34" charset="-120"/>
                        </a:rPr>
                        <a:t>13 ~ 35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1차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rowSpan="2">
                  <a:txBody>
                    <a:bodyPr/>
                    <a:lstStyle/>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2차 통과 핀</a:t>
                      </a:r>
                      <a:endParaRPr lang="en-US" sz="930" dirty="0">
                        <a:latin typeface="Malgun Gothic" charset="0"/>
                        <a:ea typeface="Malgun Gothic" charset="0"/>
                        <a:cs typeface="Malgun Gothic" charset="0"/>
                      </a:endParaRPr>
                    </a:p>
                    <a:p>
                      <a:pPr algn="ctr" indent="0" marL="0">
                        <a:buNone/>
                      </a:pPr>
                      <a:r>
                        <a:rPr lang="en-US" sz="930" b="1" dirty="0">
                          <a:solidFill>
                            <a:srgbClr val="16305B"/>
                          </a:solidFill>
                          <a:latin typeface="Malgun Gothic" pitchFamily="34" charset="0"/>
                          <a:ea typeface="Malgun Gothic" pitchFamily="34" charset="-122"/>
                          <a:cs typeface="Malgun Gothic" pitchFamily="34" charset="-120"/>
                        </a:rPr>
                        <a:t>(2)</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두께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1.5 ~ 3.0 mm</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9573">
                <a:tc vMerge="1">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2차 핀 개수</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30" b="1" dirty="0">
                          <a:solidFill>
                            <a:srgbClr val="16305B"/>
                          </a:solidFill>
                          <a:latin typeface="Malgun Gothic" pitchFamily="34" charset="0"/>
                          <a:ea typeface="Malgun Gothic" pitchFamily="34" charset="-122"/>
                          <a:cs typeface="Malgun Gothic" pitchFamily="34" charset="-120"/>
                        </a:rPr>
                        <a:t>10 ~ 24 개</a:t>
                      </a:r>
                      <a:endParaRPr lang="en-US" sz="93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1" name="Text 28"/>
          <p:cNvSpPr txBox="1"/>
          <p:nvPr/>
        </p:nvSpPr>
        <p:spPr>
          <a:xfrm>
            <a:off x="6647688" y="4846320"/>
            <a:ext cx="4846320" cy="365760"/>
          </a:xfrm>
          <a:prstGeom prst="rect">
            <a:avLst/>
          </a:prstGeom>
          <a:noFill/>
          <a:ln/>
        </p:spPr>
        <p:txBody>
          <a:bodyPr wrap="square" lIns="0" tIns="0" rIns="0" bIns="0" rtlCol="0" anchor="ctr"/>
          <a:lstStyle/>
          <a:p>
            <a:pPr indent="0" marL="0">
              <a:lnSpc>
                <a:spcPct val="115000"/>
              </a:lnSpc>
              <a:buNone/>
            </a:pPr>
            <a:r>
              <a:rPr lang="en-US" sz="860" i="1" dirty="0">
                <a:solidFill>
                  <a:srgbClr val="6B7A8F"/>
                </a:solidFill>
                <a:latin typeface="Malgun Gothic" pitchFamily="34" charset="0"/>
                <a:ea typeface="Malgun Gothic" pitchFamily="34" charset="-122"/>
                <a:cs typeface="Malgun Gothic" pitchFamily="34" charset="-120"/>
              </a:rPr>
              <a:t>핀 갭(핀 사이 간격)은 두께 · 개수로 정해지는 종속값 — 최소 2.0 mm (제작 한계 2.5 mm는 최적화 단계 제약으로 적용)</a:t>
            </a:r>
            <a:endParaRPr lang="en-US" sz="860" dirty="0"/>
          </a:p>
        </p:txBody>
      </p:sp>
      <p:sp>
        <p:nvSpPr>
          <p:cNvPr id="32" name="Shape 2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3" name="Shape 30"/>
          <p:cNvSpPr/>
          <p:nvPr/>
        </p:nvSpPr>
        <p:spPr>
          <a:xfrm>
            <a:off x="832104" y="5724144"/>
            <a:ext cx="64008" cy="164592"/>
          </a:xfrm>
          <a:prstGeom prst="rect">
            <a:avLst/>
          </a:prstGeom>
          <a:solidFill>
            <a:srgbClr val="00A3C4"/>
          </a:solidFill>
          <a:ln w="12700">
            <a:solidFill>
              <a:srgbClr val="00A3C4"/>
            </a:solidFill>
            <a:prstDash val="solid"/>
          </a:ln>
        </p:spPr>
      </p:sp>
      <p:sp>
        <p:nvSpPr>
          <p:cNvPr id="34" name="Text 3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후보 11개</a:t>
            </a:r>
            <a:endParaRPr lang="en-US" sz="1050" dirty="0"/>
          </a:p>
        </p:txBody>
      </p:sp>
      <p:sp>
        <p:nvSpPr>
          <p:cNvPr id="35" name="Text 3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유로 형상 7개 + 1차 · 2차 핀 두께 · 개수 4개</a:t>
            </a:r>
            <a:endParaRPr lang="en-US" sz="950" dirty="0"/>
          </a:p>
        </p:txBody>
      </p:sp>
      <p:sp>
        <p:nvSpPr>
          <p:cNvPr id="36" name="Shape 33"/>
          <p:cNvSpPr/>
          <p:nvPr/>
        </p:nvSpPr>
        <p:spPr>
          <a:xfrm>
            <a:off x="4489704" y="5724144"/>
            <a:ext cx="64008" cy="164592"/>
          </a:xfrm>
          <a:prstGeom prst="rect">
            <a:avLst/>
          </a:prstGeom>
          <a:solidFill>
            <a:srgbClr val="00A3C4"/>
          </a:solidFill>
          <a:ln w="12700">
            <a:solidFill>
              <a:srgbClr val="00A3C4"/>
            </a:solidFill>
            <a:prstDash val="solid"/>
          </a:ln>
        </p:spPr>
      </p:sp>
      <p:sp>
        <p:nvSpPr>
          <p:cNvPr id="37" name="Text 3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핀을 통과별로 분리</a:t>
            </a:r>
            <a:endParaRPr lang="en-US" sz="1050" dirty="0"/>
          </a:p>
        </p:txBody>
      </p:sp>
      <p:sp>
        <p:nvSpPr>
          <p:cNvPr id="38" name="Text 3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1차 · 2차 유량 차이를 설계에 반영</a:t>
            </a:r>
            <a:endParaRPr lang="en-US" sz="950" dirty="0"/>
          </a:p>
        </p:txBody>
      </p:sp>
      <p:sp>
        <p:nvSpPr>
          <p:cNvPr id="39" name="Shape 36"/>
          <p:cNvSpPr/>
          <p:nvPr/>
        </p:nvSpPr>
        <p:spPr>
          <a:xfrm>
            <a:off x="8147304" y="5724144"/>
            <a:ext cx="64008" cy="164592"/>
          </a:xfrm>
          <a:prstGeom prst="rect">
            <a:avLst/>
          </a:prstGeom>
          <a:solidFill>
            <a:srgbClr val="00A3C4"/>
          </a:solidFill>
          <a:ln w="12700">
            <a:solidFill>
              <a:srgbClr val="00A3C4"/>
            </a:solidFill>
            <a:prstDash val="solid"/>
          </a:ln>
        </p:spPr>
      </p:sp>
      <p:sp>
        <p:nvSpPr>
          <p:cNvPr id="40" name="Text 3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11차원 설계공간</a:t>
            </a:r>
            <a:endParaRPr lang="en-US" sz="1050" dirty="0"/>
          </a:p>
        </p:txBody>
      </p:sp>
      <p:sp>
        <p:nvSpPr>
          <p:cNvPr id="41" name="Text 3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변수가 많을수록 필요한 해석 수 급증 → 변수 선별 먼저</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자동해석 코드 구성</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모듈 구성 및 실행 흐름</a:t>
            </a:r>
            <a:endParaRPr lang="en-US" sz="1300" dirty="0"/>
          </a:p>
        </p:txBody>
      </p:sp>
      <p:sp>
        <p:nvSpPr>
          <p:cNvPr id="9" name="Shape 7"/>
          <p:cNvSpPr/>
          <p:nvPr/>
        </p:nvSpPr>
        <p:spPr>
          <a:xfrm>
            <a:off x="813816" y="1847088"/>
            <a:ext cx="10561320" cy="512064"/>
          </a:xfrm>
          <a:prstGeom prst="roundRect">
            <a:avLst>
              <a:gd name="adj" fmla="val 12500"/>
            </a:avLst>
          </a:prstGeom>
          <a:solidFill>
            <a:srgbClr val="16305B"/>
          </a:solidFill>
          <a:ln w="12700">
            <a:solidFill>
              <a:srgbClr val="16305B"/>
            </a:solidFill>
            <a:prstDash val="solid"/>
          </a:ln>
        </p:spPr>
      </p:sp>
      <p:sp>
        <p:nvSpPr>
          <p:cNvPr id="10" name="Text 8"/>
          <p:cNvSpPr txBox="1"/>
          <p:nvPr/>
        </p:nvSpPr>
        <p:spPr>
          <a:xfrm>
            <a:off x="1042416" y="1847088"/>
            <a:ext cx="8641080" cy="512064"/>
          </a:xfrm>
          <a:prstGeom prst="rect">
            <a:avLst/>
          </a:prstGeom>
          <a:noFill/>
          <a:ln/>
        </p:spPr>
        <p:txBody>
          <a:bodyPr wrap="square" lIns="0" tIns="0" rIns="0" bIns="0" rtlCol="0" anchor="ctr"/>
          <a:lstStyle/>
          <a:p>
            <a:pPr indent="0" marL="0">
              <a:buNone/>
            </a:pPr>
            <a:r>
              <a:rPr lang="en-US" sz="1250" b="1" dirty="0">
                <a:solidFill>
                  <a:srgbClr val="FFFFFF"/>
                </a:solidFill>
                <a:latin typeface="Consolas" pitchFamily="34" charset="0"/>
                <a:ea typeface="Consolas" pitchFamily="34" charset="-122"/>
                <a:cs typeface="Consolas" pitchFamily="34" charset="-120"/>
              </a:rPr>
              <a:t>main.py</a:t>
            </a:r>
            <a:pPr indent="0" marL="0">
              <a:buNone/>
            </a:pPr>
            <a:r>
              <a:rPr lang="en-US" sz="1000" dirty="0">
                <a:solidFill>
                  <a:srgbClr val="CFE0F2"/>
                </a:solidFill>
                <a:latin typeface="Malgun Gothic" pitchFamily="34" charset="0"/>
                <a:ea typeface="Malgun Gothic" pitchFamily="34" charset="-122"/>
                <a:cs typeface="Malgun Gothic" pitchFamily="34" charset="-120"/>
              </a:rPr>
              <a:t>     단계 관리  —  선별 29회 → 판정 확인 → 실험계획 80점, 실험점마다 아래 단계를 순서대로 호출</a:t>
            </a:r>
            <a:endParaRPr lang="en-US" sz="1250" dirty="0"/>
          </a:p>
        </p:txBody>
      </p:sp>
      <p:sp>
        <p:nvSpPr>
          <p:cNvPr id="11" name="Shape 9"/>
          <p:cNvSpPr/>
          <p:nvPr/>
        </p:nvSpPr>
        <p:spPr>
          <a:xfrm>
            <a:off x="9866376" y="1947672"/>
            <a:ext cx="1325880" cy="310896"/>
          </a:xfrm>
          <a:prstGeom prst="roundRect">
            <a:avLst>
              <a:gd name="adj" fmla="val 29412"/>
            </a:avLst>
          </a:prstGeom>
          <a:solidFill>
            <a:srgbClr val="00A3C4"/>
          </a:solidFill>
          <a:ln w="12700">
            <a:solidFill>
              <a:srgbClr val="00A3C4"/>
            </a:solidFill>
            <a:prstDash val="solid"/>
          </a:ln>
        </p:spPr>
      </p:sp>
      <p:sp>
        <p:nvSpPr>
          <p:cNvPr id="12" name="Text 10"/>
          <p:cNvSpPr txBox="1"/>
          <p:nvPr/>
        </p:nvSpPr>
        <p:spPr>
          <a:xfrm>
            <a:off x="9866376" y="1947672"/>
            <a:ext cx="13258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2단계 운영</a:t>
            </a:r>
            <a:endParaRPr lang="en-US" sz="950" dirty="0"/>
          </a:p>
        </p:txBody>
      </p:sp>
      <p:sp>
        <p:nvSpPr>
          <p:cNvPr id="13" name="Shape 11"/>
          <p:cNvSpPr/>
          <p:nvPr/>
        </p:nvSpPr>
        <p:spPr>
          <a:xfrm>
            <a:off x="1751076" y="2359152"/>
            <a:ext cx="0" cy="310896"/>
          </a:xfrm>
          <a:prstGeom prst="line">
            <a:avLst/>
          </a:prstGeom>
          <a:noFill/>
          <a:ln w="12700">
            <a:solidFill>
              <a:srgbClr val="9FB0C6"/>
            </a:solidFill>
            <a:prstDash val="solid"/>
            <a:tailEnd type="triangle"/>
          </a:ln>
        </p:spPr>
      </p:sp>
      <p:sp>
        <p:nvSpPr>
          <p:cNvPr id="14" name="Shape 12"/>
          <p:cNvSpPr/>
          <p:nvPr/>
        </p:nvSpPr>
        <p:spPr>
          <a:xfrm>
            <a:off x="8138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923544" y="2779776"/>
            <a:ext cx="256032" cy="256032"/>
          </a:xfrm>
          <a:prstGeom prst="ellipse">
            <a:avLst/>
          </a:prstGeom>
          <a:solidFill>
            <a:srgbClr val="00A3C4"/>
          </a:solidFill>
          <a:ln w="12700">
            <a:solidFill>
              <a:srgbClr val="00A3C4"/>
            </a:solidFill>
            <a:prstDash val="solid"/>
          </a:ln>
        </p:spPr>
      </p:sp>
      <p:sp>
        <p:nvSpPr>
          <p:cNvPr id="16" name="Text 14"/>
          <p:cNvSpPr txBox="1"/>
          <p:nvPr/>
        </p:nvSpPr>
        <p:spPr>
          <a:xfrm>
            <a:off x="9235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17" name="Text 15"/>
          <p:cNvSpPr txBox="1"/>
          <p:nvPr/>
        </p:nvSpPr>
        <p:spPr>
          <a:xfrm>
            <a:off x="12344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실험점 생성</a:t>
            </a:r>
            <a:endParaRPr lang="en-US" sz="1050" dirty="0"/>
          </a:p>
        </p:txBody>
      </p:sp>
      <p:sp>
        <p:nvSpPr>
          <p:cNvPr id="18" name="Text 16"/>
          <p:cNvSpPr txBox="1"/>
          <p:nvPr/>
        </p:nvSpPr>
        <p:spPr>
          <a:xfrm>
            <a:off x="9235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DSD.py · OLHD.py</a:t>
            </a:r>
            <a:endParaRPr lang="en-US" sz="850" dirty="0"/>
          </a:p>
        </p:txBody>
      </p:sp>
      <p:sp>
        <p:nvSpPr>
          <p:cNvPr id="19" name="Text 17"/>
          <p:cNvSpPr txBox="1"/>
          <p:nvPr/>
        </p:nvSpPr>
        <p:spPr>
          <a:xfrm>
            <a:off x="9235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실험표 29회</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활성 변수 80점</a:t>
            </a:r>
            <a:endParaRPr lang="en-US" sz="850" dirty="0"/>
          </a:p>
        </p:txBody>
      </p:sp>
      <p:sp>
        <p:nvSpPr>
          <p:cNvPr id="20" name="Shape 18"/>
          <p:cNvSpPr/>
          <p:nvPr/>
        </p:nvSpPr>
        <p:spPr>
          <a:xfrm>
            <a:off x="3922776" y="2359152"/>
            <a:ext cx="0" cy="310896"/>
          </a:xfrm>
          <a:prstGeom prst="line">
            <a:avLst/>
          </a:prstGeom>
          <a:noFill/>
          <a:ln w="12700">
            <a:solidFill>
              <a:srgbClr val="9FB0C6"/>
            </a:solidFill>
            <a:prstDash val="solid"/>
            <a:tailEnd type="triangle"/>
          </a:ln>
        </p:spPr>
      </p:sp>
      <p:sp>
        <p:nvSpPr>
          <p:cNvPr id="21" name="Shape 19"/>
          <p:cNvSpPr/>
          <p:nvPr/>
        </p:nvSpPr>
        <p:spPr>
          <a:xfrm>
            <a:off x="29855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2" name="Shape 20"/>
          <p:cNvSpPr/>
          <p:nvPr/>
        </p:nvSpPr>
        <p:spPr>
          <a:xfrm>
            <a:off x="3095244" y="2779776"/>
            <a:ext cx="256032" cy="256032"/>
          </a:xfrm>
          <a:prstGeom prst="ellipse">
            <a:avLst/>
          </a:prstGeom>
          <a:solidFill>
            <a:srgbClr val="16305B"/>
          </a:solidFill>
          <a:ln w="12700">
            <a:solidFill>
              <a:srgbClr val="16305B"/>
            </a:solidFill>
            <a:prstDash val="solid"/>
          </a:ln>
        </p:spPr>
      </p:sp>
      <p:sp>
        <p:nvSpPr>
          <p:cNvPr id="23" name="Text 21"/>
          <p:cNvSpPr txBox="1"/>
          <p:nvPr/>
        </p:nvSpPr>
        <p:spPr>
          <a:xfrm>
            <a:off x="30952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24" name="Text 22"/>
          <p:cNvSpPr txBox="1"/>
          <p:nvPr/>
        </p:nvSpPr>
        <p:spPr>
          <a:xfrm>
            <a:off x="34061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형상 빌드</a:t>
            </a:r>
            <a:endParaRPr lang="en-US" sz="1050" dirty="0"/>
          </a:p>
        </p:txBody>
      </p:sp>
      <p:sp>
        <p:nvSpPr>
          <p:cNvPr id="25" name="Text 23"/>
          <p:cNvSpPr txBox="1"/>
          <p:nvPr/>
        </p:nvSpPr>
        <p:spPr>
          <a:xfrm>
            <a:off x="30952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Solidworks.py</a:t>
            </a:r>
            <a:endParaRPr lang="en-US" sz="850" dirty="0"/>
          </a:p>
        </p:txBody>
      </p:sp>
      <p:sp>
        <p:nvSpPr>
          <p:cNvPr id="26" name="Text 24"/>
          <p:cNvSpPr txBox="1"/>
          <p:nvPr/>
        </p:nvSpPr>
        <p:spPr>
          <a:xfrm>
            <a:off x="30952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전역변수 11개 갱신</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리빌드 · STEP</a:t>
            </a:r>
            <a:endParaRPr lang="en-US" sz="850" dirty="0"/>
          </a:p>
        </p:txBody>
      </p:sp>
      <p:sp>
        <p:nvSpPr>
          <p:cNvPr id="27" name="Shape 25"/>
          <p:cNvSpPr/>
          <p:nvPr/>
        </p:nvSpPr>
        <p:spPr>
          <a:xfrm>
            <a:off x="6094476" y="2359152"/>
            <a:ext cx="0" cy="310896"/>
          </a:xfrm>
          <a:prstGeom prst="line">
            <a:avLst/>
          </a:prstGeom>
          <a:noFill/>
          <a:ln w="12700">
            <a:solidFill>
              <a:srgbClr val="9FB0C6"/>
            </a:solidFill>
            <a:prstDash val="solid"/>
            <a:tailEnd type="triangle"/>
          </a:ln>
        </p:spPr>
      </p:sp>
      <p:sp>
        <p:nvSpPr>
          <p:cNvPr id="28" name="Shape 26"/>
          <p:cNvSpPr/>
          <p:nvPr/>
        </p:nvSpPr>
        <p:spPr>
          <a:xfrm>
            <a:off x="51572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5266944" y="2779776"/>
            <a:ext cx="256032" cy="256032"/>
          </a:xfrm>
          <a:prstGeom prst="ellipse">
            <a:avLst/>
          </a:prstGeom>
          <a:solidFill>
            <a:srgbClr val="16305B"/>
          </a:solidFill>
          <a:ln w="12700">
            <a:solidFill>
              <a:srgbClr val="16305B"/>
            </a:solidFill>
            <a:prstDash val="solid"/>
          </a:ln>
        </p:spPr>
      </p:sp>
      <p:sp>
        <p:nvSpPr>
          <p:cNvPr id="30" name="Text 28"/>
          <p:cNvSpPr txBox="1"/>
          <p:nvPr/>
        </p:nvSpPr>
        <p:spPr>
          <a:xfrm>
            <a:off x="52669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31" name="Text 29"/>
          <p:cNvSpPr txBox="1"/>
          <p:nvPr/>
        </p:nvSpPr>
        <p:spPr>
          <a:xfrm>
            <a:off x="55778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해석</a:t>
            </a:r>
            <a:endParaRPr lang="en-US" sz="1050" dirty="0"/>
          </a:p>
        </p:txBody>
      </p:sp>
      <p:sp>
        <p:nvSpPr>
          <p:cNvPr id="32" name="Text 30"/>
          <p:cNvSpPr txBox="1"/>
          <p:nvPr/>
        </p:nvSpPr>
        <p:spPr>
          <a:xfrm>
            <a:off x="52669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icepak.py</a:t>
            </a:r>
            <a:endParaRPr lang="en-US" sz="850" dirty="0"/>
          </a:p>
        </p:txBody>
      </p:sp>
      <p:sp>
        <p:nvSpPr>
          <p:cNvPr id="33" name="Text 31"/>
          <p:cNvSpPr txBox="1"/>
          <p:nvPr/>
        </p:nvSpPr>
        <p:spPr>
          <a:xfrm>
            <a:off x="52669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해석 모델 구성</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 결과 추출</a:t>
            </a:r>
            <a:endParaRPr lang="en-US" sz="850" dirty="0"/>
          </a:p>
        </p:txBody>
      </p:sp>
      <p:sp>
        <p:nvSpPr>
          <p:cNvPr id="34" name="Shape 32"/>
          <p:cNvSpPr/>
          <p:nvPr/>
        </p:nvSpPr>
        <p:spPr>
          <a:xfrm>
            <a:off x="8266176" y="2359152"/>
            <a:ext cx="0" cy="310896"/>
          </a:xfrm>
          <a:prstGeom prst="line">
            <a:avLst/>
          </a:prstGeom>
          <a:noFill/>
          <a:ln w="12700">
            <a:solidFill>
              <a:srgbClr val="9FB0C6"/>
            </a:solidFill>
            <a:prstDash val="solid"/>
            <a:tailEnd type="triangle"/>
          </a:ln>
        </p:spPr>
      </p:sp>
      <p:sp>
        <p:nvSpPr>
          <p:cNvPr id="35" name="Shape 33"/>
          <p:cNvSpPr/>
          <p:nvPr/>
        </p:nvSpPr>
        <p:spPr>
          <a:xfrm>
            <a:off x="7328916" y="2670048"/>
            <a:ext cx="1874520" cy="1298448"/>
          </a:xfrm>
          <a:prstGeom prst="roundRect">
            <a:avLst>
              <a:gd name="adj" fmla="val 4930"/>
            </a:avLst>
          </a:prstGeom>
          <a:solidFill>
            <a:srgbClr val="FFFFFF"/>
          </a:solidFill>
          <a:ln w="15875">
            <a:solidFill>
              <a:srgbClr val="B9C7D8"/>
            </a:solidFill>
            <a:prstDash val="solid"/>
          </a:ln>
          <a:effectLst>
            <a:outerShdw sx="100000" sy="100000" kx="0" ky="0" algn="bl" rotWithShape="0" blurRad="101600" dist="12700" dir="5400000">
              <a:srgbClr val="9AA8BC">
                <a:alpha val="18000"/>
              </a:srgbClr>
            </a:outerShdw>
          </a:effectLst>
        </p:spPr>
      </p:sp>
      <p:sp>
        <p:nvSpPr>
          <p:cNvPr id="36" name="Shape 34"/>
          <p:cNvSpPr/>
          <p:nvPr/>
        </p:nvSpPr>
        <p:spPr>
          <a:xfrm>
            <a:off x="7438644" y="2779776"/>
            <a:ext cx="256032" cy="256032"/>
          </a:xfrm>
          <a:prstGeom prst="ellipse">
            <a:avLst/>
          </a:prstGeom>
          <a:solidFill>
            <a:srgbClr val="16305B"/>
          </a:solidFill>
          <a:ln w="12700">
            <a:solidFill>
              <a:srgbClr val="16305B"/>
            </a:solidFill>
            <a:prstDash val="solid"/>
          </a:ln>
        </p:spPr>
      </p:sp>
      <p:sp>
        <p:nvSpPr>
          <p:cNvPr id="37" name="Text 35"/>
          <p:cNvSpPr txBox="1"/>
          <p:nvPr/>
        </p:nvSpPr>
        <p:spPr>
          <a:xfrm>
            <a:off x="74386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38" name="Text 36"/>
          <p:cNvSpPr txBox="1"/>
          <p:nvPr/>
        </p:nvSpPr>
        <p:spPr>
          <a:xfrm>
            <a:off x="77495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결과 저장</a:t>
            </a:r>
            <a:endParaRPr lang="en-US" sz="1050" dirty="0"/>
          </a:p>
        </p:txBody>
      </p:sp>
      <p:sp>
        <p:nvSpPr>
          <p:cNvPr id="39" name="Text 37"/>
          <p:cNvSpPr txBox="1"/>
          <p:nvPr/>
        </p:nvSpPr>
        <p:spPr>
          <a:xfrm>
            <a:off x="74386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2C4E82"/>
                </a:solidFill>
                <a:latin typeface="Consolas" pitchFamily="34" charset="0"/>
                <a:ea typeface="Consolas" pitchFamily="34" charset="-122"/>
                <a:cs typeface="Consolas" pitchFamily="34" charset="-120"/>
              </a:rPr>
              <a:t>result_parser.py</a:t>
            </a:r>
            <a:endParaRPr lang="en-US" sz="850" dirty="0"/>
          </a:p>
        </p:txBody>
      </p:sp>
      <p:sp>
        <p:nvSpPr>
          <p:cNvPr id="40" name="Text 38"/>
          <p:cNvSpPr txBox="1"/>
          <p:nvPr/>
        </p:nvSpPr>
        <p:spPr>
          <a:xfrm>
            <a:off x="74386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응답 7개 산출</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결과 누적</a:t>
            </a:r>
            <a:endParaRPr lang="en-US" sz="850" dirty="0"/>
          </a:p>
        </p:txBody>
      </p:sp>
      <p:sp>
        <p:nvSpPr>
          <p:cNvPr id="41" name="Shape 39"/>
          <p:cNvSpPr/>
          <p:nvPr/>
        </p:nvSpPr>
        <p:spPr>
          <a:xfrm>
            <a:off x="10437876" y="2359152"/>
            <a:ext cx="0" cy="310896"/>
          </a:xfrm>
          <a:prstGeom prst="line">
            <a:avLst/>
          </a:prstGeom>
          <a:noFill/>
          <a:ln w="12700">
            <a:solidFill>
              <a:srgbClr val="9FB0C6"/>
            </a:solidFill>
            <a:prstDash val="solid"/>
            <a:tailEnd type="triangle"/>
          </a:ln>
        </p:spPr>
      </p:sp>
      <p:sp>
        <p:nvSpPr>
          <p:cNvPr id="42" name="Shape 40"/>
          <p:cNvSpPr/>
          <p:nvPr/>
        </p:nvSpPr>
        <p:spPr>
          <a:xfrm>
            <a:off x="9500616" y="2670048"/>
            <a:ext cx="1874520" cy="1298448"/>
          </a:xfrm>
          <a:prstGeom prst="roundRect">
            <a:avLst>
              <a:gd name="adj" fmla="val 4930"/>
            </a:avLst>
          </a:prstGeom>
          <a:solidFill>
            <a:srgbClr val="FFFFFF"/>
          </a:solidFill>
          <a:ln w="19050">
            <a:solidFill>
              <a:srgbClr val="00A3C4"/>
            </a:solidFill>
            <a:prstDash val="solid"/>
          </a:ln>
          <a:effectLst>
            <a:outerShdw sx="100000" sy="100000" kx="0" ky="0" algn="bl" rotWithShape="0" blurRad="101600" dist="12700" dir="5400000">
              <a:srgbClr val="9AA8BC">
                <a:alpha val="18000"/>
              </a:srgbClr>
            </a:outerShdw>
          </a:effectLst>
        </p:spPr>
      </p:sp>
      <p:sp>
        <p:nvSpPr>
          <p:cNvPr id="43" name="Shape 41"/>
          <p:cNvSpPr/>
          <p:nvPr/>
        </p:nvSpPr>
        <p:spPr>
          <a:xfrm>
            <a:off x="9610344" y="2779776"/>
            <a:ext cx="256032" cy="256032"/>
          </a:xfrm>
          <a:prstGeom prst="ellipse">
            <a:avLst/>
          </a:prstGeom>
          <a:solidFill>
            <a:srgbClr val="00A3C4"/>
          </a:solidFill>
          <a:ln w="12700">
            <a:solidFill>
              <a:srgbClr val="00A3C4"/>
            </a:solidFill>
            <a:prstDash val="solid"/>
          </a:ln>
        </p:spPr>
      </p:sp>
      <p:sp>
        <p:nvSpPr>
          <p:cNvPr id="44" name="Text 42"/>
          <p:cNvSpPr txBox="1"/>
          <p:nvPr/>
        </p:nvSpPr>
        <p:spPr>
          <a:xfrm>
            <a:off x="9610344" y="277977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45" name="Text 43"/>
          <p:cNvSpPr txBox="1"/>
          <p:nvPr/>
        </p:nvSpPr>
        <p:spPr>
          <a:xfrm>
            <a:off x="9921240" y="2761488"/>
            <a:ext cx="1417320" cy="292608"/>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선별 · 학습</a:t>
            </a:r>
            <a:endParaRPr lang="en-US" sz="1050" dirty="0"/>
          </a:p>
        </p:txBody>
      </p:sp>
      <p:sp>
        <p:nvSpPr>
          <p:cNvPr id="46" name="Text 44"/>
          <p:cNvSpPr txBox="1"/>
          <p:nvPr/>
        </p:nvSpPr>
        <p:spPr>
          <a:xfrm>
            <a:off x="9610344" y="3108960"/>
            <a:ext cx="1691640" cy="347472"/>
          </a:xfrm>
          <a:prstGeom prst="rect">
            <a:avLst/>
          </a:prstGeom>
          <a:noFill/>
          <a:ln/>
        </p:spPr>
        <p:txBody>
          <a:bodyPr wrap="square" lIns="0" tIns="0" rIns="0" bIns="0" rtlCol="0" anchor="ctr"/>
          <a:lstStyle/>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DSD_analysis.py</a:t>
            </a:r>
            <a:endParaRPr lang="en-US" sz="850" dirty="0"/>
          </a:p>
          <a:p>
            <a:pPr indent="0" marL="0">
              <a:lnSpc>
                <a:spcPct val="100000"/>
              </a:lnSpc>
              <a:buNone/>
            </a:pPr>
            <a:r>
              <a:rPr lang="en-US" sz="850" b="1" dirty="0">
                <a:solidFill>
                  <a:srgbClr val="0088A6"/>
                </a:solidFill>
                <a:latin typeface="Consolas" pitchFamily="34" charset="0"/>
                <a:ea typeface="Consolas" pitchFamily="34" charset="-122"/>
                <a:cs typeface="Consolas" pitchFamily="34" charset="-120"/>
              </a:rPr>
              <a:t>ML.py</a:t>
            </a:r>
            <a:endParaRPr lang="en-US" sz="850" dirty="0"/>
          </a:p>
        </p:txBody>
      </p:sp>
      <p:sp>
        <p:nvSpPr>
          <p:cNvPr id="47" name="Text 45"/>
          <p:cNvSpPr txBox="1"/>
          <p:nvPr/>
        </p:nvSpPr>
        <p:spPr>
          <a:xfrm>
            <a:off x="9610344" y="3474720"/>
            <a:ext cx="1691640" cy="438912"/>
          </a:xfrm>
          <a:prstGeom prst="rect">
            <a:avLst/>
          </a:prstGeom>
          <a:noFill/>
          <a:ln/>
        </p:spPr>
        <p:txBody>
          <a:bodyPr wrap="square" lIns="0" tIns="0" rIns="0" bIns="0" rtlCol="0" anchor="ctr"/>
          <a:lstStyle/>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선별 판정</a:t>
            </a:r>
            <a:endParaRPr lang="en-US" sz="850" dirty="0"/>
          </a:p>
          <a:p>
            <a:pPr indent="0" marL="0">
              <a:lnSpc>
                <a:spcPct val="110000"/>
              </a:lnSpc>
              <a:buNone/>
            </a:pPr>
            <a:r>
              <a:rPr lang="en-US" sz="850" dirty="0">
                <a:solidFill>
                  <a:srgbClr val="1C2733"/>
                </a:solidFill>
                <a:latin typeface="Malgun Gothic" pitchFamily="34" charset="0"/>
                <a:ea typeface="Malgun Gothic" pitchFamily="34" charset="-122"/>
                <a:cs typeface="Malgun Gothic" pitchFamily="34" charset="-120"/>
              </a:rPr>
              <a:t>GPR 모델 7개</a:t>
            </a:r>
            <a:endParaRPr lang="en-US" sz="850" dirty="0"/>
          </a:p>
        </p:txBody>
      </p:sp>
      <p:sp>
        <p:nvSpPr>
          <p:cNvPr id="48" name="Shape 46"/>
          <p:cNvSpPr/>
          <p:nvPr/>
        </p:nvSpPr>
        <p:spPr>
          <a:xfrm>
            <a:off x="2724912" y="3392424"/>
            <a:ext cx="224028" cy="0"/>
          </a:xfrm>
          <a:prstGeom prst="line">
            <a:avLst/>
          </a:prstGeom>
          <a:noFill/>
          <a:ln w="19050">
            <a:solidFill>
              <a:srgbClr val="00A3C4"/>
            </a:solidFill>
            <a:prstDash val="solid"/>
            <a:tailEnd type="triangle"/>
          </a:ln>
        </p:spPr>
      </p:sp>
      <p:sp>
        <p:nvSpPr>
          <p:cNvPr id="49" name="Text 47"/>
          <p:cNvSpPr txBox="1"/>
          <p:nvPr/>
        </p:nvSpPr>
        <p:spPr>
          <a:xfrm>
            <a:off x="25054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설계값</a:t>
            </a:r>
            <a:endParaRPr lang="en-US" sz="700" dirty="0"/>
          </a:p>
        </p:txBody>
      </p:sp>
      <p:sp>
        <p:nvSpPr>
          <p:cNvPr id="50" name="Shape 48"/>
          <p:cNvSpPr/>
          <p:nvPr/>
        </p:nvSpPr>
        <p:spPr>
          <a:xfrm>
            <a:off x="4896612" y="3392424"/>
            <a:ext cx="224028" cy="0"/>
          </a:xfrm>
          <a:prstGeom prst="line">
            <a:avLst/>
          </a:prstGeom>
          <a:noFill/>
          <a:ln w="19050">
            <a:solidFill>
              <a:srgbClr val="00A3C4"/>
            </a:solidFill>
            <a:prstDash val="solid"/>
            <a:tailEnd type="triangle"/>
          </a:ln>
        </p:spPr>
      </p:sp>
      <p:sp>
        <p:nvSpPr>
          <p:cNvPr id="51" name="Text 49"/>
          <p:cNvSpPr txBox="1"/>
          <p:nvPr/>
        </p:nvSpPr>
        <p:spPr>
          <a:xfrm>
            <a:off x="46771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STEP</a:t>
            </a:r>
            <a:endParaRPr lang="en-US" sz="700" dirty="0"/>
          </a:p>
        </p:txBody>
      </p:sp>
      <p:sp>
        <p:nvSpPr>
          <p:cNvPr id="52" name="Shape 50"/>
          <p:cNvSpPr/>
          <p:nvPr/>
        </p:nvSpPr>
        <p:spPr>
          <a:xfrm>
            <a:off x="7068312" y="3392424"/>
            <a:ext cx="224028" cy="0"/>
          </a:xfrm>
          <a:prstGeom prst="line">
            <a:avLst/>
          </a:prstGeom>
          <a:noFill/>
          <a:ln w="19050">
            <a:solidFill>
              <a:srgbClr val="00A3C4"/>
            </a:solidFill>
            <a:prstDash val="solid"/>
            <a:tailEnd type="triangle"/>
          </a:ln>
        </p:spPr>
      </p:sp>
      <p:sp>
        <p:nvSpPr>
          <p:cNvPr id="53" name="Text 51"/>
          <p:cNvSpPr txBox="1"/>
          <p:nvPr/>
        </p:nvSpPr>
        <p:spPr>
          <a:xfrm>
            <a:off x="68488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CSV</a:t>
            </a:r>
            <a:endParaRPr lang="en-US" sz="700" dirty="0"/>
          </a:p>
        </p:txBody>
      </p:sp>
      <p:sp>
        <p:nvSpPr>
          <p:cNvPr id="54" name="Shape 52"/>
          <p:cNvSpPr/>
          <p:nvPr/>
        </p:nvSpPr>
        <p:spPr>
          <a:xfrm>
            <a:off x="9240012" y="3392424"/>
            <a:ext cx="224028" cy="0"/>
          </a:xfrm>
          <a:prstGeom prst="line">
            <a:avLst/>
          </a:prstGeom>
          <a:noFill/>
          <a:ln w="19050">
            <a:solidFill>
              <a:srgbClr val="00A3C4"/>
            </a:solidFill>
            <a:prstDash val="solid"/>
            <a:tailEnd type="triangle"/>
          </a:ln>
        </p:spPr>
      </p:sp>
      <p:sp>
        <p:nvSpPr>
          <p:cNvPr id="55" name="Text 53"/>
          <p:cNvSpPr txBox="1"/>
          <p:nvPr/>
        </p:nvSpPr>
        <p:spPr>
          <a:xfrm>
            <a:off x="9020556" y="3136392"/>
            <a:ext cx="662940" cy="201168"/>
          </a:xfrm>
          <a:prstGeom prst="rect">
            <a:avLst/>
          </a:prstGeom>
          <a:noFill/>
          <a:ln/>
        </p:spPr>
        <p:txBody>
          <a:bodyPr wrap="square" lIns="0" tIns="0" rIns="0" bIns="0" rtlCol="0" anchor="ctr"/>
          <a:lstStyle/>
          <a:p>
            <a:pPr algn="ctr" indent="0" marL="0">
              <a:buNone/>
            </a:pPr>
            <a:r>
              <a:rPr lang="en-US" sz="700" b="1" dirty="0">
                <a:solidFill>
                  <a:srgbClr val="0088A6"/>
                </a:solidFill>
                <a:latin typeface="Malgun Gothic" pitchFamily="34" charset="0"/>
                <a:ea typeface="Malgun Gothic" pitchFamily="34" charset="-122"/>
                <a:cs typeface="Malgun Gothic" pitchFamily="34" charset="-120"/>
              </a:rPr>
              <a:t>결과표</a:t>
            </a:r>
            <a:endParaRPr lang="en-US" sz="700" dirty="0"/>
          </a:p>
        </p:txBody>
      </p:sp>
      <p:sp>
        <p:nvSpPr>
          <p:cNvPr id="56" name="Shape 54"/>
          <p:cNvSpPr/>
          <p:nvPr/>
        </p:nvSpPr>
        <p:spPr>
          <a:xfrm>
            <a:off x="1751076" y="3968496"/>
            <a:ext cx="0" cy="256032"/>
          </a:xfrm>
          <a:prstGeom prst="line">
            <a:avLst/>
          </a:prstGeom>
          <a:noFill/>
          <a:ln w="12700">
            <a:solidFill>
              <a:srgbClr val="C3CDDA"/>
            </a:solidFill>
            <a:prstDash val="dash"/>
            <a:tailEnd type="triangle"/>
          </a:ln>
        </p:spPr>
      </p:sp>
      <p:sp>
        <p:nvSpPr>
          <p:cNvPr id="57" name="Shape 55"/>
          <p:cNvSpPr/>
          <p:nvPr/>
        </p:nvSpPr>
        <p:spPr>
          <a:xfrm>
            <a:off x="923544" y="4224528"/>
            <a:ext cx="1655064" cy="402336"/>
          </a:xfrm>
          <a:prstGeom prst="roundRect">
            <a:avLst>
              <a:gd name="adj" fmla="val 18182"/>
            </a:avLst>
          </a:prstGeom>
          <a:solidFill>
            <a:srgbClr val="F7F9FC"/>
          </a:solidFill>
          <a:ln w="9525">
            <a:solidFill>
              <a:srgbClr val="DDE3EB"/>
            </a:solidFill>
            <a:prstDash val="dash"/>
          </a:ln>
        </p:spPr>
      </p:sp>
      <p:sp>
        <p:nvSpPr>
          <p:cNvPr id="58" name="Text 56"/>
          <p:cNvSpPr txBox="1"/>
          <p:nvPr/>
        </p:nvSpPr>
        <p:spPr>
          <a:xfrm>
            <a:off x="9235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params.py · 변수 정의</a:t>
            </a:r>
            <a:endParaRPr lang="en-US" sz="880" dirty="0"/>
          </a:p>
        </p:txBody>
      </p:sp>
      <p:sp>
        <p:nvSpPr>
          <p:cNvPr id="59" name="Shape 57"/>
          <p:cNvSpPr/>
          <p:nvPr/>
        </p:nvSpPr>
        <p:spPr>
          <a:xfrm>
            <a:off x="3922776" y="3968496"/>
            <a:ext cx="0" cy="256032"/>
          </a:xfrm>
          <a:prstGeom prst="line">
            <a:avLst/>
          </a:prstGeom>
          <a:noFill/>
          <a:ln w="12700">
            <a:solidFill>
              <a:srgbClr val="16305B"/>
            </a:solidFill>
            <a:prstDash val="solid"/>
            <a:headEnd type="triangle"/>
            <a:tailEnd type="triangle"/>
          </a:ln>
        </p:spPr>
      </p:sp>
      <p:sp>
        <p:nvSpPr>
          <p:cNvPr id="60" name="Text 58"/>
          <p:cNvSpPr txBox="1"/>
          <p:nvPr/>
        </p:nvSpPr>
        <p:spPr>
          <a:xfrm>
            <a:off x="39867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COM API</a:t>
            </a:r>
            <a:endParaRPr lang="en-US" sz="750" dirty="0"/>
          </a:p>
        </p:txBody>
      </p:sp>
      <p:sp>
        <p:nvSpPr>
          <p:cNvPr id="61" name="Shape 59"/>
          <p:cNvSpPr/>
          <p:nvPr/>
        </p:nvSpPr>
        <p:spPr>
          <a:xfrm>
            <a:off x="3095244" y="4224528"/>
            <a:ext cx="1655064" cy="402336"/>
          </a:xfrm>
          <a:prstGeom prst="roundRect">
            <a:avLst>
              <a:gd name="adj" fmla="val 18182"/>
            </a:avLst>
          </a:prstGeom>
          <a:solidFill>
            <a:srgbClr val="E4EAF2"/>
          </a:solidFill>
          <a:ln w="9525">
            <a:solidFill>
              <a:srgbClr val="B9C7D8"/>
            </a:solidFill>
            <a:prstDash val="solid"/>
          </a:ln>
        </p:spPr>
      </p:sp>
      <p:sp>
        <p:nvSpPr>
          <p:cNvPr id="62" name="Text 60"/>
          <p:cNvSpPr txBox="1"/>
          <p:nvPr/>
        </p:nvSpPr>
        <p:spPr>
          <a:xfrm>
            <a:off x="30952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SolidWorks</a:t>
            </a:r>
            <a:endParaRPr lang="en-US" sz="880" dirty="0"/>
          </a:p>
        </p:txBody>
      </p:sp>
      <p:sp>
        <p:nvSpPr>
          <p:cNvPr id="63" name="Shape 61"/>
          <p:cNvSpPr/>
          <p:nvPr/>
        </p:nvSpPr>
        <p:spPr>
          <a:xfrm>
            <a:off x="6094476" y="3968496"/>
            <a:ext cx="0" cy="256032"/>
          </a:xfrm>
          <a:prstGeom prst="line">
            <a:avLst/>
          </a:prstGeom>
          <a:noFill/>
          <a:ln w="12700">
            <a:solidFill>
              <a:srgbClr val="16305B"/>
            </a:solidFill>
            <a:prstDash val="solid"/>
            <a:headEnd type="triangle"/>
            <a:tailEnd type="triangle"/>
          </a:ln>
        </p:spPr>
      </p:sp>
      <p:sp>
        <p:nvSpPr>
          <p:cNvPr id="64" name="Text 62"/>
          <p:cNvSpPr txBox="1"/>
          <p:nvPr/>
        </p:nvSpPr>
        <p:spPr>
          <a:xfrm>
            <a:off x="6158484" y="3986784"/>
            <a:ext cx="914400" cy="219456"/>
          </a:xfrm>
          <a:prstGeom prst="rect">
            <a:avLst/>
          </a:prstGeom>
          <a:noFill/>
          <a:ln/>
        </p:spPr>
        <p:txBody>
          <a:bodyPr wrap="square" lIns="0" tIns="0" rIns="0" bIns="0" rtlCol="0" anchor="ctr"/>
          <a:lstStyle/>
          <a:p>
            <a:pPr indent="0" marL="0">
              <a:buNone/>
            </a:pPr>
            <a:r>
              <a:rPr lang="en-US" sz="750" dirty="0">
                <a:solidFill>
                  <a:srgbClr val="6B7A8F"/>
                </a:solidFill>
                <a:latin typeface="Consolas" pitchFamily="34" charset="0"/>
                <a:ea typeface="Consolas" pitchFamily="34" charset="-122"/>
                <a:cs typeface="Consolas" pitchFamily="34" charset="-120"/>
              </a:rPr>
              <a:t>PyAEDT</a:t>
            </a:r>
            <a:endParaRPr lang="en-US" sz="750" dirty="0"/>
          </a:p>
        </p:txBody>
      </p:sp>
      <p:sp>
        <p:nvSpPr>
          <p:cNvPr id="65" name="Shape 63"/>
          <p:cNvSpPr/>
          <p:nvPr/>
        </p:nvSpPr>
        <p:spPr>
          <a:xfrm>
            <a:off x="5266944" y="4224528"/>
            <a:ext cx="1655064" cy="402336"/>
          </a:xfrm>
          <a:prstGeom prst="roundRect">
            <a:avLst>
              <a:gd name="adj" fmla="val 18182"/>
            </a:avLst>
          </a:prstGeom>
          <a:solidFill>
            <a:srgbClr val="E4EAF2"/>
          </a:solidFill>
          <a:ln w="9525">
            <a:solidFill>
              <a:srgbClr val="B9C7D8"/>
            </a:solidFill>
            <a:prstDash val="solid"/>
          </a:ln>
        </p:spPr>
      </p:sp>
      <p:sp>
        <p:nvSpPr>
          <p:cNvPr id="66" name="Text 64"/>
          <p:cNvSpPr txBox="1"/>
          <p:nvPr/>
        </p:nvSpPr>
        <p:spPr>
          <a:xfrm>
            <a:off x="52669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Ansys Icepak</a:t>
            </a:r>
            <a:endParaRPr lang="en-US" sz="880" dirty="0"/>
          </a:p>
        </p:txBody>
      </p:sp>
      <p:sp>
        <p:nvSpPr>
          <p:cNvPr id="67" name="Shape 65"/>
          <p:cNvSpPr/>
          <p:nvPr/>
        </p:nvSpPr>
        <p:spPr>
          <a:xfrm>
            <a:off x="8266176" y="3968496"/>
            <a:ext cx="0" cy="256032"/>
          </a:xfrm>
          <a:prstGeom prst="line">
            <a:avLst/>
          </a:prstGeom>
          <a:noFill/>
          <a:ln w="12700">
            <a:solidFill>
              <a:srgbClr val="C3CDDA"/>
            </a:solidFill>
            <a:prstDash val="dash"/>
            <a:tailEnd type="triangle"/>
          </a:ln>
        </p:spPr>
      </p:sp>
      <p:sp>
        <p:nvSpPr>
          <p:cNvPr id="68" name="Shape 66"/>
          <p:cNvSpPr/>
          <p:nvPr/>
        </p:nvSpPr>
        <p:spPr>
          <a:xfrm>
            <a:off x="7438644" y="4224528"/>
            <a:ext cx="1655064" cy="402336"/>
          </a:xfrm>
          <a:prstGeom prst="roundRect">
            <a:avLst>
              <a:gd name="adj" fmla="val 18182"/>
            </a:avLst>
          </a:prstGeom>
          <a:solidFill>
            <a:srgbClr val="F7F9FC"/>
          </a:solidFill>
          <a:ln w="9525">
            <a:solidFill>
              <a:srgbClr val="DDE3EB"/>
            </a:solidFill>
            <a:prstDash val="dash"/>
          </a:ln>
        </p:spPr>
      </p:sp>
      <p:sp>
        <p:nvSpPr>
          <p:cNvPr id="69" name="Text 67"/>
          <p:cNvSpPr txBox="1"/>
          <p:nvPr/>
        </p:nvSpPr>
        <p:spPr>
          <a:xfrm>
            <a:off x="7438644" y="4224528"/>
            <a:ext cx="1655064" cy="402336"/>
          </a:xfrm>
          <a:prstGeom prst="rect">
            <a:avLst/>
          </a:prstGeom>
          <a:noFill/>
          <a:ln/>
        </p:spPr>
        <p:txBody>
          <a:bodyPr wrap="square" lIns="0" tIns="0" rIns="0" bIns="0" rtlCol="0" anchor="ctr"/>
          <a:lstStyle/>
          <a:p>
            <a:pPr algn="ctr" indent="0" marL="0">
              <a:buNone/>
            </a:pPr>
            <a:r>
              <a:rPr lang="en-US" sz="880" b="1" dirty="0">
                <a:solidFill>
                  <a:srgbClr val="16305B"/>
                </a:solidFill>
                <a:latin typeface="Malgun Gothic" pitchFamily="34" charset="0"/>
                <a:ea typeface="Malgun Gothic" pitchFamily="34" charset="-122"/>
                <a:cs typeface="Malgun Gothic" pitchFamily="34" charset="-120"/>
              </a:rPr>
              <a:t>결과 데이터셋</a:t>
            </a:r>
            <a:endParaRPr lang="en-US" sz="880" dirty="0"/>
          </a:p>
        </p:txBody>
      </p:sp>
      <p:sp>
        <p:nvSpPr>
          <p:cNvPr id="70" name="Shape 68"/>
          <p:cNvSpPr/>
          <p:nvPr/>
        </p:nvSpPr>
        <p:spPr>
          <a:xfrm>
            <a:off x="10437876" y="3968496"/>
            <a:ext cx="0" cy="256032"/>
          </a:xfrm>
          <a:prstGeom prst="line">
            <a:avLst/>
          </a:prstGeom>
          <a:noFill/>
          <a:ln w="12700">
            <a:solidFill>
              <a:srgbClr val="C3CDDA"/>
            </a:solidFill>
            <a:prstDash val="dash"/>
            <a:tailEnd type="triangle"/>
          </a:ln>
        </p:spPr>
      </p:sp>
      <p:sp>
        <p:nvSpPr>
          <p:cNvPr id="71" name="Shape 69"/>
          <p:cNvSpPr/>
          <p:nvPr/>
        </p:nvSpPr>
        <p:spPr>
          <a:xfrm>
            <a:off x="9610344" y="4224528"/>
            <a:ext cx="1655064" cy="402336"/>
          </a:xfrm>
          <a:prstGeom prst="roundRect">
            <a:avLst>
              <a:gd name="adj" fmla="val 18182"/>
            </a:avLst>
          </a:prstGeom>
          <a:solidFill>
            <a:srgbClr val="E8F6FA"/>
          </a:solidFill>
          <a:ln w="9525">
            <a:solidFill>
              <a:srgbClr val="00A3C4"/>
            </a:solidFill>
            <a:prstDash val="dash"/>
          </a:ln>
        </p:spPr>
      </p:sp>
      <p:sp>
        <p:nvSpPr>
          <p:cNvPr id="72" name="Text 70"/>
          <p:cNvSpPr txBox="1"/>
          <p:nvPr/>
        </p:nvSpPr>
        <p:spPr>
          <a:xfrm>
            <a:off x="9610344" y="4224528"/>
            <a:ext cx="1655064" cy="402336"/>
          </a:xfrm>
          <a:prstGeom prst="rect">
            <a:avLst/>
          </a:prstGeom>
          <a:noFill/>
          <a:ln/>
        </p:spPr>
        <p:txBody>
          <a:bodyPr wrap="square" lIns="0" tIns="0" rIns="0" bIns="0" rtlCol="0" anchor="ctr"/>
          <a:lstStyle/>
          <a:p>
            <a:pPr algn="ctr" indent="0" marL="0">
              <a:buNone/>
            </a:pPr>
            <a:r>
              <a:rPr lang="en-US" sz="880" b="1" dirty="0">
                <a:solidFill>
                  <a:srgbClr val="0088A6"/>
                </a:solidFill>
                <a:latin typeface="Malgun Gothic" pitchFamily="34" charset="0"/>
                <a:ea typeface="Malgun Gothic" pitchFamily="34" charset="-122"/>
                <a:cs typeface="Malgun Gothic" pitchFamily="34" charset="-120"/>
              </a:rPr>
              <a:t>활성 변수 · 대리모델</a:t>
            </a:r>
            <a:endParaRPr lang="en-US" sz="880" dirty="0"/>
          </a:p>
        </p:txBody>
      </p:sp>
      <p:sp>
        <p:nvSpPr>
          <p:cNvPr id="73" name="Shape 71"/>
          <p:cNvSpPr/>
          <p:nvPr/>
        </p:nvSpPr>
        <p:spPr>
          <a:xfrm>
            <a:off x="813816" y="4818888"/>
            <a:ext cx="10561320" cy="0"/>
          </a:xfrm>
          <a:prstGeom prst="line">
            <a:avLst/>
          </a:prstGeom>
          <a:noFill/>
          <a:ln w="9525">
            <a:solidFill>
              <a:srgbClr val="DDE3EB"/>
            </a:solidFill>
            <a:prstDash val="solid"/>
          </a:ln>
        </p:spPr>
      </p:sp>
      <p:sp>
        <p:nvSpPr>
          <p:cNvPr id="74" name="Text 72"/>
          <p:cNvSpPr txBox="1"/>
          <p:nvPr/>
        </p:nvSpPr>
        <p:spPr>
          <a:xfrm>
            <a:off x="813816" y="4892040"/>
            <a:ext cx="10561320" cy="274320"/>
          </a:xfrm>
          <a:prstGeom prst="rect">
            <a:avLst/>
          </a:prstGeom>
          <a:noFill/>
          <a:ln/>
        </p:spPr>
        <p:txBody>
          <a:bodyPr wrap="square" lIns="0" tIns="0" rIns="0" bIns="0" rtlCol="0" anchor="ctr"/>
          <a:lstStyle/>
          <a:p>
            <a:pPr indent="0" marL="0">
              <a:buNone/>
            </a:pPr>
            <a:r>
              <a:rPr lang="en-US" sz="930" b="1" dirty="0">
                <a:solidFill>
                  <a:srgbClr val="16305B"/>
                </a:solidFill>
                <a:latin typeface="Consolas" pitchFamily="34" charset="0"/>
                <a:ea typeface="Consolas" pitchFamily="34" charset="-122"/>
                <a:cs typeface="Consolas" pitchFamily="34" charset="-120"/>
              </a:rPr>
              <a:t>paths.py</a:t>
            </a:r>
            <a:pPr indent="0" marL="0">
              <a:buNone/>
            </a:pPr>
            <a:r>
              <a:rPr lang="en-US" sz="930" dirty="0">
                <a:solidFill>
                  <a:srgbClr val="6B7A8F"/>
                </a:solidFill>
                <a:latin typeface="Malgun Gothic" pitchFamily="34" charset="0"/>
                <a:ea typeface="Malgun Gothic" pitchFamily="34" charset="-122"/>
                <a:cs typeface="Malgun Gothic" pitchFamily="34" charset="-120"/>
              </a:rPr>
              <a:t>   경로 일원화      </a:t>
            </a:r>
            <a:pPr indent="0" marL="0">
              <a:buNone/>
            </a:pPr>
            <a:r>
              <a:rPr lang="en-US" sz="930" b="1" dirty="0">
                <a:solidFill>
                  <a:srgbClr val="16305B"/>
                </a:solidFill>
                <a:latin typeface="Consolas" pitchFamily="34" charset="0"/>
                <a:ea typeface="Consolas" pitchFamily="34" charset="-122"/>
                <a:cs typeface="Consolas" pitchFamily="34" charset="-120"/>
              </a:rPr>
              <a:t>responses.py</a:t>
            </a:r>
            <a:pPr indent="0" marL="0">
              <a:buNone/>
            </a:pPr>
            <a:r>
              <a:rPr lang="en-US" sz="930" dirty="0">
                <a:solidFill>
                  <a:srgbClr val="6B7A8F"/>
                </a:solidFill>
                <a:latin typeface="Malgun Gothic" pitchFamily="34" charset="0"/>
                <a:ea typeface="Malgun Gothic" pitchFamily="34" charset="-122"/>
                <a:cs typeface="Malgun Gothic" pitchFamily="34" charset="-120"/>
              </a:rPr>
              <a:t>   목적함수 · 제약조건 목록 일원화</a:t>
            </a:r>
            <a:endParaRPr lang="en-US" sz="930" dirty="0"/>
          </a:p>
        </p:txBody>
      </p:sp>
      <p:sp>
        <p:nvSpPr>
          <p:cNvPr id="75" name="Shape 7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6" name="Shape 74"/>
          <p:cNvSpPr/>
          <p:nvPr/>
        </p:nvSpPr>
        <p:spPr>
          <a:xfrm>
            <a:off x="832104" y="5724144"/>
            <a:ext cx="64008" cy="164592"/>
          </a:xfrm>
          <a:prstGeom prst="rect">
            <a:avLst/>
          </a:prstGeom>
          <a:solidFill>
            <a:srgbClr val="00A3C4"/>
          </a:solidFill>
          <a:ln w="12700">
            <a:solidFill>
              <a:srgbClr val="00A3C4"/>
            </a:solidFill>
            <a:prstDash val="solid"/>
          </a:ln>
        </p:spPr>
      </p:sp>
      <p:sp>
        <p:nvSpPr>
          <p:cNvPr id="77" name="Text 7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단계별 자동 진행</a:t>
            </a:r>
            <a:endParaRPr lang="en-US" sz="1050" dirty="0"/>
          </a:p>
        </p:txBody>
      </p:sp>
      <p:sp>
        <p:nvSpPr>
          <p:cNvPr id="78" name="Text 7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선별이 끝나면 판정을 확인한 뒤 2단계로 진행</a:t>
            </a:r>
            <a:endParaRPr lang="en-US" sz="950" dirty="0"/>
          </a:p>
        </p:txBody>
      </p:sp>
      <p:sp>
        <p:nvSpPr>
          <p:cNvPr id="79" name="Shape 77"/>
          <p:cNvSpPr/>
          <p:nvPr/>
        </p:nvSpPr>
        <p:spPr>
          <a:xfrm>
            <a:off x="4489704" y="5724144"/>
            <a:ext cx="64008" cy="164592"/>
          </a:xfrm>
          <a:prstGeom prst="rect">
            <a:avLst/>
          </a:prstGeom>
          <a:solidFill>
            <a:srgbClr val="00A3C4"/>
          </a:solidFill>
          <a:ln w="12700">
            <a:solidFill>
              <a:srgbClr val="00A3C4"/>
            </a:solidFill>
            <a:prstDash val="solid"/>
          </a:ln>
        </p:spPr>
      </p:sp>
      <p:sp>
        <p:nvSpPr>
          <p:cNvPr id="80" name="Text 7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판정 규칙 코드화</a:t>
            </a:r>
            <a:endParaRPr lang="en-US" sz="1050" dirty="0"/>
          </a:p>
        </p:txBody>
      </p:sp>
      <p:sp>
        <p:nvSpPr>
          <p:cNvPr id="81" name="Text 7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사전 고정 규칙을 코드에 명시 — 임의 변경 차단</a:t>
            </a:r>
            <a:endParaRPr lang="en-US" sz="950" dirty="0"/>
          </a:p>
        </p:txBody>
      </p:sp>
      <p:sp>
        <p:nvSpPr>
          <p:cNvPr id="82" name="Shape 80"/>
          <p:cNvSpPr/>
          <p:nvPr/>
        </p:nvSpPr>
        <p:spPr>
          <a:xfrm>
            <a:off x="8147304" y="5724144"/>
            <a:ext cx="64008" cy="164592"/>
          </a:xfrm>
          <a:prstGeom prst="rect">
            <a:avLst/>
          </a:prstGeom>
          <a:solidFill>
            <a:srgbClr val="00A3C4"/>
          </a:solidFill>
          <a:ln w="12700">
            <a:solidFill>
              <a:srgbClr val="00A3C4"/>
            </a:solidFill>
            <a:prstDash val="solid"/>
          </a:ln>
        </p:spPr>
      </p:sp>
      <p:sp>
        <p:nvSpPr>
          <p:cNvPr id="83" name="Text 8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모듈 분리 구조</a:t>
            </a:r>
            <a:endParaRPr lang="en-US" sz="1050" dirty="0"/>
          </a:p>
        </p:txBody>
      </p:sp>
      <p:sp>
        <p:nvSpPr>
          <p:cNvPr id="84" name="Text 8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 · 해석 · 결과 · 학습 모듈을 독립적으로 교체</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형상 자동 빌드 및 중량 산출 — SolidWorks</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Equation Manager 기반 형상 빌드</a:t>
            </a:r>
            <a:endParaRPr lang="en-US" sz="1300" dirty="0"/>
          </a:p>
        </p:txBody>
      </p:sp>
      <p:sp>
        <p:nvSpPr>
          <p:cNvPr id="9" name="Shape 7"/>
          <p:cNvSpPr/>
          <p:nvPr/>
        </p:nvSpPr>
        <p:spPr>
          <a:xfrm>
            <a:off x="813816" y="1920240"/>
            <a:ext cx="1463040" cy="420624"/>
          </a:xfrm>
          <a:prstGeom prst="roundRect">
            <a:avLst>
              <a:gd name="adj" fmla="val 15217"/>
            </a:avLst>
          </a:prstGeom>
          <a:solidFill>
            <a:srgbClr val="16305B"/>
          </a:solidFill>
          <a:ln w="9525">
            <a:solidFill>
              <a:srgbClr val="16305B"/>
            </a:solidFill>
            <a:prstDash val="solid"/>
          </a:ln>
        </p:spPr>
      </p:sp>
      <p:sp>
        <p:nvSpPr>
          <p:cNvPr id="10" name="Text 8"/>
          <p:cNvSpPr txBox="1"/>
          <p:nvPr/>
        </p:nvSpPr>
        <p:spPr>
          <a:xfrm>
            <a:off x="813816" y="1920240"/>
            <a:ext cx="1463040" cy="420624"/>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전역변수 갱신</a:t>
            </a:r>
            <a:endParaRPr lang="en-US" sz="900" dirty="0"/>
          </a:p>
        </p:txBody>
      </p:sp>
      <p:sp>
        <p:nvSpPr>
          <p:cNvPr id="11" name="Text 9"/>
          <p:cNvSpPr txBox="1"/>
          <p:nvPr/>
        </p:nvSpPr>
        <p:spPr>
          <a:xfrm>
            <a:off x="2276856"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2" name="Shape 10"/>
          <p:cNvSpPr/>
          <p:nvPr/>
        </p:nvSpPr>
        <p:spPr>
          <a:xfrm>
            <a:off x="2478024" y="1920240"/>
            <a:ext cx="1463040" cy="420624"/>
          </a:xfrm>
          <a:prstGeom prst="roundRect">
            <a:avLst>
              <a:gd name="adj" fmla="val 15217"/>
            </a:avLst>
          </a:prstGeom>
          <a:solidFill>
            <a:srgbClr val="EEF2F7"/>
          </a:solidFill>
          <a:ln w="9525">
            <a:solidFill>
              <a:srgbClr val="DDE3EB"/>
            </a:solidFill>
            <a:prstDash val="solid"/>
          </a:ln>
        </p:spPr>
      </p:sp>
      <p:sp>
        <p:nvSpPr>
          <p:cNvPr id="13" name="Text 11"/>
          <p:cNvSpPr txBox="1"/>
          <p:nvPr/>
        </p:nvSpPr>
        <p:spPr>
          <a:xfrm>
            <a:off x="2478024"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파트·어셈블리 리빌드</a:t>
            </a:r>
            <a:endParaRPr lang="en-US" sz="900" dirty="0"/>
          </a:p>
        </p:txBody>
      </p:sp>
      <p:sp>
        <p:nvSpPr>
          <p:cNvPr id="14" name="Text 12"/>
          <p:cNvSpPr txBox="1"/>
          <p:nvPr/>
        </p:nvSpPr>
        <p:spPr>
          <a:xfrm>
            <a:off x="3941064" y="1920240"/>
            <a:ext cx="201168" cy="420624"/>
          </a:xfrm>
          <a:prstGeom prst="rect">
            <a:avLst/>
          </a:prstGeom>
          <a:noFill/>
          <a:ln/>
        </p:spPr>
        <p:txBody>
          <a:bodyPr wrap="square" lIns="0" tIns="0" rIns="0" bIns="0" rtlCol="0" anchor="ctr"/>
          <a:lstStyle/>
          <a:p>
            <a:pPr algn="ctr" indent="0" marL="0">
              <a:buNone/>
            </a:pPr>
            <a:r>
              <a:rPr lang="en-US" sz="900" dirty="0">
                <a:solidFill>
                  <a:srgbClr val="00A3C4"/>
                </a:solidFill>
                <a:latin typeface="Malgun Gothic" pitchFamily="34" charset="0"/>
                <a:ea typeface="Malgun Gothic" pitchFamily="34" charset="-122"/>
                <a:cs typeface="Malgun Gothic" pitchFamily="34" charset="-120"/>
              </a:rPr>
              <a:t>▶</a:t>
            </a:r>
            <a:endParaRPr lang="en-US" sz="900" dirty="0"/>
          </a:p>
        </p:txBody>
      </p:sp>
      <p:sp>
        <p:nvSpPr>
          <p:cNvPr id="15" name="Shape 13"/>
          <p:cNvSpPr/>
          <p:nvPr/>
        </p:nvSpPr>
        <p:spPr>
          <a:xfrm>
            <a:off x="4142232" y="1920240"/>
            <a:ext cx="1463040" cy="420624"/>
          </a:xfrm>
          <a:prstGeom prst="roundRect">
            <a:avLst>
              <a:gd name="adj" fmla="val 15217"/>
            </a:avLst>
          </a:prstGeom>
          <a:solidFill>
            <a:srgbClr val="EEF2F7"/>
          </a:solidFill>
          <a:ln w="9525">
            <a:solidFill>
              <a:srgbClr val="DDE3EB"/>
            </a:solidFill>
            <a:prstDash val="solid"/>
          </a:ln>
        </p:spPr>
      </p:sp>
      <p:sp>
        <p:nvSpPr>
          <p:cNvPr id="16" name="Text 14"/>
          <p:cNvSpPr txBox="1"/>
          <p:nvPr/>
        </p:nvSpPr>
        <p:spPr>
          <a:xfrm>
            <a:off x="4142232" y="1920240"/>
            <a:ext cx="1463040" cy="420624"/>
          </a:xfrm>
          <a:prstGeom prst="rect">
            <a:avLst/>
          </a:prstGeom>
          <a:noFill/>
          <a:ln/>
        </p:spPr>
        <p:txBody>
          <a:bodyPr wrap="square" lIns="0" tIns="0" rIns="0" bIns="0" rtlCol="0" anchor="ct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STEP 저장</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25420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단계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변수 갱신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수식 목록에서 변수명 → 인덱스 매핑 후 값 치환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정수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핀 개수는 정수 문자열로 기입 (선형패턴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파트 → 어셈블리 순으로 리빌드 후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질량 특성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부피·질량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저장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실험점 번호별 STEP 파일로 내보내기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8" name="Shape 15"/>
          <p:cNvSpPr/>
          <p:nvPr/>
        </p:nvSpPr>
        <p:spPr>
          <a:xfrm>
            <a:off x="813816" y="4663440"/>
            <a:ext cx="4846320" cy="512064"/>
          </a:xfrm>
          <a:prstGeom prst="roundRect">
            <a:avLst>
              <a:gd name="adj" fmla="val 10714"/>
            </a:avLst>
          </a:prstGeom>
          <a:solidFill>
            <a:srgbClr val="F7F9FC"/>
          </a:solidFill>
          <a:ln w="9525">
            <a:solidFill>
              <a:srgbClr val="DDE3EB"/>
            </a:solidFill>
            <a:prstDash val="solid"/>
          </a:ln>
        </p:spPr>
      </p:sp>
      <p:sp>
        <p:nvSpPr>
          <p:cNvPr id="19" name="Text 16"/>
          <p:cNvSpPr txBox="1"/>
          <p:nvPr/>
        </p:nvSpPr>
        <p:spPr>
          <a:xfrm>
            <a:off x="941832" y="4663440"/>
            <a:ext cx="4617720" cy="51206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중량 = </a:t>
            </a:r>
            <a:pPr indent="0" marL="0">
              <a:buNone/>
            </a:pPr>
            <a:r>
              <a:rPr lang="en-US" sz="950" dirty="0">
                <a:solidFill>
                  <a:srgbClr val="1C2733"/>
                </a:solidFill>
                <a:latin typeface="Malgun Gothic" pitchFamily="34" charset="0"/>
                <a:ea typeface="Malgun Gothic" pitchFamily="34" charset="-122"/>
                <a:cs typeface="Malgun Gothic" pitchFamily="34" charset="-120"/>
              </a:rPr>
              <a:t>알루미늄 질량 + (완전충진 부피 − 알루미늄 부피) × 794 kg/m³</a:t>
            </a:r>
            <a:endParaRPr lang="en-US" sz="950" dirty="0"/>
          </a:p>
        </p:txBody>
      </p:sp>
      <p:sp>
        <p:nvSpPr>
          <p:cNvPr id="20" name="Shape 17"/>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1" name="Shape 18"/>
          <p:cNvSpPr/>
          <p:nvPr/>
        </p:nvSpPr>
        <p:spPr>
          <a:xfrm>
            <a:off x="6592824" y="1463040"/>
            <a:ext cx="82296" cy="182880"/>
          </a:xfrm>
          <a:prstGeom prst="rect">
            <a:avLst/>
          </a:prstGeom>
          <a:solidFill>
            <a:srgbClr val="00A3C4"/>
          </a:solidFill>
          <a:ln w="12700">
            <a:solidFill>
              <a:srgbClr val="00A3C4"/>
            </a:solidFill>
            <a:prstDash val="solid"/>
          </a:ln>
        </p:spPr>
      </p:sp>
      <p:sp>
        <p:nvSpPr>
          <p:cNvPr id="22" name="Text 1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중량 산출</a:t>
            </a:r>
            <a:endParaRPr lang="en-US" sz="1300" dirty="0"/>
          </a:p>
        </p:txBody>
      </p:sp>
      <p:sp>
        <p:nvSpPr>
          <p:cNvPr id="23" name="Shape 20"/>
          <p:cNvSpPr/>
          <p:nvPr/>
        </p:nvSpPr>
        <p:spPr>
          <a:xfrm>
            <a:off x="6647688" y="1920240"/>
            <a:ext cx="4846320" cy="868680"/>
          </a:xfrm>
          <a:prstGeom prst="roundRect">
            <a:avLst>
              <a:gd name="adj" fmla="val 6316"/>
            </a:avLst>
          </a:prstGeom>
          <a:solidFill>
            <a:srgbClr val="F7F9FC"/>
          </a:solidFill>
          <a:ln w="9525">
            <a:solidFill>
              <a:srgbClr val="DDE3EB"/>
            </a:solidFill>
            <a:prstDash val="solid"/>
          </a:ln>
        </p:spPr>
      </p:sp>
      <p:sp>
        <p:nvSpPr>
          <p:cNvPr id="24" name="Text 21"/>
          <p:cNvSpPr txBox="1"/>
          <p:nvPr/>
        </p:nvSpPr>
        <p:spPr>
          <a:xfrm>
            <a:off x="6793992" y="1975104"/>
            <a:ext cx="4572000" cy="758952"/>
          </a:xfrm>
          <a:prstGeom prst="rect">
            <a:avLst/>
          </a:prstGeom>
          <a:noFill/>
          <a:ln/>
        </p:spPr>
        <p:txBody>
          <a:bodyPr wrap="square" lIns="0" tIns="0" rIns="0" bIns="0" rtlCol="0" anchor="ctr"/>
          <a:lstStyle/>
          <a:p>
            <a:pPr indent="0" marL="0">
              <a:lnSpc>
                <a:spcPct val="135000"/>
              </a:lnSpc>
              <a:buNone/>
            </a:pPr>
            <a:r>
              <a:rPr lang="en-US" sz="1050" dirty="0">
                <a:solidFill>
                  <a:srgbClr val="1C2733"/>
                </a:solidFill>
                <a:latin typeface="Malgun Gothic" pitchFamily="34" charset="0"/>
                <a:ea typeface="Malgun Gothic" pitchFamily="34" charset="-122"/>
                <a:cs typeface="Malgun Gothic" pitchFamily="34" charset="-120"/>
              </a:rPr>
              <a:t>PAO 부피 = 완전충진 형상 부피(상수) − 알루미늄 부피</a:t>
            </a:r>
            <a:endParaRPr lang="en-US" sz="1050" dirty="0"/>
          </a:p>
          <a:p>
            <a:pPr indent="0" marL="0">
              <a:lnSpc>
                <a:spcPct val="135000"/>
              </a:lnSpc>
              <a:buNone/>
            </a:pPr>
            <a:r>
              <a:rPr lang="en-US" sz="1050" b="1" dirty="0">
                <a:solidFill>
                  <a:srgbClr val="16305B"/>
                </a:solidFill>
                <a:latin typeface="Malgun Gothic" pitchFamily="34" charset="0"/>
                <a:ea typeface="Malgun Gothic" pitchFamily="34" charset="-122"/>
                <a:cs typeface="Malgun Gothic" pitchFamily="34" charset="-120"/>
              </a:rPr>
              <a:t>중  량   = 알루미늄 질량 + PAO 부피 × 794 kg/m³</a:t>
            </a:r>
            <a:endParaRPr lang="en-US" sz="10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647688" y="2971800"/>
          <a:ext cx="4846320" cy="914400"/>
        </p:xfrm>
        <a:graphic>
          <a:graphicData uri="http://schemas.openxmlformats.org/drawingml/2006/table">
            <a:tbl>
              <a:tblPr/>
              <a:tblGrid>
                <a:gridCol w="1188720"/>
                <a:gridCol w="3657600"/>
              </a:tblGrid>
              <a:tr h="365760">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취득 시점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리빌드 직후 어셈블리에서 질량 특성 일괄 취득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반환값 해석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반환 순서 미문서화 → GUI 패널과 전량 대조해 확정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검산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산출값이 수기 계산값과 소수점까지 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65760">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교차검증</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해석 측 유체 부피와 대조, 이상 시 로그 경고</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6" name="Shape 22"/>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Shape 23"/>
          <p:cNvSpPr/>
          <p:nvPr/>
        </p:nvSpPr>
        <p:spPr>
          <a:xfrm>
            <a:off x="832104" y="5724144"/>
            <a:ext cx="64008" cy="164592"/>
          </a:xfrm>
          <a:prstGeom prst="rect">
            <a:avLst/>
          </a:prstGeom>
          <a:solidFill>
            <a:srgbClr val="00A3C4"/>
          </a:solidFill>
          <a:ln w="12700">
            <a:solidFill>
              <a:srgbClr val="00A3C4"/>
            </a:solidFill>
            <a:prstDash val="solid"/>
          </a:ln>
        </p:spPr>
      </p:sp>
      <p:sp>
        <p:nvSpPr>
          <p:cNvPr id="28" name="Text 24"/>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변수명 검증</a:t>
            </a:r>
            <a:endParaRPr lang="en-US" sz="1050" dirty="0"/>
          </a:p>
        </p:txBody>
      </p:sp>
      <p:sp>
        <p:nvSpPr>
          <p:cNvPr id="29" name="Text 25"/>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불일치 시 즉시 중단 — 형상 미변경 해석 차단</a:t>
            </a:r>
            <a:endParaRPr lang="en-US" sz="950" dirty="0"/>
          </a:p>
        </p:txBody>
      </p:sp>
      <p:sp>
        <p:nvSpPr>
          <p:cNvPr id="30" name="Shape 26"/>
          <p:cNvSpPr/>
          <p:nvPr/>
        </p:nvSpPr>
        <p:spPr>
          <a:xfrm>
            <a:off x="4489704" y="5724144"/>
            <a:ext cx="64008" cy="164592"/>
          </a:xfrm>
          <a:prstGeom prst="rect">
            <a:avLst/>
          </a:prstGeom>
          <a:solidFill>
            <a:srgbClr val="00A3C4"/>
          </a:solidFill>
          <a:ln w="12700">
            <a:solidFill>
              <a:srgbClr val="00A3C4"/>
            </a:solidFill>
            <a:prstDash val="solid"/>
          </a:ln>
        </p:spPr>
      </p:sp>
      <p:sp>
        <p:nvSpPr>
          <p:cNvPr id="31" name="Text 27"/>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종속값 CAD 위임</a:t>
            </a:r>
            <a:endParaRPr lang="en-US" sz="1050" dirty="0"/>
          </a:p>
        </p:txBody>
      </p:sp>
      <p:sp>
        <p:nvSpPr>
          <p:cNvPr id="32" name="Text 28"/>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간격은 CAD 수식이 계산 — 이중 계산 방지</a:t>
            </a:r>
            <a:endParaRPr lang="en-US" sz="950" dirty="0"/>
          </a:p>
        </p:txBody>
      </p:sp>
      <p:sp>
        <p:nvSpPr>
          <p:cNvPr id="33" name="Shape 29"/>
          <p:cNvSpPr/>
          <p:nvPr/>
        </p:nvSpPr>
        <p:spPr>
          <a:xfrm>
            <a:off x="8147304" y="5724144"/>
            <a:ext cx="64008" cy="164592"/>
          </a:xfrm>
          <a:prstGeom prst="rect">
            <a:avLst/>
          </a:prstGeom>
          <a:solidFill>
            <a:srgbClr val="00A3C4"/>
          </a:solidFill>
          <a:ln w="12700">
            <a:solidFill>
              <a:srgbClr val="00A3C4"/>
            </a:solidFill>
            <a:prstDash val="solid"/>
          </a:ln>
        </p:spPr>
      </p:sp>
      <p:sp>
        <p:nvSpPr>
          <p:cNvPr id="34" name="Text 30"/>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질량 특성 검증</a:t>
            </a:r>
            <a:endParaRPr lang="en-US" sz="1050" dirty="0"/>
          </a:p>
        </p:txBody>
      </p:sp>
      <p:sp>
        <p:nvSpPr>
          <p:cNvPr id="35" name="Text 31"/>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미문서화 반환값을 GUI 패널과 대조해 확정</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수행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해석 모델 자동 구성 및 결과 추출 — Icepak</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자동화 전환 과정</a:t>
            </a:r>
            <a:endParaRPr lang="en-US" sz="1300" dirty="0"/>
          </a:p>
        </p:txBody>
      </p:sp>
      <p:sp>
        <p:nvSpPr>
          <p:cNvPr id="9" name="Shape 7"/>
          <p:cNvSpPr/>
          <p:nvPr/>
        </p:nvSpPr>
        <p:spPr>
          <a:xfrm>
            <a:off x="813816" y="1901952"/>
            <a:ext cx="4846320" cy="585216"/>
          </a:xfrm>
          <a:prstGeom prst="roundRect">
            <a:avLst>
              <a:gd name="adj" fmla="val 9375"/>
            </a:avLst>
          </a:prstGeom>
          <a:solidFill>
            <a:srgbClr val="EEF2F7"/>
          </a:solidFill>
          <a:ln w="9525">
            <a:solidFill>
              <a:srgbClr val="DDE3EB"/>
            </a:solidFill>
            <a:prstDash val="solid"/>
          </a:ln>
        </p:spPr>
      </p:sp>
      <p:sp>
        <p:nvSpPr>
          <p:cNvPr id="10" name="Text 8"/>
          <p:cNvSpPr txBox="1"/>
          <p:nvPr/>
        </p:nvSpPr>
        <p:spPr>
          <a:xfrm>
            <a:off x="923544" y="1901952"/>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1</a:t>
            </a:r>
            <a:endParaRPr lang="en-US" sz="1600" dirty="0"/>
          </a:p>
        </p:txBody>
      </p:sp>
      <p:sp>
        <p:nvSpPr>
          <p:cNvPr id="11" name="Text 9"/>
          <p:cNvSpPr txBox="1"/>
          <p:nvPr/>
        </p:nvSpPr>
        <p:spPr>
          <a:xfrm>
            <a:off x="1289304" y="1938528"/>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GUI 수동 설정</a:t>
            </a:r>
            <a:endParaRPr lang="en-US" sz="1050" dirty="0"/>
          </a:p>
        </p:txBody>
      </p:sp>
      <p:sp>
        <p:nvSpPr>
          <p:cNvPr id="12" name="Text 10"/>
          <p:cNvSpPr txBox="1"/>
          <p:nvPr/>
        </p:nvSpPr>
        <p:spPr>
          <a:xfrm>
            <a:off x="2990088" y="1938528"/>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해석 모델을 GUI로 한 번 직접 구성</a:t>
            </a:r>
            <a:endParaRPr lang="en-US" sz="880" dirty="0"/>
          </a:p>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(프로젝트 생성 ~ 결과 추출 7단계)</a:t>
            </a:r>
            <a:endParaRPr lang="en-US" sz="880" dirty="0"/>
          </a:p>
        </p:txBody>
      </p:sp>
      <p:sp>
        <p:nvSpPr>
          <p:cNvPr id="13" name="Text 11"/>
          <p:cNvSpPr txBox="1"/>
          <p:nvPr/>
        </p:nvSpPr>
        <p:spPr>
          <a:xfrm>
            <a:off x="813816" y="2487168"/>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4" name="Shape 12"/>
          <p:cNvSpPr/>
          <p:nvPr/>
        </p:nvSpPr>
        <p:spPr>
          <a:xfrm>
            <a:off x="813816" y="2670048"/>
            <a:ext cx="4846320" cy="585216"/>
          </a:xfrm>
          <a:prstGeom prst="roundRect">
            <a:avLst>
              <a:gd name="adj" fmla="val 9375"/>
            </a:avLst>
          </a:prstGeom>
          <a:solidFill>
            <a:srgbClr val="EEF2F7"/>
          </a:solidFill>
          <a:ln w="9525">
            <a:solidFill>
              <a:srgbClr val="DDE3EB"/>
            </a:solidFill>
            <a:prstDash val="solid"/>
          </a:ln>
        </p:spPr>
      </p:sp>
      <p:sp>
        <p:nvSpPr>
          <p:cNvPr id="15" name="Text 13"/>
          <p:cNvSpPr txBox="1"/>
          <p:nvPr/>
        </p:nvSpPr>
        <p:spPr>
          <a:xfrm>
            <a:off x="923544" y="2670048"/>
            <a:ext cx="310896" cy="585216"/>
          </a:xfrm>
          <a:prstGeom prst="rect">
            <a:avLst/>
          </a:prstGeom>
          <a:noFill/>
          <a:ln/>
        </p:spPr>
        <p:txBody>
          <a:bodyPr wrap="square" lIns="0" tIns="0" rIns="0" bIns="0" rtlCol="0" anchor="ctr"/>
          <a:lstStyle/>
          <a:p>
            <a:pPr indent="0" marL="0">
              <a:buNone/>
            </a:pPr>
            <a:r>
              <a:rPr lang="en-US" sz="1600" b="1" dirty="0">
                <a:solidFill>
                  <a:srgbClr val="00A3C4"/>
                </a:solidFill>
                <a:latin typeface="Malgun Gothic" pitchFamily="34" charset="0"/>
                <a:ea typeface="Malgun Gothic" pitchFamily="34" charset="-122"/>
                <a:cs typeface="Malgun Gothic" pitchFamily="34" charset="-120"/>
              </a:rPr>
              <a:t>2</a:t>
            </a:r>
            <a:endParaRPr lang="en-US" sz="1600" dirty="0"/>
          </a:p>
        </p:txBody>
      </p:sp>
      <p:sp>
        <p:nvSpPr>
          <p:cNvPr id="16" name="Text 14"/>
          <p:cNvSpPr txBox="1"/>
          <p:nvPr/>
        </p:nvSpPr>
        <p:spPr>
          <a:xfrm>
            <a:off x="1289304" y="2706624"/>
            <a:ext cx="1737360" cy="51206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스크립트 리코더 기록</a:t>
            </a:r>
            <a:endParaRPr lang="en-US" sz="1050" dirty="0"/>
          </a:p>
        </p:txBody>
      </p:sp>
      <p:sp>
        <p:nvSpPr>
          <p:cNvPr id="17" name="Text 15"/>
          <p:cNvSpPr txBox="1"/>
          <p:nvPr/>
        </p:nvSpPr>
        <p:spPr>
          <a:xfrm>
            <a:off x="2990088" y="2706624"/>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1C2733"/>
                </a:solidFill>
                <a:latin typeface="Malgun Gothic" pitchFamily="34" charset="0"/>
                <a:ea typeface="Malgun Gothic" pitchFamily="34" charset="-122"/>
                <a:cs typeface="Malgun Gothic" pitchFamily="34" charset="-120"/>
              </a:rPr>
              <a:t>GUI 조작 과정을 Python 스크립트로 기록</a:t>
            </a:r>
            <a:endParaRPr lang="en-US" sz="880" dirty="0"/>
          </a:p>
        </p:txBody>
      </p:sp>
      <p:sp>
        <p:nvSpPr>
          <p:cNvPr id="18" name="Text 16"/>
          <p:cNvSpPr txBox="1"/>
          <p:nvPr/>
        </p:nvSpPr>
        <p:spPr>
          <a:xfrm>
            <a:off x="813816" y="3255264"/>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19" name="Shape 17"/>
          <p:cNvSpPr/>
          <p:nvPr/>
        </p:nvSpPr>
        <p:spPr>
          <a:xfrm>
            <a:off x="813816" y="3438144"/>
            <a:ext cx="4846320" cy="585216"/>
          </a:xfrm>
          <a:prstGeom prst="roundRect">
            <a:avLst>
              <a:gd name="adj" fmla="val 9375"/>
            </a:avLst>
          </a:prstGeom>
          <a:solidFill>
            <a:srgbClr val="16305B"/>
          </a:solidFill>
          <a:ln w="9525">
            <a:solidFill>
              <a:srgbClr val="16305B"/>
            </a:solidFill>
            <a:prstDash val="solid"/>
          </a:ln>
        </p:spPr>
      </p:sp>
      <p:sp>
        <p:nvSpPr>
          <p:cNvPr id="20" name="Text 18"/>
          <p:cNvSpPr txBox="1"/>
          <p:nvPr/>
        </p:nvSpPr>
        <p:spPr>
          <a:xfrm>
            <a:off x="923544" y="3438144"/>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3</a:t>
            </a:r>
            <a:endParaRPr lang="en-US" sz="1600" dirty="0"/>
          </a:p>
        </p:txBody>
      </p:sp>
      <p:sp>
        <p:nvSpPr>
          <p:cNvPr id="21" name="Text 19"/>
          <p:cNvSpPr txBox="1"/>
          <p:nvPr/>
        </p:nvSpPr>
        <p:spPr>
          <a:xfrm>
            <a:off x="1289304" y="3474720"/>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AI 에이전트와 코드 정리</a:t>
            </a:r>
            <a:endParaRPr lang="en-US" sz="1050" dirty="0"/>
          </a:p>
        </p:txBody>
      </p:sp>
      <p:sp>
        <p:nvSpPr>
          <p:cNvPr id="22" name="Text 20"/>
          <p:cNvSpPr txBox="1"/>
          <p:nvPr/>
        </p:nvSpPr>
        <p:spPr>
          <a:xfrm>
            <a:off x="2990088" y="3474720"/>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기록된 고정값을 설계변수 기반으로 치환하고</a:t>
            </a:r>
            <a:endParaRPr lang="en-US" sz="880" dirty="0"/>
          </a:p>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재사용 가능한 모듈로 구조화</a:t>
            </a:r>
            <a:endParaRPr lang="en-US" sz="880" dirty="0"/>
          </a:p>
        </p:txBody>
      </p:sp>
      <p:sp>
        <p:nvSpPr>
          <p:cNvPr id="23" name="Text 21"/>
          <p:cNvSpPr txBox="1"/>
          <p:nvPr/>
        </p:nvSpPr>
        <p:spPr>
          <a:xfrm>
            <a:off x="813816" y="4023360"/>
            <a:ext cx="4846320" cy="182880"/>
          </a:xfrm>
          <a:prstGeom prst="rect">
            <a:avLst/>
          </a:prstGeom>
          <a:noFill/>
          <a:ln/>
        </p:spPr>
        <p:txBody>
          <a:bodyPr wrap="square" lIns="0" tIns="0" rIns="0" bIns="0" rtlCol="0" anchor="ctr"/>
          <a:lstStyle/>
          <a:p>
            <a:pPr algn="ctr" indent="0" marL="0">
              <a:buNone/>
            </a:pPr>
            <a:r>
              <a:rPr lang="en-US" sz="700" dirty="0">
                <a:solidFill>
                  <a:srgbClr val="6B7A8F"/>
                </a:solidFill>
                <a:latin typeface="Malgun Gothic" pitchFamily="34" charset="0"/>
                <a:ea typeface="Malgun Gothic" pitchFamily="34" charset="-122"/>
                <a:cs typeface="Malgun Gothic" pitchFamily="34" charset="-120"/>
              </a:rPr>
              <a:t>▼</a:t>
            </a:r>
            <a:endParaRPr lang="en-US" sz="700" dirty="0"/>
          </a:p>
        </p:txBody>
      </p:sp>
      <p:sp>
        <p:nvSpPr>
          <p:cNvPr id="24" name="Shape 22"/>
          <p:cNvSpPr/>
          <p:nvPr/>
        </p:nvSpPr>
        <p:spPr>
          <a:xfrm>
            <a:off x="813816" y="4206240"/>
            <a:ext cx="4846320" cy="585216"/>
          </a:xfrm>
          <a:prstGeom prst="roundRect">
            <a:avLst>
              <a:gd name="adj" fmla="val 9375"/>
            </a:avLst>
          </a:prstGeom>
          <a:solidFill>
            <a:srgbClr val="00A3C4"/>
          </a:solidFill>
          <a:ln w="9525">
            <a:solidFill>
              <a:srgbClr val="00A3C4"/>
            </a:solidFill>
            <a:prstDash val="solid"/>
          </a:ln>
        </p:spPr>
      </p:sp>
      <p:sp>
        <p:nvSpPr>
          <p:cNvPr id="25" name="Text 23"/>
          <p:cNvSpPr txBox="1"/>
          <p:nvPr/>
        </p:nvSpPr>
        <p:spPr>
          <a:xfrm>
            <a:off x="923544" y="4206240"/>
            <a:ext cx="310896" cy="585216"/>
          </a:xfrm>
          <a:prstGeom prst="rect">
            <a:avLst/>
          </a:prstGeom>
          <a:noFill/>
          <a:ln/>
        </p:spPr>
        <p:txBody>
          <a:bodyPr wrap="square" lIns="0" tIns="0" rIns="0" bIns="0" rtlCol="0" anchor="ctr"/>
          <a:lstStyle/>
          <a:p>
            <a:pPr indent="0" marL="0">
              <a:buNone/>
            </a:pPr>
            <a:r>
              <a:rPr lang="en-US" sz="1600" b="1" dirty="0">
                <a:solidFill>
                  <a:srgbClr val="FFFFFF"/>
                </a:solidFill>
                <a:latin typeface="Malgun Gothic" pitchFamily="34" charset="0"/>
                <a:ea typeface="Malgun Gothic" pitchFamily="34" charset="-122"/>
                <a:cs typeface="Malgun Gothic" pitchFamily="34" charset="-120"/>
              </a:rPr>
              <a:t>4</a:t>
            </a:r>
            <a:endParaRPr lang="en-US" sz="1600" dirty="0"/>
          </a:p>
        </p:txBody>
      </p:sp>
      <p:sp>
        <p:nvSpPr>
          <p:cNvPr id="26" name="Text 24"/>
          <p:cNvSpPr txBox="1"/>
          <p:nvPr/>
        </p:nvSpPr>
        <p:spPr>
          <a:xfrm>
            <a:off x="1289304" y="4242816"/>
            <a:ext cx="1737360" cy="512064"/>
          </a:xfrm>
          <a:prstGeom prst="rect">
            <a:avLst/>
          </a:prstGeom>
          <a:noFill/>
          <a:ln/>
        </p:spPr>
        <p:txBody>
          <a:bodyPr wrap="square" lIns="0" tIns="0" rIns="0" bIns="0" rtlCol="0" anchor="ctr"/>
          <a:lstStyle/>
          <a:p>
            <a:pPr indent="0" marL="0">
              <a:buNone/>
            </a:pPr>
            <a:r>
              <a:rPr lang="en-US" sz="1050" b="1" dirty="0">
                <a:solidFill>
                  <a:srgbClr val="FFFFFF"/>
                </a:solidFill>
                <a:latin typeface="Malgun Gothic" pitchFamily="34" charset="0"/>
                <a:ea typeface="Malgun Gothic" pitchFamily="34" charset="-122"/>
                <a:cs typeface="Malgun Gothic" pitchFamily="34" charset="-120"/>
              </a:rPr>
              <a:t>매 회차 자동 반복</a:t>
            </a:r>
            <a:endParaRPr lang="en-US" sz="1050" dirty="0"/>
          </a:p>
        </p:txBody>
      </p:sp>
      <p:sp>
        <p:nvSpPr>
          <p:cNvPr id="27" name="Text 25"/>
          <p:cNvSpPr txBox="1"/>
          <p:nvPr/>
        </p:nvSpPr>
        <p:spPr>
          <a:xfrm>
            <a:off x="2990088" y="4242816"/>
            <a:ext cx="2596896" cy="512064"/>
          </a:xfrm>
          <a:prstGeom prst="rect">
            <a:avLst/>
          </a:prstGeom>
          <a:noFill/>
          <a:ln/>
        </p:spPr>
        <p:txBody>
          <a:bodyPr wrap="square" lIns="0" tIns="0" rIns="0" bIns="0" rtlCol="0" anchor="ctr"/>
          <a:lstStyle/>
          <a:p>
            <a:pPr indent="0" marL="0">
              <a:lnSpc>
                <a:spcPct val="110000"/>
              </a:lnSpc>
              <a:buNone/>
            </a:pPr>
            <a:r>
              <a:rPr lang="en-US" sz="880" dirty="0">
                <a:solidFill>
                  <a:srgbClr val="FFFFFF"/>
                </a:solidFill>
                <a:latin typeface="Malgun Gothic" pitchFamily="34" charset="0"/>
                <a:ea typeface="Malgun Gothic" pitchFamily="34" charset="-122"/>
                <a:cs typeface="Malgun Gothic" pitchFamily="34" charset="-120"/>
              </a:rPr>
              <a:t>형상(STEP)만 바뀌면 동일 절차를 코드가 재현</a:t>
            </a:r>
            <a:endParaRPr lang="en-US" sz="880" dirty="0"/>
          </a:p>
        </p:txBody>
      </p:sp>
      <p:sp>
        <p:nvSpPr>
          <p:cNvPr id="28" name="Text 26"/>
          <p:cNvSpPr txBox="1"/>
          <p:nvPr/>
        </p:nvSpPr>
        <p:spPr>
          <a:xfrm>
            <a:off x="813816" y="5029200"/>
            <a:ext cx="4846320" cy="219456"/>
          </a:xfrm>
          <a:prstGeom prst="rect">
            <a:avLst/>
          </a:prstGeom>
          <a:noFill/>
          <a:ln/>
        </p:spPr>
        <p:txBody>
          <a:bodyPr wrap="square" lIns="0" tIns="0" rIns="0" bIns="0" rtlCol="0" anchor="ctr"/>
          <a:lstStyle/>
          <a:p>
            <a:pPr indent="0" marL="0">
              <a:buNone/>
            </a:pPr>
            <a:r>
              <a:rPr lang="en-US" sz="900" i="1" dirty="0">
                <a:solidFill>
                  <a:srgbClr val="6B7A8F"/>
                </a:solidFill>
                <a:latin typeface="Malgun Gothic" pitchFamily="34" charset="0"/>
                <a:ea typeface="Malgun Gothic" pitchFamily="34" charset="-122"/>
                <a:cs typeface="Malgun Gothic" pitchFamily="34" charset="-120"/>
              </a:rPr>
              <a:t>※ 단계별 GUI 설정은 부록 A-1 참고</a:t>
            </a:r>
            <a:endParaRPr lang="en-US" sz="900" dirty="0"/>
          </a:p>
        </p:txBody>
      </p:sp>
      <p:sp>
        <p:nvSpPr>
          <p:cNvPr id="29" name="Shape 27"/>
          <p:cNvSpPr/>
          <p:nvPr/>
        </p:nvSpPr>
        <p:spPr>
          <a:xfrm>
            <a:off x="6336792" y="1188720"/>
            <a:ext cx="5440680" cy="2176272"/>
          </a:xfrm>
          <a:prstGeom prst="roundRect">
            <a:avLst>
              <a:gd name="adj" fmla="val 252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0" name="Shape 28"/>
          <p:cNvSpPr/>
          <p:nvPr/>
        </p:nvSpPr>
        <p:spPr>
          <a:xfrm>
            <a:off x="6592824" y="1463040"/>
            <a:ext cx="82296" cy="182880"/>
          </a:xfrm>
          <a:prstGeom prst="rect">
            <a:avLst/>
          </a:prstGeom>
          <a:solidFill>
            <a:srgbClr val="00A3C4"/>
          </a:solidFill>
          <a:ln w="12700">
            <a:solidFill>
              <a:srgbClr val="00A3C4"/>
            </a:solidFill>
            <a:prstDash val="solid"/>
          </a:ln>
        </p:spPr>
      </p:sp>
      <p:sp>
        <p:nvSpPr>
          <p:cNvPr id="31" name="Text 29"/>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GUI 수동 설정 vs 코드 자동 구성</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647688" y="1828800"/>
          <a:ext cx="4846320" cy="914400"/>
        </p:xfrm>
        <a:graphic>
          <a:graphicData uri="http://schemas.openxmlformats.org/drawingml/2006/table">
            <a:tbl>
              <a:tblPr/>
              <a:tblGrid>
                <a:gridCol w="1143000"/>
                <a:gridCol w="1783080"/>
                <a:gridCol w="1920240"/>
              </a:tblGrid>
              <a:tr h="292608">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GUI 수동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코드 자동</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모델 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7단계 매회 직접 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스크립트 1회 실행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형상 변경 시</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처음부터 재설정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STEP 교체만으로 재구성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측정면 배치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유로마다 수작업</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핀 개수 따라 자동 계산</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설정 일관성</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작업자·회차별 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전 회차 동일 조건</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3" name="Shape 30"/>
          <p:cNvSpPr/>
          <p:nvPr/>
        </p:nvSpPr>
        <p:spPr>
          <a:xfrm>
            <a:off x="6336792" y="3520440"/>
            <a:ext cx="5440680" cy="1828800"/>
          </a:xfrm>
          <a:prstGeom prst="roundRect">
            <a:avLst>
              <a:gd name="adj" fmla="val 30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4" name="Shape 31"/>
          <p:cNvSpPr/>
          <p:nvPr/>
        </p:nvSpPr>
        <p:spPr>
          <a:xfrm>
            <a:off x="6592824" y="3794760"/>
            <a:ext cx="82296" cy="182880"/>
          </a:xfrm>
          <a:prstGeom prst="rect">
            <a:avLst/>
          </a:prstGeom>
          <a:solidFill>
            <a:srgbClr val="00A3C4"/>
          </a:solidFill>
          <a:ln w="12700">
            <a:solidFill>
              <a:srgbClr val="00A3C4"/>
            </a:solidFill>
            <a:prstDash val="solid"/>
          </a:ln>
        </p:spPr>
      </p:sp>
      <p:sp>
        <p:nvSpPr>
          <p:cNvPr id="35" name="Text 32"/>
          <p:cNvSpPr txBox="1"/>
          <p:nvPr/>
        </p:nvSpPr>
        <p:spPr>
          <a:xfrm>
            <a:off x="6757416" y="370332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측정 항목 및 결과 출력</a:t>
            </a:r>
            <a:endParaRPr lang="en-US" sz="13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647688" y="4123944"/>
          <a:ext cx="4846320" cy="914400"/>
        </p:xfrm>
        <a:graphic>
          <a:graphicData uri="http://schemas.openxmlformats.org/drawingml/2006/table">
            <a:tbl>
              <a:tblPr/>
              <a:tblGrid>
                <a:gridCol w="1737360"/>
                <a:gridCol w="1554480"/>
                <a:gridCol w="1554480"/>
              </a:tblGrid>
              <a:tr h="237744">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측정 대상</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항목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발열원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최고 · 평균 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팬 통과면</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차압</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1·2차 통과 유로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각 핀 개수 + 1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37744">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전원모듈 분기 입구</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유량</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37" name="Shape 3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8" name="Shape 34"/>
          <p:cNvSpPr/>
          <p:nvPr/>
        </p:nvSpPr>
        <p:spPr>
          <a:xfrm>
            <a:off x="832104" y="5724144"/>
            <a:ext cx="64008" cy="164592"/>
          </a:xfrm>
          <a:prstGeom prst="rect">
            <a:avLst/>
          </a:prstGeom>
          <a:solidFill>
            <a:srgbClr val="00A3C4"/>
          </a:solidFill>
          <a:ln w="12700">
            <a:solidFill>
              <a:srgbClr val="00A3C4"/>
            </a:solidFill>
            <a:prstDash val="solid"/>
          </a:ln>
        </p:spPr>
      </p:sp>
      <p:sp>
        <p:nvSpPr>
          <p:cNvPr id="39" name="Text 3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회차별 새 프로젝트</a:t>
            </a:r>
            <a:endParaRPr lang="en-US" sz="1050" dirty="0"/>
          </a:p>
        </p:txBody>
      </p:sp>
      <p:sp>
        <p:nvSpPr>
          <p:cNvPr id="40" name="Text 3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이전 회차 설정 간섭·잠금 파일로 인한 정지 방지</a:t>
            </a:r>
            <a:endParaRPr lang="en-US" sz="950" dirty="0"/>
          </a:p>
        </p:txBody>
      </p:sp>
      <p:sp>
        <p:nvSpPr>
          <p:cNvPr id="41" name="Shape 37"/>
          <p:cNvSpPr/>
          <p:nvPr/>
        </p:nvSpPr>
        <p:spPr>
          <a:xfrm>
            <a:off x="4489704" y="5724144"/>
            <a:ext cx="64008" cy="164592"/>
          </a:xfrm>
          <a:prstGeom prst="rect">
            <a:avLst/>
          </a:prstGeom>
          <a:solidFill>
            <a:srgbClr val="00A3C4"/>
          </a:solidFill>
          <a:ln w="12700">
            <a:solidFill>
              <a:srgbClr val="00A3C4"/>
            </a:solidFill>
            <a:prstDash val="solid"/>
          </a:ln>
        </p:spPr>
      </p:sp>
      <p:sp>
        <p:nvSpPr>
          <p:cNvPr id="42" name="Text 3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경계면 자동 탐지</a:t>
            </a:r>
            <a:endParaRPr lang="en-US" sz="1050" dirty="0"/>
          </a:p>
        </p:txBody>
      </p:sp>
      <p:sp>
        <p:nvSpPr>
          <p:cNvPr id="43" name="Text 3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형상이 바뀌어도 팬·개구부 면을 좌표로 식별</a:t>
            </a:r>
            <a:endParaRPr lang="en-US" sz="950" dirty="0"/>
          </a:p>
        </p:txBody>
      </p:sp>
      <p:sp>
        <p:nvSpPr>
          <p:cNvPr id="44" name="Shape 40"/>
          <p:cNvSpPr/>
          <p:nvPr/>
        </p:nvSpPr>
        <p:spPr>
          <a:xfrm>
            <a:off x="8147304" y="5724144"/>
            <a:ext cx="64008" cy="164592"/>
          </a:xfrm>
          <a:prstGeom prst="rect">
            <a:avLst/>
          </a:prstGeom>
          <a:solidFill>
            <a:srgbClr val="00A3C4"/>
          </a:solidFill>
          <a:ln w="12700">
            <a:solidFill>
              <a:srgbClr val="00A3C4"/>
            </a:solidFill>
            <a:prstDash val="solid"/>
          </a:ln>
        </p:spPr>
      </p:sp>
      <p:sp>
        <p:nvSpPr>
          <p:cNvPr id="45" name="Text 4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측정면 동적 생성</a:t>
            </a:r>
            <a:endParaRPr lang="en-US" sz="1050" dirty="0"/>
          </a:p>
        </p:txBody>
      </p:sp>
      <p:sp>
        <p:nvSpPr>
          <p:cNvPr id="46" name="Text 4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핀 개수 변화에 맞춰 유로 전체 측정면 자동 배치</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실험 설계  —  DSD (확정적 선별 설계)</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왜 선별부터 · 어떻게</a:t>
            </a:r>
            <a:endParaRPr lang="en-US" sz="1300" dirty="0"/>
          </a:p>
        </p:txBody>
      </p:sp>
      <p:sp>
        <p:nvSpPr>
          <p:cNvPr id="9" name="Shape 7"/>
          <p:cNvSpPr/>
          <p:nvPr/>
        </p:nvSpPr>
        <p:spPr>
          <a:xfrm>
            <a:off x="813816" y="1801368"/>
            <a:ext cx="685800" cy="274320"/>
          </a:xfrm>
          <a:prstGeom prst="roundRect">
            <a:avLst>
              <a:gd name="adj" fmla="val 23333"/>
            </a:avLst>
          </a:prstGeom>
          <a:solidFill>
            <a:srgbClr val="16305B"/>
          </a:solidFill>
          <a:ln w="9525">
            <a:solidFill>
              <a:srgbClr val="16305B"/>
            </a:solidFill>
            <a:prstDash val="solid"/>
          </a:ln>
        </p:spPr>
      </p:sp>
      <p:sp>
        <p:nvSpPr>
          <p:cNvPr id="10" name="Text 8"/>
          <p:cNvSpPr txBox="1"/>
          <p:nvPr/>
        </p:nvSpPr>
        <p:spPr>
          <a:xfrm>
            <a:off x="813816" y="180136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왜</a:t>
            </a:r>
            <a:endParaRPr lang="en-US" sz="900" dirty="0"/>
          </a:p>
        </p:txBody>
      </p:sp>
      <p:sp>
        <p:nvSpPr>
          <p:cNvPr id="11" name="Text 9"/>
          <p:cNvSpPr txBox="1"/>
          <p:nvPr/>
        </p:nvSpPr>
        <p:spPr>
          <a:xfrm>
            <a:off x="1618488" y="177393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11개 모두 학습하면 해석 수 급증 → 영향 없는 변수를 먼저 고정</a:t>
            </a:r>
            <a:endParaRPr lang="en-US" sz="900" dirty="0"/>
          </a:p>
        </p:txBody>
      </p:sp>
      <p:sp>
        <p:nvSpPr>
          <p:cNvPr id="12" name="Shape 10"/>
          <p:cNvSpPr/>
          <p:nvPr/>
        </p:nvSpPr>
        <p:spPr>
          <a:xfrm>
            <a:off x="813816" y="2167128"/>
            <a:ext cx="685800" cy="274320"/>
          </a:xfrm>
          <a:prstGeom prst="roundRect">
            <a:avLst>
              <a:gd name="adj" fmla="val 23333"/>
            </a:avLst>
          </a:prstGeom>
          <a:solidFill>
            <a:srgbClr val="00A3C4"/>
          </a:solidFill>
          <a:ln w="9525">
            <a:solidFill>
              <a:srgbClr val="00A3C4"/>
            </a:solidFill>
            <a:prstDash val="solid"/>
          </a:ln>
        </p:spPr>
      </p:sp>
      <p:sp>
        <p:nvSpPr>
          <p:cNvPr id="13" name="Text 11"/>
          <p:cNvSpPr txBox="1"/>
          <p:nvPr/>
        </p:nvSpPr>
        <p:spPr>
          <a:xfrm>
            <a:off x="813816" y="2167128"/>
            <a:ext cx="685800" cy="274320"/>
          </a:xfrm>
          <a:prstGeom prst="rect">
            <a:avLst/>
          </a:prstGeom>
          <a:noFill/>
          <a:ln/>
        </p:spPr>
        <p:txBody>
          <a:bodyPr wrap="square" lIns="0" tIns="0" rIns="0" bIns="0" rtlCol="0" anchor="ctr"/>
          <a:lstStyle/>
          <a:p>
            <a:pPr algn="ctr" indent="0" marL="0">
              <a:lnSpc>
                <a:spcPct val="105000"/>
              </a:lnSpc>
              <a:buNone/>
            </a:pPr>
            <a:r>
              <a:rPr lang="en-US" sz="900" b="1" dirty="0">
                <a:solidFill>
                  <a:srgbClr val="FFFFFF"/>
                </a:solidFill>
                <a:latin typeface="Malgun Gothic" pitchFamily="34" charset="0"/>
                <a:ea typeface="Malgun Gothic" pitchFamily="34" charset="-122"/>
                <a:cs typeface="Malgun Gothic" pitchFamily="34" charset="-120"/>
              </a:rPr>
              <a:t>어떻게</a:t>
            </a:r>
            <a:endParaRPr lang="en-US" sz="900" dirty="0"/>
          </a:p>
        </p:txBody>
      </p:sp>
      <p:sp>
        <p:nvSpPr>
          <p:cNvPr id="14" name="Text 12"/>
          <p:cNvSpPr txBox="1"/>
          <p:nvPr/>
        </p:nvSpPr>
        <p:spPr>
          <a:xfrm>
            <a:off x="1618488" y="2139696"/>
            <a:ext cx="4041648" cy="329184"/>
          </a:xfrm>
          <a:prstGeom prst="rect">
            <a:avLst/>
          </a:prstGeom>
          <a:noFill/>
          <a:ln/>
        </p:spPr>
        <p:txBody>
          <a:bodyPr wrap="square" lIns="0" tIns="0" rIns="0" bIns="0" rtlCol="0" anchor="ctr"/>
          <a:lstStyle/>
          <a:p>
            <a:pPr indent="0" marL="0">
              <a:buNone/>
            </a:pPr>
            <a:r>
              <a:rPr lang="en-US" sz="900" dirty="0">
                <a:solidFill>
                  <a:srgbClr val="1C2733"/>
                </a:solidFill>
                <a:latin typeface="Malgun Gothic" pitchFamily="34" charset="0"/>
                <a:ea typeface="Malgun Gothic" pitchFamily="34" charset="-122"/>
                <a:cs typeface="Malgun Gothic" pitchFamily="34" charset="-120"/>
              </a:rPr>
              <a:t>DSD (Jones &amp; Nachtsheim, 2011) — 3수준 표준 선별 실험표, 29회 해석</a:t>
            </a:r>
            <a:endParaRPr lang="en-US" sz="900" dirty="0"/>
          </a:p>
        </p:txBody>
      </p:sp>
      <p:sp>
        <p:nvSpPr>
          <p:cNvPr id="15" name="Text 13"/>
          <p:cNvSpPr txBox="1"/>
          <p:nvPr/>
        </p:nvSpPr>
        <p:spPr>
          <a:xfrm>
            <a:off x="1965960" y="2560320"/>
            <a:ext cx="2715768" cy="201168"/>
          </a:xfrm>
          <a:prstGeom prst="rect">
            <a:avLst/>
          </a:prstGeom>
          <a:noFill/>
          <a:ln/>
        </p:spPr>
        <p:txBody>
          <a:bodyPr wrap="square" lIns="0" tIns="0" rIns="0" bIns="0" rtlCol="0" anchor="ctr"/>
          <a:lstStyle/>
          <a:p>
            <a:pPr algn="ctr" indent="0" marL="0">
              <a:buNone/>
            </a:pPr>
            <a:r>
              <a:rPr lang="en-US" sz="850" b="1" dirty="0">
                <a:solidFill>
                  <a:srgbClr val="16305B"/>
                </a:solidFill>
                <a:latin typeface="Malgun Gothic" pitchFamily="34" charset="0"/>
                <a:ea typeface="Malgun Gothic" pitchFamily="34" charset="-122"/>
                <a:cs typeface="Malgun Gothic" pitchFamily="34" charset="-120"/>
              </a:rPr>
              <a:t>실제 변수 11개</a:t>
            </a:r>
            <a:endParaRPr lang="en-US" sz="850" dirty="0"/>
          </a:p>
        </p:txBody>
      </p:sp>
      <p:sp>
        <p:nvSpPr>
          <p:cNvPr id="16" name="Text 14"/>
          <p:cNvSpPr txBox="1"/>
          <p:nvPr/>
        </p:nvSpPr>
        <p:spPr>
          <a:xfrm>
            <a:off x="4681728" y="2560320"/>
            <a:ext cx="1014984" cy="201168"/>
          </a:xfrm>
          <a:prstGeom prst="rect">
            <a:avLst/>
          </a:prstGeom>
          <a:noFill/>
          <a:ln/>
        </p:spPr>
        <p:txBody>
          <a:bodyPr wrap="square" lIns="0" tIns="0" rIns="0" bIns="0" rtlCol="0" anchor="ctr"/>
          <a:lstStyle/>
          <a:p>
            <a:pPr algn="ctr" indent="0" marL="0">
              <a:buNone/>
            </a:pPr>
            <a:r>
              <a:rPr lang="en-US" sz="850" b="1" dirty="0">
                <a:solidFill>
                  <a:srgbClr val="0088A6"/>
                </a:solidFill>
                <a:latin typeface="Malgun Gothic" pitchFamily="34" charset="0"/>
                <a:ea typeface="Malgun Gothic" pitchFamily="34" charset="-122"/>
                <a:cs typeface="Malgun Gothic" pitchFamily="34" charset="-120"/>
              </a:rPr>
              <a:t>가짜 인자 3개</a:t>
            </a:r>
            <a:endParaRPr lang="en-US" sz="850" dirty="0"/>
          </a:p>
        </p:txBody>
      </p:sp>
      <p:sp>
        <p:nvSpPr>
          <p:cNvPr id="17" name="Shape 15"/>
          <p:cNvSpPr/>
          <p:nvPr/>
        </p:nvSpPr>
        <p:spPr>
          <a:xfrm>
            <a:off x="1965960" y="2798064"/>
            <a:ext cx="2688336" cy="0"/>
          </a:xfrm>
          <a:prstGeom prst="line">
            <a:avLst/>
          </a:prstGeom>
          <a:noFill/>
          <a:ln w="12700">
            <a:solidFill>
              <a:srgbClr val="16305B"/>
            </a:solidFill>
            <a:prstDash val="solid"/>
          </a:ln>
        </p:spPr>
      </p:sp>
      <p:sp>
        <p:nvSpPr>
          <p:cNvPr id="18" name="Shape 16"/>
          <p:cNvSpPr/>
          <p:nvPr/>
        </p:nvSpPr>
        <p:spPr>
          <a:xfrm>
            <a:off x="4709160" y="2798064"/>
            <a:ext cx="713232" cy="0"/>
          </a:xfrm>
          <a:prstGeom prst="line">
            <a:avLst/>
          </a:prstGeom>
          <a:noFill/>
          <a:ln w="12700">
            <a:solidFill>
              <a:srgbClr val="00A3C4"/>
            </a:solidFill>
            <a:prstDash val="solid"/>
          </a:ln>
        </p:spPr>
      </p:sp>
      <p:sp>
        <p:nvSpPr>
          <p:cNvPr id="19" name="Shape 17"/>
          <p:cNvSpPr/>
          <p:nvPr/>
        </p:nvSpPr>
        <p:spPr>
          <a:xfrm>
            <a:off x="1965960" y="2944368"/>
            <a:ext cx="224028" cy="51206"/>
          </a:xfrm>
          <a:prstGeom prst="rect">
            <a:avLst/>
          </a:prstGeom>
          <a:solidFill>
            <a:srgbClr val="8FB0D4"/>
          </a:solidFill>
          <a:ln w="12700">
            <a:solidFill>
              <a:srgbClr val="8FB0D4"/>
            </a:solidFill>
            <a:prstDash val="solid"/>
          </a:ln>
        </p:spPr>
      </p:sp>
      <p:sp>
        <p:nvSpPr>
          <p:cNvPr id="20" name="Shape 18"/>
          <p:cNvSpPr/>
          <p:nvPr/>
        </p:nvSpPr>
        <p:spPr>
          <a:xfrm>
            <a:off x="2212848" y="2944368"/>
            <a:ext cx="224028" cy="51206"/>
          </a:xfrm>
          <a:prstGeom prst="rect">
            <a:avLst/>
          </a:prstGeom>
          <a:solidFill>
            <a:srgbClr val="16305B"/>
          </a:solidFill>
          <a:ln w="12700">
            <a:solidFill>
              <a:srgbClr val="16305B"/>
            </a:solidFill>
            <a:prstDash val="solid"/>
          </a:ln>
        </p:spPr>
      </p:sp>
      <p:sp>
        <p:nvSpPr>
          <p:cNvPr id="21" name="Shape 19"/>
          <p:cNvSpPr/>
          <p:nvPr/>
        </p:nvSpPr>
        <p:spPr>
          <a:xfrm>
            <a:off x="2459736" y="2944368"/>
            <a:ext cx="224028" cy="51206"/>
          </a:xfrm>
          <a:prstGeom prst="rect">
            <a:avLst/>
          </a:prstGeom>
          <a:solidFill>
            <a:srgbClr val="16305B"/>
          </a:solidFill>
          <a:ln w="12700">
            <a:solidFill>
              <a:srgbClr val="16305B"/>
            </a:solidFill>
            <a:prstDash val="solid"/>
          </a:ln>
        </p:spPr>
      </p:sp>
      <p:sp>
        <p:nvSpPr>
          <p:cNvPr id="22" name="Shape 20"/>
          <p:cNvSpPr/>
          <p:nvPr/>
        </p:nvSpPr>
        <p:spPr>
          <a:xfrm>
            <a:off x="2706624" y="2944368"/>
            <a:ext cx="224028" cy="51206"/>
          </a:xfrm>
          <a:prstGeom prst="rect">
            <a:avLst/>
          </a:prstGeom>
          <a:solidFill>
            <a:srgbClr val="16305B"/>
          </a:solidFill>
          <a:ln w="12700">
            <a:solidFill>
              <a:srgbClr val="16305B"/>
            </a:solidFill>
            <a:prstDash val="solid"/>
          </a:ln>
        </p:spPr>
      </p:sp>
      <p:sp>
        <p:nvSpPr>
          <p:cNvPr id="23" name="Shape 21"/>
          <p:cNvSpPr/>
          <p:nvPr/>
        </p:nvSpPr>
        <p:spPr>
          <a:xfrm>
            <a:off x="2953512" y="2944368"/>
            <a:ext cx="224028" cy="51206"/>
          </a:xfrm>
          <a:prstGeom prst="rect">
            <a:avLst/>
          </a:prstGeom>
          <a:solidFill>
            <a:srgbClr val="16305B"/>
          </a:solidFill>
          <a:ln w="12700">
            <a:solidFill>
              <a:srgbClr val="16305B"/>
            </a:solidFill>
            <a:prstDash val="solid"/>
          </a:ln>
        </p:spPr>
      </p:sp>
      <p:sp>
        <p:nvSpPr>
          <p:cNvPr id="24" name="Shape 22"/>
          <p:cNvSpPr/>
          <p:nvPr/>
        </p:nvSpPr>
        <p:spPr>
          <a:xfrm>
            <a:off x="3200400" y="2944368"/>
            <a:ext cx="224028" cy="51206"/>
          </a:xfrm>
          <a:prstGeom prst="rect">
            <a:avLst/>
          </a:prstGeom>
          <a:solidFill>
            <a:srgbClr val="16305B"/>
          </a:solidFill>
          <a:ln w="12700">
            <a:solidFill>
              <a:srgbClr val="16305B"/>
            </a:solidFill>
            <a:prstDash val="solid"/>
          </a:ln>
        </p:spPr>
      </p:sp>
      <p:sp>
        <p:nvSpPr>
          <p:cNvPr id="25" name="Shape 23"/>
          <p:cNvSpPr/>
          <p:nvPr/>
        </p:nvSpPr>
        <p:spPr>
          <a:xfrm>
            <a:off x="3447288" y="2944368"/>
            <a:ext cx="224028" cy="51206"/>
          </a:xfrm>
          <a:prstGeom prst="rect">
            <a:avLst/>
          </a:prstGeom>
          <a:solidFill>
            <a:srgbClr val="16305B"/>
          </a:solidFill>
          <a:ln w="12700">
            <a:solidFill>
              <a:srgbClr val="16305B"/>
            </a:solidFill>
            <a:prstDash val="solid"/>
          </a:ln>
        </p:spPr>
      </p:sp>
      <p:sp>
        <p:nvSpPr>
          <p:cNvPr id="26" name="Shape 24"/>
          <p:cNvSpPr/>
          <p:nvPr/>
        </p:nvSpPr>
        <p:spPr>
          <a:xfrm>
            <a:off x="3694176" y="2944368"/>
            <a:ext cx="224028" cy="51206"/>
          </a:xfrm>
          <a:prstGeom prst="rect">
            <a:avLst/>
          </a:prstGeom>
          <a:solidFill>
            <a:srgbClr val="16305B"/>
          </a:solidFill>
          <a:ln w="12700">
            <a:solidFill>
              <a:srgbClr val="16305B"/>
            </a:solidFill>
            <a:prstDash val="solid"/>
          </a:ln>
        </p:spPr>
      </p:sp>
      <p:sp>
        <p:nvSpPr>
          <p:cNvPr id="27" name="Shape 25"/>
          <p:cNvSpPr/>
          <p:nvPr/>
        </p:nvSpPr>
        <p:spPr>
          <a:xfrm>
            <a:off x="3941064" y="2944368"/>
            <a:ext cx="224028" cy="51206"/>
          </a:xfrm>
          <a:prstGeom prst="rect">
            <a:avLst/>
          </a:prstGeom>
          <a:solidFill>
            <a:srgbClr val="16305B"/>
          </a:solidFill>
          <a:ln w="12700">
            <a:solidFill>
              <a:srgbClr val="16305B"/>
            </a:solidFill>
            <a:prstDash val="solid"/>
          </a:ln>
        </p:spPr>
      </p:sp>
      <p:sp>
        <p:nvSpPr>
          <p:cNvPr id="28" name="Shape 26"/>
          <p:cNvSpPr/>
          <p:nvPr/>
        </p:nvSpPr>
        <p:spPr>
          <a:xfrm>
            <a:off x="4187952" y="2944368"/>
            <a:ext cx="224028" cy="51206"/>
          </a:xfrm>
          <a:prstGeom prst="rect">
            <a:avLst/>
          </a:prstGeom>
          <a:solidFill>
            <a:srgbClr val="16305B"/>
          </a:solidFill>
          <a:ln w="12700">
            <a:solidFill>
              <a:srgbClr val="16305B"/>
            </a:solidFill>
            <a:prstDash val="solid"/>
          </a:ln>
        </p:spPr>
      </p:sp>
      <p:sp>
        <p:nvSpPr>
          <p:cNvPr id="29" name="Shape 27"/>
          <p:cNvSpPr/>
          <p:nvPr/>
        </p:nvSpPr>
        <p:spPr>
          <a:xfrm>
            <a:off x="4434840" y="2944368"/>
            <a:ext cx="224028" cy="51206"/>
          </a:xfrm>
          <a:prstGeom prst="rect">
            <a:avLst/>
          </a:prstGeom>
          <a:solidFill>
            <a:srgbClr val="16305B"/>
          </a:solidFill>
          <a:ln w="12700">
            <a:solidFill>
              <a:srgbClr val="16305B"/>
            </a:solidFill>
            <a:prstDash val="solid"/>
          </a:ln>
        </p:spPr>
      </p:sp>
      <p:sp>
        <p:nvSpPr>
          <p:cNvPr id="30" name="Shape 28"/>
          <p:cNvSpPr/>
          <p:nvPr/>
        </p:nvSpPr>
        <p:spPr>
          <a:xfrm>
            <a:off x="4681728" y="2944368"/>
            <a:ext cx="224028" cy="51206"/>
          </a:xfrm>
          <a:prstGeom prst="rect">
            <a:avLst/>
          </a:prstGeom>
          <a:solidFill>
            <a:srgbClr val="0090B0"/>
          </a:solidFill>
          <a:ln w="12700">
            <a:solidFill>
              <a:srgbClr val="0090B0"/>
            </a:solidFill>
            <a:prstDash val="solid"/>
          </a:ln>
        </p:spPr>
      </p:sp>
      <p:sp>
        <p:nvSpPr>
          <p:cNvPr id="31" name="Shape 29"/>
          <p:cNvSpPr/>
          <p:nvPr/>
        </p:nvSpPr>
        <p:spPr>
          <a:xfrm>
            <a:off x="4928616" y="2944368"/>
            <a:ext cx="224028" cy="51206"/>
          </a:xfrm>
          <a:prstGeom prst="rect">
            <a:avLst/>
          </a:prstGeom>
          <a:solidFill>
            <a:srgbClr val="0090B0"/>
          </a:solidFill>
          <a:ln w="12700">
            <a:solidFill>
              <a:srgbClr val="0090B0"/>
            </a:solidFill>
            <a:prstDash val="solid"/>
          </a:ln>
        </p:spPr>
      </p:sp>
      <p:sp>
        <p:nvSpPr>
          <p:cNvPr id="32" name="Shape 30"/>
          <p:cNvSpPr/>
          <p:nvPr/>
        </p:nvSpPr>
        <p:spPr>
          <a:xfrm>
            <a:off x="5175504" y="2944368"/>
            <a:ext cx="224028" cy="51206"/>
          </a:xfrm>
          <a:prstGeom prst="rect">
            <a:avLst/>
          </a:prstGeom>
          <a:solidFill>
            <a:srgbClr val="0090B0"/>
          </a:solidFill>
          <a:ln w="12700">
            <a:solidFill>
              <a:srgbClr val="0090B0"/>
            </a:solidFill>
            <a:prstDash val="solid"/>
          </a:ln>
        </p:spPr>
      </p:sp>
      <p:sp>
        <p:nvSpPr>
          <p:cNvPr id="33" name="Shape 31"/>
          <p:cNvSpPr/>
          <p:nvPr/>
        </p:nvSpPr>
        <p:spPr>
          <a:xfrm>
            <a:off x="1965960" y="3010205"/>
            <a:ext cx="224028" cy="51206"/>
          </a:xfrm>
          <a:prstGeom prst="rect">
            <a:avLst/>
          </a:prstGeom>
          <a:solidFill>
            <a:srgbClr val="16305B"/>
          </a:solidFill>
          <a:ln w="12700">
            <a:solidFill>
              <a:srgbClr val="16305B"/>
            </a:solidFill>
            <a:prstDash val="solid"/>
          </a:ln>
        </p:spPr>
      </p:sp>
      <p:sp>
        <p:nvSpPr>
          <p:cNvPr id="34" name="Shape 32"/>
          <p:cNvSpPr/>
          <p:nvPr/>
        </p:nvSpPr>
        <p:spPr>
          <a:xfrm>
            <a:off x="2212848" y="3010205"/>
            <a:ext cx="224028" cy="51206"/>
          </a:xfrm>
          <a:prstGeom prst="rect">
            <a:avLst/>
          </a:prstGeom>
          <a:solidFill>
            <a:srgbClr val="8FB0D4"/>
          </a:solidFill>
          <a:ln w="12700">
            <a:solidFill>
              <a:srgbClr val="8FB0D4"/>
            </a:solidFill>
            <a:prstDash val="solid"/>
          </a:ln>
        </p:spPr>
      </p:sp>
      <p:sp>
        <p:nvSpPr>
          <p:cNvPr id="35" name="Shape 33"/>
          <p:cNvSpPr/>
          <p:nvPr/>
        </p:nvSpPr>
        <p:spPr>
          <a:xfrm>
            <a:off x="2459736" y="3010205"/>
            <a:ext cx="224028" cy="51206"/>
          </a:xfrm>
          <a:prstGeom prst="rect">
            <a:avLst/>
          </a:prstGeom>
          <a:solidFill>
            <a:srgbClr val="16305B"/>
          </a:solidFill>
          <a:ln w="12700">
            <a:solidFill>
              <a:srgbClr val="16305B"/>
            </a:solidFill>
            <a:prstDash val="solid"/>
          </a:ln>
        </p:spPr>
      </p:sp>
      <p:sp>
        <p:nvSpPr>
          <p:cNvPr id="36" name="Shape 34"/>
          <p:cNvSpPr/>
          <p:nvPr/>
        </p:nvSpPr>
        <p:spPr>
          <a:xfrm>
            <a:off x="2706624" y="3010205"/>
            <a:ext cx="224028" cy="51206"/>
          </a:xfrm>
          <a:prstGeom prst="rect">
            <a:avLst/>
          </a:prstGeom>
          <a:solidFill>
            <a:srgbClr val="E4EBF3"/>
          </a:solidFill>
          <a:ln w="12700">
            <a:solidFill>
              <a:srgbClr val="E4EBF3"/>
            </a:solidFill>
            <a:prstDash val="solid"/>
          </a:ln>
        </p:spPr>
      </p:sp>
      <p:sp>
        <p:nvSpPr>
          <p:cNvPr id="37" name="Shape 35"/>
          <p:cNvSpPr/>
          <p:nvPr/>
        </p:nvSpPr>
        <p:spPr>
          <a:xfrm>
            <a:off x="2953512" y="3010205"/>
            <a:ext cx="224028" cy="51206"/>
          </a:xfrm>
          <a:prstGeom prst="rect">
            <a:avLst/>
          </a:prstGeom>
          <a:solidFill>
            <a:srgbClr val="16305B"/>
          </a:solidFill>
          <a:ln w="12700">
            <a:solidFill>
              <a:srgbClr val="16305B"/>
            </a:solidFill>
            <a:prstDash val="solid"/>
          </a:ln>
        </p:spPr>
      </p:sp>
      <p:sp>
        <p:nvSpPr>
          <p:cNvPr id="38" name="Shape 36"/>
          <p:cNvSpPr/>
          <p:nvPr/>
        </p:nvSpPr>
        <p:spPr>
          <a:xfrm>
            <a:off x="3200400" y="3010205"/>
            <a:ext cx="224028" cy="51206"/>
          </a:xfrm>
          <a:prstGeom prst="rect">
            <a:avLst/>
          </a:prstGeom>
          <a:solidFill>
            <a:srgbClr val="16305B"/>
          </a:solidFill>
          <a:ln w="12700">
            <a:solidFill>
              <a:srgbClr val="16305B"/>
            </a:solidFill>
            <a:prstDash val="solid"/>
          </a:ln>
        </p:spPr>
      </p:sp>
      <p:sp>
        <p:nvSpPr>
          <p:cNvPr id="39" name="Shape 37"/>
          <p:cNvSpPr/>
          <p:nvPr/>
        </p:nvSpPr>
        <p:spPr>
          <a:xfrm>
            <a:off x="3447288" y="3010205"/>
            <a:ext cx="224028" cy="51206"/>
          </a:xfrm>
          <a:prstGeom prst="rect">
            <a:avLst/>
          </a:prstGeom>
          <a:solidFill>
            <a:srgbClr val="E4EBF3"/>
          </a:solidFill>
          <a:ln w="12700">
            <a:solidFill>
              <a:srgbClr val="E4EBF3"/>
            </a:solidFill>
            <a:prstDash val="solid"/>
          </a:ln>
        </p:spPr>
      </p:sp>
      <p:sp>
        <p:nvSpPr>
          <p:cNvPr id="40" name="Shape 38"/>
          <p:cNvSpPr/>
          <p:nvPr/>
        </p:nvSpPr>
        <p:spPr>
          <a:xfrm>
            <a:off x="3694176" y="3010205"/>
            <a:ext cx="224028" cy="51206"/>
          </a:xfrm>
          <a:prstGeom prst="rect">
            <a:avLst/>
          </a:prstGeom>
          <a:solidFill>
            <a:srgbClr val="E4EBF3"/>
          </a:solidFill>
          <a:ln w="12700">
            <a:solidFill>
              <a:srgbClr val="E4EBF3"/>
            </a:solidFill>
            <a:prstDash val="solid"/>
          </a:ln>
        </p:spPr>
      </p:sp>
      <p:sp>
        <p:nvSpPr>
          <p:cNvPr id="41" name="Shape 39"/>
          <p:cNvSpPr/>
          <p:nvPr/>
        </p:nvSpPr>
        <p:spPr>
          <a:xfrm>
            <a:off x="3941064" y="3010205"/>
            <a:ext cx="224028" cy="51206"/>
          </a:xfrm>
          <a:prstGeom prst="rect">
            <a:avLst/>
          </a:prstGeom>
          <a:solidFill>
            <a:srgbClr val="E4EBF3"/>
          </a:solidFill>
          <a:ln w="12700">
            <a:solidFill>
              <a:srgbClr val="E4EBF3"/>
            </a:solidFill>
            <a:prstDash val="solid"/>
          </a:ln>
        </p:spPr>
      </p:sp>
      <p:sp>
        <p:nvSpPr>
          <p:cNvPr id="42" name="Shape 40"/>
          <p:cNvSpPr/>
          <p:nvPr/>
        </p:nvSpPr>
        <p:spPr>
          <a:xfrm>
            <a:off x="4187952" y="3010205"/>
            <a:ext cx="224028" cy="51206"/>
          </a:xfrm>
          <a:prstGeom prst="rect">
            <a:avLst/>
          </a:prstGeom>
          <a:solidFill>
            <a:srgbClr val="E4EBF3"/>
          </a:solidFill>
          <a:ln w="12700">
            <a:solidFill>
              <a:srgbClr val="E4EBF3"/>
            </a:solidFill>
            <a:prstDash val="solid"/>
          </a:ln>
        </p:spPr>
      </p:sp>
      <p:sp>
        <p:nvSpPr>
          <p:cNvPr id="43" name="Shape 41"/>
          <p:cNvSpPr/>
          <p:nvPr/>
        </p:nvSpPr>
        <p:spPr>
          <a:xfrm>
            <a:off x="4434840" y="3010205"/>
            <a:ext cx="224028" cy="51206"/>
          </a:xfrm>
          <a:prstGeom prst="rect">
            <a:avLst/>
          </a:prstGeom>
          <a:solidFill>
            <a:srgbClr val="16305B"/>
          </a:solidFill>
          <a:ln w="12700">
            <a:solidFill>
              <a:srgbClr val="16305B"/>
            </a:solidFill>
            <a:prstDash val="solid"/>
          </a:ln>
        </p:spPr>
      </p:sp>
      <p:sp>
        <p:nvSpPr>
          <p:cNvPr id="44" name="Shape 42"/>
          <p:cNvSpPr/>
          <p:nvPr/>
        </p:nvSpPr>
        <p:spPr>
          <a:xfrm>
            <a:off x="4681728" y="3010205"/>
            <a:ext cx="224028" cy="51206"/>
          </a:xfrm>
          <a:prstGeom prst="rect">
            <a:avLst/>
          </a:prstGeom>
          <a:solidFill>
            <a:srgbClr val="0090B0"/>
          </a:solidFill>
          <a:ln w="12700">
            <a:solidFill>
              <a:srgbClr val="0090B0"/>
            </a:solidFill>
            <a:prstDash val="solid"/>
          </a:ln>
        </p:spPr>
      </p:sp>
      <p:sp>
        <p:nvSpPr>
          <p:cNvPr id="45" name="Shape 43"/>
          <p:cNvSpPr/>
          <p:nvPr/>
        </p:nvSpPr>
        <p:spPr>
          <a:xfrm>
            <a:off x="4928616" y="3010205"/>
            <a:ext cx="224028" cy="51206"/>
          </a:xfrm>
          <a:prstGeom prst="rect">
            <a:avLst/>
          </a:prstGeom>
          <a:solidFill>
            <a:srgbClr val="E2F4F8"/>
          </a:solidFill>
          <a:ln w="12700">
            <a:solidFill>
              <a:srgbClr val="E2F4F8"/>
            </a:solidFill>
            <a:prstDash val="solid"/>
          </a:ln>
        </p:spPr>
      </p:sp>
      <p:sp>
        <p:nvSpPr>
          <p:cNvPr id="46" name="Shape 44"/>
          <p:cNvSpPr/>
          <p:nvPr/>
        </p:nvSpPr>
        <p:spPr>
          <a:xfrm>
            <a:off x="5175504" y="3010205"/>
            <a:ext cx="224028" cy="51206"/>
          </a:xfrm>
          <a:prstGeom prst="rect">
            <a:avLst/>
          </a:prstGeom>
          <a:solidFill>
            <a:srgbClr val="0090B0"/>
          </a:solidFill>
          <a:ln w="12700">
            <a:solidFill>
              <a:srgbClr val="0090B0"/>
            </a:solidFill>
            <a:prstDash val="solid"/>
          </a:ln>
        </p:spPr>
      </p:sp>
      <p:sp>
        <p:nvSpPr>
          <p:cNvPr id="47" name="Shape 45"/>
          <p:cNvSpPr/>
          <p:nvPr/>
        </p:nvSpPr>
        <p:spPr>
          <a:xfrm>
            <a:off x="1965960" y="3076042"/>
            <a:ext cx="224028" cy="51206"/>
          </a:xfrm>
          <a:prstGeom prst="rect">
            <a:avLst/>
          </a:prstGeom>
          <a:solidFill>
            <a:srgbClr val="16305B"/>
          </a:solidFill>
          <a:ln w="12700">
            <a:solidFill>
              <a:srgbClr val="16305B"/>
            </a:solidFill>
            <a:prstDash val="solid"/>
          </a:ln>
        </p:spPr>
      </p:sp>
      <p:sp>
        <p:nvSpPr>
          <p:cNvPr id="48" name="Shape 46"/>
          <p:cNvSpPr/>
          <p:nvPr/>
        </p:nvSpPr>
        <p:spPr>
          <a:xfrm>
            <a:off x="2212848" y="3076042"/>
            <a:ext cx="224028" cy="51206"/>
          </a:xfrm>
          <a:prstGeom prst="rect">
            <a:avLst/>
          </a:prstGeom>
          <a:solidFill>
            <a:srgbClr val="16305B"/>
          </a:solidFill>
          <a:ln w="12700">
            <a:solidFill>
              <a:srgbClr val="16305B"/>
            </a:solidFill>
            <a:prstDash val="solid"/>
          </a:ln>
        </p:spPr>
      </p:sp>
      <p:sp>
        <p:nvSpPr>
          <p:cNvPr id="49" name="Shape 47"/>
          <p:cNvSpPr/>
          <p:nvPr/>
        </p:nvSpPr>
        <p:spPr>
          <a:xfrm>
            <a:off x="2459736" y="3076042"/>
            <a:ext cx="224028" cy="51206"/>
          </a:xfrm>
          <a:prstGeom prst="rect">
            <a:avLst/>
          </a:prstGeom>
          <a:solidFill>
            <a:srgbClr val="8FB0D4"/>
          </a:solidFill>
          <a:ln w="12700">
            <a:solidFill>
              <a:srgbClr val="8FB0D4"/>
            </a:solidFill>
            <a:prstDash val="solid"/>
          </a:ln>
        </p:spPr>
      </p:sp>
      <p:sp>
        <p:nvSpPr>
          <p:cNvPr id="50" name="Shape 48"/>
          <p:cNvSpPr/>
          <p:nvPr/>
        </p:nvSpPr>
        <p:spPr>
          <a:xfrm>
            <a:off x="2706624" y="3076042"/>
            <a:ext cx="224028" cy="51206"/>
          </a:xfrm>
          <a:prstGeom prst="rect">
            <a:avLst/>
          </a:prstGeom>
          <a:solidFill>
            <a:srgbClr val="16305B"/>
          </a:solidFill>
          <a:ln w="12700">
            <a:solidFill>
              <a:srgbClr val="16305B"/>
            </a:solidFill>
            <a:prstDash val="solid"/>
          </a:ln>
        </p:spPr>
      </p:sp>
      <p:sp>
        <p:nvSpPr>
          <p:cNvPr id="51" name="Shape 49"/>
          <p:cNvSpPr/>
          <p:nvPr/>
        </p:nvSpPr>
        <p:spPr>
          <a:xfrm>
            <a:off x="2953512" y="3076042"/>
            <a:ext cx="224028" cy="51206"/>
          </a:xfrm>
          <a:prstGeom prst="rect">
            <a:avLst/>
          </a:prstGeom>
          <a:solidFill>
            <a:srgbClr val="E4EBF3"/>
          </a:solidFill>
          <a:ln w="12700">
            <a:solidFill>
              <a:srgbClr val="E4EBF3"/>
            </a:solidFill>
            <a:prstDash val="solid"/>
          </a:ln>
        </p:spPr>
      </p:sp>
      <p:sp>
        <p:nvSpPr>
          <p:cNvPr id="52" name="Shape 50"/>
          <p:cNvSpPr/>
          <p:nvPr/>
        </p:nvSpPr>
        <p:spPr>
          <a:xfrm>
            <a:off x="3200400" y="3076042"/>
            <a:ext cx="224028" cy="51206"/>
          </a:xfrm>
          <a:prstGeom prst="rect">
            <a:avLst/>
          </a:prstGeom>
          <a:solidFill>
            <a:srgbClr val="16305B"/>
          </a:solidFill>
          <a:ln w="12700">
            <a:solidFill>
              <a:srgbClr val="16305B"/>
            </a:solidFill>
            <a:prstDash val="solid"/>
          </a:ln>
        </p:spPr>
      </p:sp>
      <p:sp>
        <p:nvSpPr>
          <p:cNvPr id="53" name="Shape 51"/>
          <p:cNvSpPr/>
          <p:nvPr/>
        </p:nvSpPr>
        <p:spPr>
          <a:xfrm>
            <a:off x="3447288" y="3076042"/>
            <a:ext cx="224028" cy="51206"/>
          </a:xfrm>
          <a:prstGeom prst="rect">
            <a:avLst/>
          </a:prstGeom>
          <a:solidFill>
            <a:srgbClr val="16305B"/>
          </a:solidFill>
          <a:ln w="12700">
            <a:solidFill>
              <a:srgbClr val="16305B"/>
            </a:solidFill>
            <a:prstDash val="solid"/>
          </a:ln>
        </p:spPr>
      </p:sp>
      <p:sp>
        <p:nvSpPr>
          <p:cNvPr id="54" name="Shape 52"/>
          <p:cNvSpPr/>
          <p:nvPr/>
        </p:nvSpPr>
        <p:spPr>
          <a:xfrm>
            <a:off x="3694176" y="3076042"/>
            <a:ext cx="224028" cy="51206"/>
          </a:xfrm>
          <a:prstGeom prst="rect">
            <a:avLst/>
          </a:prstGeom>
          <a:solidFill>
            <a:srgbClr val="E4EBF3"/>
          </a:solidFill>
          <a:ln w="12700">
            <a:solidFill>
              <a:srgbClr val="E4EBF3"/>
            </a:solidFill>
            <a:prstDash val="solid"/>
          </a:ln>
        </p:spPr>
      </p:sp>
      <p:sp>
        <p:nvSpPr>
          <p:cNvPr id="55" name="Shape 53"/>
          <p:cNvSpPr/>
          <p:nvPr/>
        </p:nvSpPr>
        <p:spPr>
          <a:xfrm>
            <a:off x="3941064" y="3076042"/>
            <a:ext cx="224028" cy="51206"/>
          </a:xfrm>
          <a:prstGeom prst="rect">
            <a:avLst/>
          </a:prstGeom>
          <a:solidFill>
            <a:srgbClr val="E4EBF3"/>
          </a:solidFill>
          <a:ln w="12700">
            <a:solidFill>
              <a:srgbClr val="E4EBF3"/>
            </a:solidFill>
            <a:prstDash val="solid"/>
          </a:ln>
        </p:spPr>
      </p:sp>
      <p:sp>
        <p:nvSpPr>
          <p:cNvPr id="56" name="Shape 54"/>
          <p:cNvSpPr/>
          <p:nvPr/>
        </p:nvSpPr>
        <p:spPr>
          <a:xfrm>
            <a:off x="4187952" y="3076042"/>
            <a:ext cx="224028" cy="51206"/>
          </a:xfrm>
          <a:prstGeom prst="rect">
            <a:avLst/>
          </a:prstGeom>
          <a:solidFill>
            <a:srgbClr val="E4EBF3"/>
          </a:solidFill>
          <a:ln w="12700">
            <a:solidFill>
              <a:srgbClr val="E4EBF3"/>
            </a:solidFill>
            <a:prstDash val="solid"/>
          </a:ln>
        </p:spPr>
      </p:sp>
      <p:sp>
        <p:nvSpPr>
          <p:cNvPr id="57" name="Shape 55"/>
          <p:cNvSpPr/>
          <p:nvPr/>
        </p:nvSpPr>
        <p:spPr>
          <a:xfrm>
            <a:off x="4434840" y="3076042"/>
            <a:ext cx="224028" cy="51206"/>
          </a:xfrm>
          <a:prstGeom prst="rect">
            <a:avLst/>
          </a:prstGeom>
          <a:solidFill>
            <a:srgbClr val="E4EBF3"/>
          </a:solidFill>
          <a:ln w="12700">
            <a:solidFill>
              <a:srgbClr val="E4EBF3"/>
            </a:solidFill>
            <a:prstDash val="solid"/>
          </a:ln>
        </p:spPr>
      </p:sp>
      <p:sp>
        <p:nvSpPr>
          <p:cNvPr id="58" name="Shape 56"/>
          <p:cNvSpPr/>
          <p:nvPr/>
        </p:nvSpPr>
        <p:spPr>
          <a:xfrm>
            <a:off x="4681728" y="3076042"/>
            <a:ext cx="224028" cy="51206"/>
          </a:xfrm>
          <a:prstGeom prst="rect">
            <a:avLst/>
          </a:prstGeom>
          <a:solidFill>
            <a:srgbClr val="0090B0"/>
          </a:solidFill>
          <a:ln w="12700">
            <a:solidFill>
              <a:srgbClr val="0090B0"/>
            </a:solidFill>
            <a:prstDash val="solid"/>
          </a:ln>
        </p:spPr>
      </p:sp>
      <p:sp>
        <p:nvSpPr>
          <p:cNvPr id="59" name="Shape 57"/>
          <p:cNvSpPr/>
          <p:nvPr/>
        </p:nvSpPr>
        <p:spPr>
          <a:xfrm>
            <a:off x="4928616" y="3076042"/>
            <a:ext cx="224028" cy="51206"/>
          </a:xfrm>
          <a:prstGeom prst="rect">
            <a:avLst/>
          </a:prstGeom>
          <a:solidFill>
            <a:srgbClr val="0090B0"/>
          </a:solidFill>
          <a:ln w="12700">
            <a:solidFill>
              <a:srgbClr val="0090B0"/>
            </a:solidFill>
            <a:prstDash val="solid"/>
          </a:ln>
        </p:spPr>
      </p:sp>
      <p:sp>
        <p:nvSpPr>
          <p:cNvPr id="60" name="Shape 58"/>
          <p:cNvSpPr/>
          <p:nvPr/>
        </p:nvSpPr>
        <p:spPr>
          <a:xfrm>
            <a:off x="5175504" y="3076042"/>
            <a:ext cx="224028" cy="51206"/>
          </a:xfrm>
          <a:prstGeom prst="rect">
            <a:avLst/>
          </a:prstGeom>
          <a:solidFill>
            <a:srgbClr val="E2F4F8"/>
          </a:solidFill>
          <a:ln w="12700">
            <a:solidFill>
              <a:srgbClr val="E2F4F8"/>
            </a:solidFill>
            <a:prstDash val="solid"/>
          </a:ln>
        </p:spPr>
      </p:sp>
      <p:sp>
        <p:nvSpPr>
          <p:cNvPr id="61" name="Shape 59"/>
          <p:cNvSpPr/>
          <p:nvPr/>
        </p:nvSpPr>
        <p:spPr>
          <a:xfrm>
            <a:off x="1965960" y="3141878"/>
            <a:ext cx="224028" cy="51206"/>
          </a:xfrm>
          <a:prstGeom prst="rect">
            <a:avLst/>
          </a:prstGeom>
          <a:solidFill>
            <a:srgbClr val="16305B"/>
          </a:solidFill>
          <a:ln w="12700">
            <a:solidFill>
              <a:srgbClr val="16305B"/>
            </a:solidFill>
            <a:prstDash val="solid"/>
          </a:ln>
        </p:spPr>
      </p:sp>
      <p:sp>
        <p:nvSpPr>
          <p:cNvPr id="62" name="Shape 60"/>
          <p:cNvSpPr/>
          <p:nvPr/>
        </p:nvSpPr>
        <p:spPr>
          <a:xfrm>
            <a:off x="2212848" y="3141878"/>
            <a:ext cx="224028" cy="51206"/>
          </a:xfrm>
          <a:prstGeom prst="rect">
            <a:avLst/>
          </a:prstGeom>
          <a:solidFill>
            <a:srgbClr val="E4EBF3"/>
          </a:solidFill>
          <a:ln w="12700">
            <a:solidFill>
              <a:srgbClr val="E4EBF3"/>
            </a:solidFill>
            <a:prstDash val="solid"/>
          </a:ln>
        </p:spPr>
      </p:sp>
      <p:sp>
        <p:nvSpPr>
          <p:cNvPr id="63" name="Shape 61"/>
          <p:cNvSpPr/>
          <p:nvPr/>
        </p:nvSpPr>
        <p:spPr>
          <a:xfrm>
            <a:off x="2459736" y="3141878"/>
            <a:ext cx="224028" cy="51206"/>
          </a:xfrm>
          <a:prstGeom prst="rect">
            <a:avLst/>
          </a:prstGeom>
          <a:solidFill>
            <a:srgbClr val="16305B"/>
          </a:solidFill>
          <a:ln w="12700">
            <a:solidFill>
              <a:srgbClr val="16305B"/>
            </a:solidFill>
            <a:prstDash val="solid"/>
          </a:ln>
        </p:spPr>
      </p:sp>
      <p:sp>
        <p:nvSpPr>
          <p:cNvPr id="64" name="Shape 62"/>
          <p:cNvSpPr/>
          <p:nvPr/>
        </p:nvSpPr>
        <p:spPr>
          <a:xfrm>
            <a:off x="2706624" y="3141878"/>
            <a:ext cx="224028" cy="51206"/>
          </a:xfrm>
          <a:prstGeom prst="rect">
            <a:avLst/>
          </a:prstGeom>
          <a:solidFill>
            <a:srgbClr val="8FB0D4"/>
          </a:solidFill>
          <a:ln w="12700">
            <a:solidFill>
              <a:srgbClr val="8FB0D4"/>
            </a:solidFill>
            <a:prstDash val="solid"/>
          </a:ln>
        </p:spPr>
      </p:sp>
      <p:sp>
        <p:nvSpPr>
          <p:cNvPr id="65" name="Shape 63"/>
          <p:cNvSpPr/>
          <p:nvPr/>
        </p:nvSpPr>
        <p:spPr>
          <a:xfrm>
            <a:off x="2953512" y="3141878"/>
            <a:ext cx="224028" cy="51206"/>
          </a:xfrm>
          <a:prstGeom prst="rect">
            <a:avLst/>
          </a:prstGeom>
          <a:solidFill>
            <a:srgbClr val="16305B"/>
          </a:solidFill>
          <a:ln w="12700">
            <a:solidFill>
              <a:srgbClr val="16305B"/>
            </a:solidFill>
            <a:prstDash val="solid"/>
          </a:ln>
        </p:spPr>
      </p:sp>
      <p:sp>
        <p:nvSpPr>
          <p:cNvPr id="66" name="Shape 64"/>
          <p:cNvSpPr/>
          <p:nvPr/>
        </p:nvSpPr>
        <p:spPr>
          <a:xfrm>
            <a:off x="3200400" y="3141878"/>
            <a:ext cx="224028" cy="51206"/>
          </a:xfrm>
          <a:prstGeom prst="rect">
            <a:avLst/>
          </a:prstGeom>
          <a:solidFill>
            <a:srgbClr val="E4EBF3"/>
          </a:solidFill>
          <a:ln w="12700">
            <a:solidFill>
              <a:srgbClr val="E4EBF3"/>
            </a:solidFill>
            <a:prstDash val="solid"/>
          </a:ln>
        </p:spPr>
      </p:sp>
      <p:sp>
        <p:nvSpPr>
          <p:cNvPr id="67" name="Shape 65"/>
          <p:cNvSpPr/>
          <p:nvPr/>
        </p:nvSpPr>
        <p:spPr>
          <a:xfrm>
            <a:off x="3447288" y="3141878"/>
            <a:ext cx="224028" cy="51206"/>
          </a:xfrm>
          <a:prstGeom prst="rect">
            <a:avLst/>
          </a:prstGeom>
          <a:solidFill>
            <a:srgbClr val="16305B"/>
          </a:solidFill>
          <a:ln w="12700">
            <a:solidFill>
              <a:srgbClr val="16305B"/>
            </a:solidFill>
            <a:prstDash val="solid"/>
          </a:ln>
        </p:spPr>
      </p:sp>
      <p:sp>
        <p:nvSpPr>
          <p:cNvPr id="68" name="Shape 66"/>
          <p:cNvSpPr/>
          <p:nvPr/>
        </p:nvSpPr>
        <p:spPr>
          <a:xfrm>
            <a:off x="3694176" y="3141878"/>
            <a:ext cx="224028" cy="51206"/>
          </a:xfrm>
          <a:prstGeom prst="rect">
            <a:avLst/>
          </a:prstGeom>
          <a:solidFill>
            <a:srgbClr val="16305B"/>
          </a:solidFill>
          <a:ln w="12700">
            <a:solidFill>
              <a:srgbClr val="16305B"/>
            </a:solidFill>
            <a:prstDash val="solid"/>
          </a:ln>
        </p:spPr>
      </p:sp>
      <p:sp>
        <p:nvSpPr>
          <p:cNvPr id="69" name="Shape 67"/>
          <p:cNvSpPr/>
          <p:nvPr/>
        </p:nvSpPr>
        <p:spPr>
          <a:xfrm>
            <a:off x="3941064" y="3141878"/>
            <a:ext cx="224028" cy="51206"/>
          </a:xfrm>
          <a:prstGeom prst="rect">
            <a:avLst/>
          </a:prstGeom>
          <a:solidFill>
            <a:srgbClr val="E4EBF3"/>
          </a:solidFill>
          <a:ln w="12700">
            <a:solidFill>
              <a:srgbClr val="E4EBF3"/>
            </a:solidFill>
            <a:prstDash val="solid"/>
          </a:ln>
        </p:spPr>
      </p:sp>
      <p:sp>
        <p:nvSpPr>
          <p:cNvPr id="70" name="Shape 68"/>
          <p:cNvSpPr/>
          <p:nvPr/>
        </p:nvSpPr>
        <p:spPr>
          <a:xfrm>
            <a:off x="4187952" y="3141878"/>
            <a:ext cx="224028" cy="51206"/>
          </a:xfrm>
          <a:prstGeom prst="rect">
            <a:avLst/>
          </a:prstGeom>
          <a:solidFill>
            <a:srgbClr val="E4EBF3"/>
          </a:solidFill>
          <a:ln w="12700">
            <a:solidFill>
              <a:srgbClr val="E4EBF3"/>
            </a:solidFill>
            <a:prstDash val="solid"/>
          </a:ln>
        </p:spPr>
      </p:sp>
      <p:sp>
        <p:nvSpPr>
          <p:cNvPr id="71" name="Shape 69"/>
          <p:cNvSpPr/>
          <p:nvPr/>
        </p:nvSpPr>
        <p:spPr>
          <a:xfrm>
            <a:off x="4434840" y="3141878"/>
            <a:ext cx="224028" cy="51206"/>
          </a:xfrm>
          <a:prstGeom prst="rect">
            <a:avLst/>
          </a:prstGeom>
          <a:solidFill>
            <a:srgbClr val="E4EBF3"/>
          </a:solidFill>
          <a:ln w="12700">
            <a:solidFill>
              <a:srgbClr val="E4EBF3"/>
            </a:solidFill>
            <a:prstDash val="solid"/>
          </a:ln>
        </p:spPr>
      </p:sp>
      <p:sp>
        <p:nvSpPr>
          <p:cNvPr id="72" name="Shape 70"/>
          <p:cNvSpPr/>
          <p:nvPr/>
        </p:nvSpPr>
        <p:spPr>
          <a:xfrm>
            <a:off x="4681728" y="3141878"/>
            <a:ext cx="224028" cy="51206"/>
          </a:xfrm>
          <a:prstGeom prst="rect">
            <a:avLst/>
          </a:prstGeom>
          <a:solidFill>
            <a:srgbClr val="E2F4F8"/>
          </a:solidFill>
          <a:ln w="12700">
            <a:solidFill>
              <a:srgbClr val="E2F4F8"/>
            </a:solidFill>
            <a:prstDash val="solid"/>
          </a:ln>
        </p:spPr>
      </p:sp>
      <p:sp>
        <p:nvSpPr>
          <p:cNvPr id="73" name="Shape 71"/>
          <p:cNvSpPr/>
          <p:nvPr/>
        </p:nvSpPr>
        <p:spPr>
          <a:xfrm>
            <a:off x="4928616" y="3141878"/>
            <a:ext cx="224028" cy="51206"/>
          </a:xfrm>
          <a:prstGeom prst="rect">
            <a:avLst/>
          </a:prstGeom>
          <a:solidFill>
            <a:srgbClr val="0090B0"/>
          </a:solidFill>
          <a:ln w="12700">
            <a:solidFill>
              <a:srgbClr val="0090B0"/>
            </a:solidFill>
            <a:prstDash val="solid"/>
          </a:ln>
        </p:spPr>
      </p:sp>
      <p:sp>
        <p:nvSpPr>
          <p:cNvPr id="74" name="Shape 72"/>
          <p:cNvSpPr/>
          <p:nvPr/>
        </p:nvSpPr>
        <p:spPr>
          <a:xfrm>
            <a:off x="5175504" y="3141878"/>
            <a:ext cx="224028" cy="51206"/>
          </a:xfrm>
          <a:prstGeom prst="rect">
            <a:avLst/>
          </a:prstGeom>
          <a:solidFill>
            <a:srgbClr val="0090B0"/>
          </a:solidFill>
          <a:ln w="12700">
            <a:solidFill>
              <a:srgbClr val="0090B0"/>
            </a:solidFill>
            <a:prstDash val="solid"/>
          </a:ln>
        </p:spPr>
      </p:sp>
      <p:sp>
        <p:nvSpPr>
          <p:cNvPr id="75" name="Shape 73"/>
          <p:cNvSpPr/>
          <p:nvPr/>
        </p:nvSpPr>
        <p:spPr>
          <a:xfrm>
            <a:off x="1965960" y="3207715"/>
            <a:ext cx="224028" cy="51206"/>
          </a:xfrm>
          <a:prstGeom prst="rect">
            <a:avLst/>
          </a:prstGeom>
          <a:solidFill>
            <a:srgbClr val="16305B"/>
          </a:solidFill>
          <a:ln w="12700">
            <a:solidFill>
              <a:srgbClr val="16305B"/>
            </a:solidFill>
            <a:prstDash val="solid"/>
          </a:ln>
        </p:spPr>
      </p:sp>
      <p:sp>
        <p:nvSpPr>
          <p:cNvPr id="76" name="Shape 74"/>
          <p:cNvSpPr/>
          <p:nvPr/>
        </p:nvSpPr>
        <p:spPr>
          <a:xfrm>
            <a:off x="2212848" y="3207715"/>
            <a:ext cx="224028" cy="51206"/>
          </a:xfrm>
          <a:prstGeom prst="rect">
            <a:avLst/>
          </a:prstGeom>
          <a:solidFill>
            <a:srgbClr val="16305B"/>
          </a:solidFill>
          <a:ln w="12700">
            <a:solidFill>
              <a:srgbClr val="16305B"/>
            </a:solidFill>
            <a:prstDash val="solid"/>
          </a:ln>
        </p:spPr>
      </p:sp>
      <p:sp>
        <p:nvSpPr>
          <p:cNvPr id="77" name="Shape 75"/>
          <p:cNvSpPr/>
          <p:nvPr/>
        </p:nvSpPr>
        <p:spPr>
          <a:xfrm>
            <a:off x="2459736" y="3207715"/>
            <a:ext cx="224028" cy="51206"/>
          </a:xfrm>
          <a:prstGeom prst="rect">
            <a:avLst/>
          </a:prstGeom>
          <a:solidFill>
            <a:srgbClr val="E4EBF3"/>
          </a:solidFill>
          <a:ln w="12700">
            <a:solidFill>
              <a:srgbClr val="E4EBF3"/>
            </a:solidFill>
            <a:prstDash val="solid"/>
          </a:ln>
        </p:spPr>
      </p:sp>
      <p:sp>
        <p:nvSpPr>
          <p:cNvPr id="78" name="Shape 76"/>
          <p:cNvSpPr/>
          <p:nvPr/>
        </p:nvSpPr>
        <p:spPr>
          <a:xfrm>
            <a:off x="2706624" y="3207715"/>
            <a:ext cx="224028" cy="51206"/>
          </a:xfrm>
          <a:prstGeom prst="rect">
            <a:avLst/>
          </a:prstGeom>
          <a:solidFill>
            <a:srgbClr val="16305B"/>
          </a:solidFill>
          <a:ln w="12700">
            <a:solidFill>
              <a:srgbClr val="16305B"/>
            </a:solidFill>
            <a:prstDash val="solid"/>
          </a:ln>
        </p:spPr>
      </p:sp>
      <p:sp>
        <p:nvSpPr>
          <p:cNvPr id="79" name="Shape 77"/>
          <p:cNvSpPr/>
          <p:nvPr/>
        </p:nvSpPr>
        <p:spPr>
          <a:xfrm>
            <a:off x="2953512" y="3207715"/>
            <a:ext cx="224028" cy="51206"/>
          </a:xfrm>
          <a:prstGeom prst="rect">
            <a:avLst/>
          </a:prstGeom>
          <a:solidFill>
            <a:srgbClr val="8FB0D4"/>
          </a:solidFill>
          <a:ln w="12700">
            <a:solidFill>
              <a:srgbClr val="8FB0D4"/>
            </a:solidFill>
            <a:prstDash val="solid"/>
          </a:ln>
        </p:spPr>
      </p:sp>
      <p:sp>
        <p:nvSpPr>
          <p:cNvPr id="80" name="Shape 78"/>
          <p:cNvSpPr/>
          <p:nvPr/>
        </p:nvSpPr>
        <p:spPr>
          <a:xfrm>
            <a:off x="3200400" y="3207715"/>
            <a:ext cx="224028" cy="51206"/>
          </a:xfrm>
          <a:prstGeom prst="rect">
            <a:avLst/>
          </a:prstGeom>
          <a:solidFill>
            <a:srgbClr val="16305B"/>
          </a:solidFill>
          <a:ln w="12700">
            <a:solidFill>
              <a:srgbClr val="16305B"/>
            </a:solidFill>
            <a:prstDash val="solid"/>
          </a:ln>
        </p:spPr>
      </p:sp>
      <p:sp>
        <p:nvSpPr>
          <p:cNvPr id="81" name="Shape 79"/>
          <p:cNvSpPr/>
          <p:nvPr/>
        </p:nvSpPr>
        <p:spPr>
          <a:xfrm>
            <a:off x="3447288" y="3207715"/>
            <a:ext cx="224028" cy="51206"/>
          </a:xfrm>
          <a:prstGeom prst="rect">
            <a:avLst/>
          </a:prstGeom>
          <a:solidFill>
            <a:srgbClr val="E4EBF3"/>
          </a:solidFill>
          <a:ln w="12700">
            <a:solidFill>
              <a:srgbClr val="E4EBF3"/>
            </a:solidFill>
            <a:prstDash val="solid"/>
          </a:ln>
        </p:spPr>
      </p:sp>
      <p:sp>
        <p:nvSpPr>
          <p:cNvPr id="82" name="Shape 80"/>
          <p:cNvSpPr/>
          <p:nvPr/>
        </p:nvSpPr>
        <p:spPr>
          <a:xfrm>
            <a:off x="3694176" y="3207715"/>
            <a:ext cx="224028" cy="51206"/>
          </a:xfrm>
          <a:prstGeom prst="rect">
            <a:avLst/>
          </a:prstGeom>
          <a:solidFill>
            <a:srgbClr val="16305B"/>
          </a:solidFill>
          <a:ln w="12700">
            <a:solidFill>
              <a:srgbClr val="16305B"/>
            </a:solidFill>
            <a:prstDash val="solid"/>
          </a:ln>
        </p:spPr>
      </p:sp>
      <p:sp>
        <p:nvSpPr>
          <p:cNvPr id="83" name="Shape 81"/>
          <p:cNvSpPr/>
          <p:nvPr/>
        </p:nvSpPr>
        <p:spPr>
          <a:xfrm>
            <a:off x="3941064" y="3207715"/>
            <a:ext cx="224028" cy="51206"/>
          </a:xfrm>
          <a:prstGeom prst="rect">
            <a:avLst/>
          </a:prstGeom>
          <a:solidFill>
            <a:srgbClr val="16305B"/>
          </a:solidFill>
          <a:ln w="12700">
            <a:solidFill>
              <a:srgbClr val="16305B"/>
            </a:solidFill>
            <a:prstDash val="solid"/>
          </a:ln>
        </p:spPr>
      </p:sp>
      <p:sp>
        <p:nvSpPr>
          <p:cNvPr id="84" name="Shape 82"/>
          <p:cNvSpPr/>
          <p:nvPr/>
        </p:nvSpPr>
        <p:spPr>
          <a:xfrm>
            <a:off x="4187952" y="3207715"/>
            <a:ext cx="224028" cy="51206"/>
          </a:xfrm>
          <a:prstGeom prst="rect">
            <a:avLst/>
          </a:prstGeom>
          <a:solidFill>
            <a:srgbClr val="E4EBF3"/>
          </a:solidFill>
          <a:ln w="12700">
            <a:solidFill>
              <a:srgbClr val="E4EBF3"/>
            </a:solidFill>
            <a:prstDash val="solid"/>
          </a:ln>
        </p:spPr>
      </p:sp>
      <p:sp>
        <p:nvSpPr>
          <p:cNvPr id="85" name="Shape 83"/>
          <p:cNvSpPr/>
          <p:nvPr/>
        </p:nvSpPr>
        <p:spPr>
          <a:xfrm>
            <a:off x="4434840" y="3207715"/>
            <a:ext cx="224028" cy="51206"/>
          </a:xfrm>
          <a:prstGeom prst="rect">
            <a:avLst/>
          </a:prstGeom>
          <a:solidFill>
            <a:srgbClr val="E4EBF3"/>
          </a:solidFill>
          <a:ln w="12700">
            <a:solidFill>
              <a:srgbClr val="E4EBF3"/>
            </a:solidFill>
            <a:prstDash val="solid"/>
          </a:ln>
        </p:spPr>
      </p:sp>
      <p:sp>
        <p:nvSpPr>
          <p:cNvPr id="86" name="Shape 84"/>
          <p:cNvSpPr/>
          <p:nvPr/>
        </p:nvSpPr>
        <p:spPr>
          <a:xfrm>
            <a:off x="4681728" y="3207715"/>
            <a:ext cx="224028" cy="51206"/>
          </a:xfrm>
          <a:prstGeom prst="rect">
            <a:avLst/>
          </a:prstGeom>
          <a:solidFill>
            <a:srgbClr val="E2F4F8"/>
          </a:solidFill>
          <a:ln w="12700">
            <a:solidFill>
              <a:srgbClr val="E2F4F8"/>
            </a:solidFill>
            <a:prstDash val="solid"/>
          </a:ln>
        </p:spPr>
      </p:sp>
      <p:sp>
        <p:nvSpPr>
          <p:cNvPr id="87" name="Shape 85"/>
          <p:cNvSpPr/>
          <p:nvPr/>
        </p:nvSpPr>
        <p:spPr>
          <a:xfrm>
            <a:off x="4928616" y="3207715"/>
            <a:ext cx="224028" cy="51206"/>
          </a:xfrm>
          <a:prstGeom prst="rect">
            <a:avLst/>
          </a:prstGeom>
          <a:solidFill>
            <a:srgbClr val="E2F4F8"/>
          </a:solidFill>
          <a:ln w="12700">
            <a:solidFill>
              <a:srgbClr val="E2F4F8"/>
            </a:solidFill>
            <a:prstDash val="solid"/>
          </a:ln>
        </p:spPr>
      </p:sp>
      <p:sp>
        <p:nvSpPr>
          <p:cNvPr id="88" name="Shape 86"/>
          <p:cNvSpPr/>
          <p:nvPr/>
        </p:nvSpPr>
        <p:spPr>
          <a:xfrm>
            <a:off x="5175504" y="3207715"/>
            <a:ext cx="224028" cy="51206"/>
          </a:xfrm>
          <a:prstGeom prst="rect">
            <a:avLst/>
          </a:prstGeom>
          <a:solidFill>
            <a:srgbClr val="0090B0"/>
          </a:solidFill>
          <a:ln w="12700">
            <a:solidFill>
              <a:srgbClr val="0090B0"/>
            </a:solidFill>
            <a:prstDash val="solid"/>
          </a:ln>
        </p:spPr>
      </p:sp>
      <p:sp>
        <p:nvSpPr>
          <p:cNvPr id="89" name="Shape 87"/>
          <p:cNvSpPr/>
          <p:nvPr/>
        </p:nvSpPr>
        <p:spPr>
          <a:xfrm>
            <a:off x="1965960" y="3273552"/>
            <a:ext cx="224028" cy="51206"/>
          </a:xfrm>
          <a:prstGeom prst="rect">
            <a:avLst/>
          </a:prstGeom>
          <a:solidFill>
            <a:srgbClr val="16305B"/>
          </a:solidFill>
          <a:ln w="12700">
            <a:solidFill>
              <a:srgbClr val="16305B"/>
            </a:solidFill>
            <a:prstDash val="solid"/>
          </a:ln>
        </p:spPr>
      </p:sp>
      <p:sp>
        <p:nvSpPr>
          <p:cNvPr id="90" name="Shape 88"/>
          <p:cNvSpPr/>
          <p:nvPr/>
        </p:nvSpPr>
        <p:spPr>
          <a:xfrm>
            <a:off x="2212848" y="3273552"/>
            <a:ext cx="224028" cy="51206"/>
          </a:xfrm>
          <a:prstGeom prst="rect">
            <a:avLst/>
          </a:prstGeom>
          <a:solidFill>
            <a:srgbClr val="16305B"/>
          </a:solidFill>
          <a:ln w="12700">
            <a:solidFill>
              <a:srgbClr val="16305B"/>
            </a:solidFill>
            <a:prstDash val="solid"/>
          </a:ln>
        </p:spPr>
      </p:sp>
      <p:sp>
        <p:nvSpPr>
          <p:cNvPr id="91" name="Shape 89"/>
          <p:cNvSpPr/>
          <p:nvPr/>
        </p:nvSpPr>
        <p:spPr>
          <a:xfrm>
            <a:off x="2459736" y="3273552"/>
            <a:ext cx="224028" cy="51206"/>
          </a:xfrm>
          <a:prstGeom prst="rect">
            <a:avLst/>
          </a:prstGeom>
          <a:solidFill>
            <a:srgbClr val="16305B"/>
          </a:solidFill>
          <a:ln w="12700">
            <a:solidFill>
              <a:srgbClr val="16305B"/>
            </a:solidFill>
            <a:prstDash val="solid"/>
          </a:ln>
        </p:spPr>
      </p:sp>
      <p:sp>
        <p:nvSpPr>
          <p:cNvPr id="92" name="Shape 90"/>
          <p:cNvSpPr/>
          <p:nvPr/>
        </p:nvSpPr>
        <p:spPr>
          <a:xfrm>
            <a:off x="2706624" y="3273552"/>
            <a:ext cx="224028" cy="51206"/>
          </a:xfrm>
          <a:prstGeom prst="rect">
            <a:avLst/>
          </a:prstGeom>
          <a:solidFill>
            <a:srgbClr val="E4EBF3"/>
          </a:solidFill>
          <a:ln w="12700">
            <a:solidFill>
              <a:srgbClr val="E4EBF3"/>
            </a:solidFill>
            <a:prstDash val="solid"/>
          </a:ln>
        </p:spPr>
      </p:sp>
      <p:sp>
        <p:nvSpPr>
          <p:cNvPr id="93" name="Shape 91"/>
          <p:cNvSpPr/>
          <p:nvPr/>
        </p:nvSpPr>
        <p:spPr>
          <a:xfrm>
            <a:off x="2953512" y="3273552"/>
            <a:ext cx="224028" cy="51206"/>
          </a:xfrm>
          <a:prstGeom prst="rect">
            <a:avLst/>
          </a:prstGeom>
          <a:solidFill>
            <a:srgbClr val="16305B"/>
          </a:solidFill>
          <a:ln w="12700">
            <a:solidFill>
              <a:srgbClr val="16305B"/>
            </a:solidFill>
            <a:prstDash val="solid"/>
          </a:ln>
        </p:spPr>
      </p:sp>
      <p:sp>
        <p:nvSpPr>
          <p:cNvPr id="94" name="Shape 92"/>
          <p:cNvSpPr/>
          <p:nvPr/>
        </p:nvSpPr>
        <p:spPr>
          <a:xfrm>
            <a:off x="3200400" y="3273552"/>
            <a:ext cx="224028" cy="51206"/>
          </a:xfrm>
          <a:prstGeom prst="rect">
            <a:avLst/>
          </a:prstGeom>
          <a:solidFill>
            <a:srgbClr val="8FB0D4"/>
          </a:solidFill>
          <a:ln w="12700">
            <a:solidFill>
              <a:srgbClr val="8FB0D4"/>
            </a:solidFill>
            <a:prstDash val="solid"/>
          </a:ln>
        </p:spPr>
      </p:sp>
      <p:sp>
        <p:nvSpPr>
          <p:cNvPr id="95" name="Shape 93"/>
          <p:cNvSpPr/>
          <p:nvPr/>
        </p:nvSpPr>
        <p:spPr>
          <a:xfrm>
            <a:off x="3447288" y="3273552"/>
            <a:ext cx="224028" cy="51206"/>
          </a:xfrm>
          <a:prstGeom prst="rect">
            <a:avLst/>
          </a:prstGeom>
          <a:solidFill>
            <a:srgbClr val="16305B"/>
          </a:solidFill>
          <a:ln w="12700">
            <a:solidFill>
              <a:srgbClr val="16305B"/>
            </a:solidFill>
            <a:prstDash val="solid"/>
          </a:ln>
        </p:spPr>
      </p:sp>
      <p:sp>
        <p:nvSpPr>
          <p:cNvPr id="96" name="Shape 94"/>
          <p:cNvSpPr/>
          <p:nvPr/>
        </p:nvSpPr>
        <p:spPr>
          <a:xfrm>
            <a:off x="3694176" y="3273552"/>
            <a:ext cx="224028" cy="51206"/>
          </a:xfrm>
          <a:prstGeom prst="rect">
            <a:avLst/>
          </a:prstGeom>
          <a:solidFill>
            <a:srgbClr val="E4EBF3"/>
          </a:solidFill>
          <a:ln w="12700">
            <a:solidFill>
              <a:srgbClr val="E4EBF3"/>
            </a:solidFill>
            <a:prstDash val="solid"/>
          </a:ln>
        </p:spPr>
      </p:sp>
      <p:sp>
        <p:nvSpPr>
          <p:cNvPr id="97" name="Shape 95"/>
          <p:cNvSpPr/>
          <p:nvPr/>
        </p:nvSpPr>
        <p:spPr>
          <a:xfrm>
            <a:off x="3941064" y="3273552"/>
            <a:ext cx="224028" cy="51206"/>
          </a:xfrm>
          <a:prstGeom prst="rect">
            <a:avLst/>
          </a:prstGeom>
          <a:solidFill>
            <a:srgbClr val="16305B"/>
          </a:solidFill>
          <a:ln w="12700">
            <a:solidFill>
              <a:srgbClr val="16305B"/>
            </a:solidFill>
            <a:prstDash val="solid"/>
          </a:ln>
        </p:spPr>
      </p:sp>
      <p:sp>
        <p:nvSpPr>
          <p:cNvPr id="98" name="Shape 96"/>
          <p:cNvSpPr/>
          <p:nvPr/>
        </p:nvSpPr>
        <p:spPr>
          <a:xfrm>
            <a:off x="4187952" y="3273552"/>
            <a:ext cx="224028" cy="51206"/>
          </a:xfrm>
          <a:prstGeom prst="rect">
            <a:avLst/>
          </a:prstGeom>
          <a:solidFill>
            <a:srgbClr val="16305B"/>
          </a:solidFill>
          <a:ln w="12700">
            <a:solidFill>
              <a:srgbClr val="16305B"/>
            </a:solidFill>
            <a:prstDash val="solid"/>
          </a:ln>
        </p:spPr>
      </p:sp>
      <p:sp>
        <p:nvSpPr>
          <p:cNvPr id="99" name="Shape 97"/>
          <p:cNvSpPr/>
          <p:nvPr/>
        </p:nvSpPr>
        <p:spPr>
          <a:xfrm>
            <a:off x="4434840" y="3273552"/>
            <a:ext cx="224028" cy="51206"/>
          </a:xfrm>
          <a:prstGeom prst="rect">
            <a:avLst/>
          </a:prstGeom>
          <a:solidFill>
            <a:srgbClr val="E4EBF3"/>
          </a:solidFill>
          <a:ln w="12700">
            <a:solidFill>
              <a:srgbClr val="E4EBF3"/>
            </a:solidFill>
            <a:prstDash val="solid"/>
          </a:ln>
        </p:spPr>
      </p:sp>
      <p:sp>
        <p:nvSpPr>
          <p:cNvPr id="100" name="Shape 98"/>
          <p:cNvSpPr/>
          <p:nvPr/>
        </p:nvSpPr>
        <p:spPr>
          <a:xfrm>
            <a:off x="4681728" y="3273552"/>
            <a:ext cx="224028" cy="51206"/>
          </a:xfrm>
          <a:prstGeom prst="rect">
            <a:avLst/>
          </a:prstGeom>
          <a:solidFill>
            <a:srgbClr val="E2F4F8"/>
          </a:solidFill>
          <a:ln w="12700">
            <a:solidFill>
              <a:srgbClr val="E2F4F8"/>
            </a:solidFill>
            <a:prstDash val="solid"/>
          </a:ln>
        </p:spPr>
      </p:sp>
      <p:sp>
        <p:nvSpPr>
          <p:cNvPr id="101" name="Shape 99"/>
          <p:cNvSpPr/>
          <p:nvPr/>
        </p:nvSpPr>
        <p:spPr>
          <a:xfrm>
            <a:off x="4928616" y="3273552"/>
            <a:ext cx="224028" cy="51206"/>
          </a:xfrm>
          <a:prstGeom prst="rect">
            <a:avLst/>
          </a:prstGeom>
          <a:solidFill>
            <a:srgbClr val="E2F4F8"/>
          </a:solidFill>
          <a:ln w="12700">
            <a:solidFill>
              <a:srgbClr val="E2F4F8"/>
            </a:solidFill>
            <a:prstDash val="solid"/>
          </a:ln>
        </p:spPr>
      </p:sp>
      <p:sp>
        <p:nvSpPr>
          <p:cNvPr id="102" name="Shape 100"/>
          <p:cNvSpPr/>
          <p:nvPr/>
        </p:nvSpPr>
        <p:spPr>
          <a:xfrm>
            <a:off x="5175504" y="3273552"/>
            <a:ext cx="224028" cy="51206"/>
          </a:xfrm>
          <a:prstGeom prst="rect">
            <a:avLst/>
          </a:prstGeom>
          <a:solidFill>
            <a:srgbClr val="E2F4F8"/>
          </a:solidFill>
          <a:ln w="12700">
            <a:solidFill>
              <a:srgbClr val="E2F4F8"/>
            </a:solidFill>
            <a:prstDash val="solid"/>
          </a:ln>
        </p:spPr>
      </p:sp>
      <p:sp>
        <p:nvSpPr>
          <p:cNvPr id="103" name="Shape 101"/>
          <p:cNvSpPr/>
          <p:nvPr/>
        </p:nvSpPr>
        <p:spPr>
          <a:xfrm>
            <a:off x="1965960" y="3339389"/>
            <a:ext cx="224028" cy="51206"/>
          </a:xfrm>
          <a:prstGeom prst="rect">
            <a:avLst/>
          </a:prstGeom>
          <a:solidFill>
            <a:srgbClr val="16305B"/>
          </a:solidFill>
          <a:ln w="12700">
            <a:solidFill>
              <a:srgbClr val="16305B"/>
            </a:solidFill>
            <a:prstDash val="solid"/>
          </a:ln>
        </p:spPr>
      </p:sp>
      <p:sp>
        <p:nvSpPr>
          <p:cNvPr id="104" name="Shape 102"/>
          <p:cNvSpPr/>
          <p:nvPr/>
        </p:nvSpPr>
        <p:spPr>
          <a:xfrm>
            <a:off x="2212848" y="3339389"/>
            <a:ext cx="224028" cy="51206"/>
          </a:xfrm>
          <a:prstGeom prst="rect">
            <a:avLst/>
          </a:prstGeom>
          <a:solidFill>
            <a:srgbClr val="E4EBF3"/>
          </a:solidFill>
          <a:ln w="12700">
            <a:solidFill>
              <a:srgbClr val="E4EBF3"/>
            </a:solidFill>
            <a:prstDash val="solid"/>
          </a:ln>
        </p:spPr>
      </p:sp>
      <p:sp>
        <p:nvSpPr>
          <p:cNvPr id="105" name="Shape 103"/>
          <p:cNvSpPr/>
          <p:nvPr/>
        </p:nvSpPr>
        <p:spPr>
          <a:xfrm>
            <a:off x="2459736" y="3339389"/>
            <a:ext cx="224028" cy="51206"/>
          </a:xfrm>
          <a:prstGeom prst="rect">
            <a:avLst/>
          </a:prstGeom>
          <a:solidFill>
            <a:srgbClr val="16305B"/>
          </a:solidFill>
          <a:ln w="12700">
            <a:solidFill>
              <a:srgbClr val="16305B"/>
            </a:solidFill>
            <a:prstDash val="solid"/>
          </a:ln>
        </p:spPr>
      </p:sp>
      <p:sp>
        <p:nvSpPr>
          <p:cNvPr id="106" name="Shape 104"/>
          <p:cNvSpPr/>
          <p:nvPr/>
        </p:nvSpPr>
        <p:spPr>
          <a:xfrm>
            <a:off x="2706624" y="3339389"/>
            <a:ext cx="224028" cy="51206"/>
          </a:xfrm>
          <a:prstGeom prst="rect">
            <a:avLst/>
          </a:prstGeom>
          <a:solidFill>
            <a:srgbClr val="16305B"/>
          </a:solidFill>
          <a:ln w="12700">
            <a:solidFill>
              <a:srgbClr val="16305B"/>
            </a:solidFill>
            <a:prstDash val="solid"/>
          </a:ln>
        </p:spPr>
      </p:sp>
      <p:sp>
        <p:nvSpPr>
          <p:cNvPr id="107" name="Shape 105"/>
          <p:cNvSpPr/>
          <p:nvPr/>
        </p:nvSpPr>
        <p:spPr>
          <a:xfrm>
            <a:off x="2953512" y="3339389"/>
            <a:ext cx="224028" cy="51206"/>
          </a:xfrm>
          <a:prstGeom prst="rect">
            <a:avLst/>
          </a:prstGeom>
          <a:solidFill>
            <a:srgbClr val="E4EBF3"/>
          </a:solidFill>
          <a:ln w="12700">
            <a:solidFill>
              <a:srgbClr val="E4EBF3"/>
            </a:solidFill>
            <a:prstDash val="solid"/>
          </a:ln>
        </p:spPr>
      </p:sp>
      <p:sp>
        <p:nvSpPr>
          <p:cNvPr id="108" name="Shape 106"/>
          <p:cNvSpPr/>
          <p:nvPr/>
        </p:nvSpPr>
        <p:spPr>
          <a:xfrm>
            <a:off x="3200400" y="3339389"/>
            <a:ext cx="224028" cy="51206"/>
          </a:xfrm>
          <a:prstGeom prst="rect">
            <a:avLst/>
          </a:prstGeom>
          <a:solidFill>
            <a:srgbClr val="16305B"/>
          </a:solidFill>
          <a:ln w="12700">
            <a:solidFill>
              <a:srgbClr val="16305B"/>
            </a:solidFill>
            <a:prstDash val="solid"/>
          </a:ln>
        </p:spPr>
      </p:sp>
      <p:sp>
        <p:nvSpPr>
          <p:cNvPr id="109" name="Shape 107"/>
          <p:cNvSpPr/>
          <p:nvPr/>
        </p:nvSpPr>
        <p:spPr>
          <a:xfrm>
            <a:off x="3447288" y="3339389"/>
            <a:ext cx="224028" cy="51206"/>
          </a:xfrm>
          <a:prstGeom prst="rect">
            <a:avLst/>
          </a:prstGeom>
          <a:solidFill>
            <a:srgbClr val="8FB0D4"/>
          </a:solidFill>
          <a:ln w="12700">
            <a:solidFill>
              <a:srgbClr val="8FB0D4"/>
            </a:solidFill>
            <a:prstDash val="solid"/>
          </a:ln>
        </p:spPr>
      </p:sp>
      <p:sp>
        <p:nvSpPr>
          <p:cNvPr id="110" name="Shape 108"/>
          <p:cNvSpPr/>
          <p:nvPr/>
        </p:nvSpPr>
        <p:spPr>
          <a:xfrm>
            <a:off x="3694176" y="3339389"/>
            <a:ext cx="224028" cy="51206"/>
          </a:xfrm>
          <a:prstGeom prst="rect">
            <a:avLst/>
          </a:prstGeom>
          <a:solidFill>
            <a:srgbClr val="16305B"/>
          </a:solidFill>
          <a:ln w="12700">
            <a:solidFill>
              <a:srgbClr val="16305B"/>
            </a:solidFill>
            <a:prstDash val="solid"/>
          </a:ln>
        </p:spPr>
      </p:sp>
      <p:sp>
        <p:nvSpPr>
          <p:cNvPr id="111" name="Shape 109"/>
          <p:cNvSpPr/>
          <p:nvPr/>
        </p:nvSpPr>
        <p:spPr>
          <a:xfrm>
            <a:off x="3941064" y="3339389"/>
            <a:ext cx="224028" cy="51206"/>
          </a:xfrm>
          <a:prstGeom prst="rect">
            <a:avLst/>
          </a:prstGeom>
          <a:solidFill>
            <a:srgbClr val="E4EBF3"/>
          </a:solidFill>
          <a:ln w="12700">
            <a:solidFill>
              <a:srgbClr val="E4EBF3"/>
            </a:solidFill>
            <a:prstDash val="solid"/>
          </a:ln>
        </p:spPr>
      </p:sp>
      <p:sp>
        <p:nvSpPr>
          <p:cNvPr id="112" name="Shape 110"/>
          <p:cNvSpPr/>
          <p:nvPr/>
        </p:nvSpPr>
        <p:spPr>
          <a:xfrm>
            <a:off x="4187952" y="3339389"/>
            <a:ext cx="224028" cy="51206"/>
          </a:xfrm>
          <a:prstGeom prst="rect">
            <a:avLst/>
          </a:prstGeom>
          <a:solidFill>
            <a:srgbClr val="16305B"/>
          </a:solidFill>
          <a:ln w="12700">
            <a:solidFill>
              <a:srgbClr val="16305B"/>
            </a:solidFill>
            <a:prstDash val="solid"/>
          </a:ln>
        </p:spPr>
      </p:sp>
      <p:sp>
        <p:nvSpPr>
          <p:cNvPr id="113" name="Shape 111"/>
          <p:cNvSpPr/>
          <p:nvPr/>
        </p:nvSpPr>
        <p:spPr>
          <a:xfrm>
            <a:off x="4434840" y="3339389"/>
            <a:ext cx="224028" cy="51206"/>
          </a:xfrm>
          <a:prstGeom prst="rect">
            <a:avLst/>
          </a:prstGeom>
          <a:solidFill>
            <a:srgbClr val="16305B"/>
          </a:solidFill>
          <a:ln w="12700">
            <a:solidFill>
              <a:srgbClr val="16305B"/>
            </a:solidFill>
            <a:prstDash val="solid"/>
          </a:ln>
        </p:spPr>
      </p:sp>
      <p:sp>
        <p:nvSpPr>
          <p:cNvPr id="114" name="Shape 112"/>
          <p:cNvSpPr/>
          <p:nvPr/>
        </p:nvSpPr>
        <p:spPr>
          <a:xfrm>
            <a:off x="4681728" y="3339389"/>
            <a:ext cx="224028" cy="51206"/>
          </a:xfrm>
          <a:prstGeom prst="rect">
            <a:avLst/>
          </a:prstGeom>
          <a:solidFill>
            <a:srgbClr val="E2F4F8"/>
          </a:solidFill>
          <a:ln w="12700">
            <a:solidFill>
              <a:srgbClr val="E2F4F8"/>
            </a:solidFill>
            <a:prstDash val="solid"/>
          </a:ln>
        </p:spPr>
      </p:sp>
      <p:sp>
        <p:nvSpPr>
          <p:cNvPr id="115" name="Shape 113"/>
          <p:cNvSpPr/>
          <p:nvPr/>
        </p:nvSpPr>
        <p:spPr>
          <a:xfrm>
            <a:off x="4928616" y="3339389"/>
            <a:ext cx="224028" cy="51206"/>
          </a:xfrm>
          <a:prstGeom prst="rect">
            <a:avLst/>
          </a:prstGeom>
          <a:solidFill>
            <a:srgbClr val="E2F4F8"/>
          </a:solidFill>
          <a:ln w="12700">
            <a:solidFill>
              <a:srgbClr val="E2F4F8"/>
            </a:solidFill>
            <a:prstDash val="solid"/>
          </a:ln>
        </p:spPr>
      </p:sp>
      <p:sp>
        <p:nvSpPr>
          <p:cNvPr id="116" name="Shape 114"/>
          <p:cNvSpPr/>
          <p:nvPr/>
        </p:nvSpPr>
        <p:spPr>
          <a:xfrm>
            <a:off x="5175504" y="3339389"/>
            <a:ext cx="224028" cy="51206"/>
          </a:xfrm>
          <a:prstGeom prst="rect">
            <a:avLst/>
          </a:prstGeom>
          <a:solidFill>
            <a:srgbClr val="E2F4F8"/>
          </a:solidFill>
          <a:ln w="12700">
            <a:solidFill>
              <a:srgbClr val="E2F4F8"/>
            </a:solidFill>
            <a:prstDash val="solid"/>
          </a:ln>
        </p:spPr>
      </p:sp>
      <p:sp>
        <p:nvSpPr>
          <p:cNvPr id="117" name="Shape 115"/>
          <p:cNvSpPr/>
          <p:nvPr/>
        </p:nvSpPr>
        <p:spPr>
          <a:xfrm>
            <a:off x="1965960" y="3405226"/>
            <a:ext cx="224028" cy="51206"/>
          </a:xfrm>
          <a:prstGeom prst="rect">
            <a:avLst/>
          </a:prstGeom>
          <a:solidFill>
            <a:srgbClr val="16305B"/>
          </a:solidFill>
          <a:ln w="12700">
            <a:solidFill>
              <a:srgbClr val="16305B"/>
            </a:solidFill>
            <a:prstDash val="solid"/>
          </a:ln>
        </p:spPr>
      </p:sp>
      <p:sp>
        <p:nvSpPr>
          <p:cNvPr id="118" name="Shape 116"/>
          <p:cNvSpPr/>
          <p:nvPr/>
        </p:nvSpPr>
        <p:spPr>
          <a:xfrm>
            <a:off x="2212848" y="3405226"/>
            <a:ext cx="224028" cy="51206"/>
          </a:xfrm>
          <a:prstGeom prst="rect">
            <a:avLst/>
          </a:prstGeom>
          <a:solidFill>
            <a:srgbClr val="E4EBF3"/>
          </a:solidFill>
          <a:ln w="12700">
            <a:solidFill>
              <a:srgbClr val="E4EBF3"/>
            </a:solidFill>
            <a:prstDash val="solid"/>
          </a:ln>
        </p:spPr>
      </p:sp>
      <p:sp>
        <p:nvSpPr>
          <p:cNvPr id="119" name="Shape 117"/>
          <p:cNvSpPr/>
          <p:nvPr/>
        </p:nvSpPr>
        <p:spPr>
          <a:xfrm>
            <a:off x="2459736" y="3405226"/>
            <a:ext cx="224028" cy="51206"/>
          </a:xfrm>
          <a:prstGeom prst="rect">
            <a:avLst/>
          </a:prstGeom>
          <a:solidFill>
            <a:srgbClr val="E4EBF3"/>
          </a:solidFill>
          <a:ln w="12700">
            <a:solidFill>
              <a:srgbClr val="E4EBF3"/>
            </a:solidFill>
            <a:prstDash val="solid"/>
          </a:ln>
        </p:spPr>
      </p:sp>
      <p:sp>
        <p:nvSpPr>
          <p:cNvPr id="120" name="Shape 118"/>
          <p:cNvSpPr/>
          <p:nvPr/>
        </p:nvSpPr>
        <p:spPr>
          <a:xfrm>
            <a:off x="2706624" y="3405226"/>
            <a:ext cx="224028" cy="51206"/>
          </a:xfrm>
          <a:prstGeom prst="rect">
            <a:avLst/>
          </a:prstGeom>
          <a:solidFill>
            <a:srgbClr val="16305B"/>
          </a:solidFill>
          <a:ln w="12700">
            <a:solidFill>
              <a:srgbClr val="16305B"/>
            </a:solidFill>
            <a:prstDash val="solid"/>
          </a:ln>
        </p:spPr>
      </p:sp>
      <p:sp>
        <p:nvSpPr>
          <p:cNvPr id="121" name="Shape 119"/>
          <p:cNvSpPr/>
          <p:nvPr/>
        </p:nvSpPr>
        <p:spPr>
          <a:xfrm>
            <a:off x="2953512" y="3405226"/>
            <a:ext cx="224028" cy="51206"/>
          </a:xfrm>
          <a:prstGeom prst="rect">
            <a:avLst/>
          </a:prstGeom>
          <a:solidFill>
            <a:srgbClr val="16305B"/>
          </a:solidFill>
          <a:ln w="12700">
            <a:solidFill>
              <a:srgbClr val="16305B"/>
            </a:solidFill>
            <a:prstDash val="solid"/>
          </a:ln>
        </p:spPr>
      </p:sp>
      <p:sp>
        <p:nvSpPr>
          <p:cNvPr id="122" name="Shape 120"/>
          <p:cNvSpPr/>
          <p:nvPr/>
        </p:nvSpPr>
        <p:spPr>
          <a:xfrm>
            <a:off x="3200400" y="3405226"/>
            <a:ext cx="224028" cy="51206"/>
          </a:xfrm>
          <a:prstGeom prst="rect">
            <a:avLst/>
          </a:prstGeom>
          <a:solidFill>
            <a:srgbClr val="E4EBF3"/>
          </a:solidFill>
          <a:ln w="12700">
            <a:solidFill>
              <a:srgbClr val="E4EBF3"/>
            </a:solidFill>
            <a:prstDash val="solid"/>
          </a:ln>
        </p:spPr>
      </p:sp>
      <p:sp>
        <p:nvSpPr>
          <p:cNvPr id="123" name="Shape 121"/>
          <p:cNvSpPr/>
          <p:nvPr/>
        </p:nvSpPr>
        <p:spPr>
          <a:xfrm>
            <a:off x="3447288" y="3405226"/>
            <a:ext cx="224028" cy="51206"/>
          </a:xfrm>
          <a:prstGeom prst="rect">
            <a:avLst/>
          </a:prstGeom>
          <a:solidFill>
            <a:srgbClr val="16305B"/>
          </a:solidFill>
          <a:ln w="12700">
            <a:solidFill>
              <a:srgbClr val="16305B"/>
            </a:solidFill>
            <a:prstDash val="solid"/>
          </a:ln>
        </p:spPr>
      </p:sp>
      <p:sp>
        <p:nvSpPr>
          <p:cNvPr id="124" name="Shape 122"/>
          <p:cNvSpPr/>
          <p:nvPr/>
        </p:nvSpPr>
        <p:spPr>
          <a:xfrm>
            <a:off x="3694176" y="3405226"/>
            <a:ext cx="224028" cy="51206"/>
          </a:xfrm>
          <a:prstGeom prst="rect">
            <a:avLst/>
          </a:prstGeom>
          <a:solidFill>
            <a:srgbClr val="8FB0D4"/>
          </a:solidFill>
          <a:ln w="12700">
            <a:solidFill>
              <a:srgbClr val="8FB0D4"/>
            </a:solidFill>
            <a:prstDash val="solid"/>
          </a:ln>
        </p:spPr>
      </p:sp>
      <p:sp>
        <p:nvSpPr>
          <p:cNvPr id="125" name="Shape 123"/>
          <p:cNvSpPr/>
          <p:nvPr/>
        </p:nvSpPr>
        <p:spPr>
          <a:xfrm>
            <a:off x="3941064" y="3405226"/>
            <a:ext cx="224028" cy="51206"/>
          </a:xfrm>
          <a:prstGeom prst="rect">
            <a:avLst/>
          </a:prstGeom>
          <a:solidFill>
            <a:srgbClr val="16305B"/>
          </a:solidFill>
          <a:ln w="12700">
            <a:solidFill>
              <a:srgbClr val="16305B"/>
            </a:solidFill>
            <a:prstDash val="solid"/>
          </a:ln>
        </p:spPr>
      </p:sp>
      <p:sp>
        <p:nvSpPr>
          <p:cNvPr id="126" name="Shape 124"/>
          <p:cNvSpPr/>
          <p:nvPr/>
        </p:nvSpPr>
        <p:spPr>
          <a:xfrm>
            <a:off x="4187952" y="3405226"/>
            <a:ext cx="224028" cy="51206"/>
          </a:xfrm>
          <a:prstGeom prst="rect">
            <a:avLst/>
          </a:prstGeom>
          <a:solidFill>
            <a:srgbClr val="E4EBF3"/>
          </a:solidFill>
          <a:ln w="12700">
            <a:solidFill>
              <a:srgbClr val="E4EBF3"/>
            </a:solidFill>
            <a:prstDash val="solid"/>
          </a:ln>
        </p:spPr>
      </p:sp>
      <p:sp>
        <p:nvSpPr>
          <p:cNvPr id="127" name="Shape 125"/>
          <p:cNvSpPr/>
          <p:nvPr/>
        </p:nvSpPr>
        <p:spPr>
          <a:xfrm>
            <a:off x="4434840" y="3405226"/>
            <a:ext cx="224028" cy="51206"/>
          </a:xfrm>
          <a:prstGeom prst="rect">
            <a:avLst/>
          </a:prstGeom>
          <a:solidFill>
            <a:srgbClr val="16305B"/>
          </a:solidFill>
          <a:ln w="12700">
            <a:solidFill>
              <a:srgbClr val="16305B"/>
            </a:solidFill>
            <a:prstDash val="solid"/>
          </a:ln>
        </p:spPr>
      </p:sp>
      <p:sp>
        <p:nvSpPr>
          <p:cNvPr id="128" name="Shape 126"/>
          <p:cNvSpPr/>
          <p:nvPr/>
        </p:nvSpPr>
        <p:spPr>
          <a:xfrm>
            <a:off x="4681728" y="3405226"/>
            <a:ext cx="224028" cy="51206"/>
          </a:xfrm>
          <a:prstGeom prst="rect">
            <a:avLst/>
          </a:prstGeom>
          <a:solidFill>
            <a:srgbClr val="0090B0"/>
          </a:solidFill>
          <a:ln w="12700">
            <a:solidFill>
              <a:srgbClr val="0090B0"/>
            </a:solidFill>
            <a:prstDash val="solid"/>
          </a:ln>
        </p:spPr>
      </p:sp>
      <p:sp>
        <p:nvSpPr>
          <p:cNvPr id="129" name="Shape 127"/>
          <p:cNvSpPr/>
          <p:nvPr/>
        </p:nvSpPr>
        <p:spPr>
          <a:xfrm>
            <a:off x="4928616" y="3405226"/>
            <a:ext cx="224028" cy="51206"/>
          </a:xfrm>
          <a:prstGeom prst="rect">
            <a:avLst/>
          </a:prstGeom>
          <a:solidFill>
            <a:srgbClr val="E2F4F8"/>
          </a:solidFill>
          <a:ln w="12700">
            <a:solidFill>
              <a:srgbClr val="E2F4F8"/>
            </a:solidFill>
            <a:prstDash val="solid"/>
          </a:ln>
        </p:spPr>
      </p:sp>
      <p:sp>
        <p:nvSpPr>
          <p:cNvPr id="130" name="Shape 128"/>
          <p:cNvSpPr/>
          <p:nvPr/>
        </p:nvSpPr>
        <p:spPr>
          <a:xfrm>
            <a:off x="5175504" y="3405226"/>
            <a:ext cx="224028" cy="51206"/>
          </a:xfrm>
          <a:prstGeom prst="rect">
            <a:avLst/>
          </a:prstGeom>
          <a:solidFill>
            <a:srgbClr val="E2F4F8"/>
          </a:solidFill>
          <a:ln w="12700">
            <a:solidFill>
              <a:srgbClr val="E2F4F8"/>
            </a:solidFill>
            <a:prstDash val="solid"/>
          </a:ln>
        </p:spPr>
      </p:sp>
      <p:sp>
        <p:nvSpPr>
          <p:cNvPr id="131" name="Shape 129"/>
          <p:cNvSpPr/>
          <p:nvPr/>
        </p:nvSpPr>
        <p:spPr>
          <a:xfrm>
            <a:off x="1965960" y="3471062"/>
            <a:ext cx="224028" cy="51206"/>
          </a:xfrm>
          <a:prstGeom prst="rect">
            <a:avLst/>
          </a:prstGeom>
          <a:solidFill>
            <a:srgbClr val="16305B"/>
          </a:solidFill>
          <a:ln w="12700">
            <a:solidFill>
              <a:srgbClr val="16305B"/>
            </a:solidFill>
            <a:prstDash val="solid"/>
          </a:ln>
        </p:spPr>
      </p:sp>
      <p:sp>
        <p:nvSpPr>
          <p:cNvPr id="132" name="Shape 130"/>
          <p:cNvSpPr/>
          <p:nvPr/>
        </p:nvSpPr>
        <p:spPr>
          <a:xfrm>
            <a:off x="2212848" y="3471062"/>
            <a:ext cx="224028" cy="51206"/>
          </a:xfrm>
          <a:prstGeom prst="rect">
            <a:avLst/>
          </a:prstGeom>
          <a:solidFill>
            <a:srgbClr val="E4EBF3"/>
          </a:solidFill>
          <a:ln w="12700">
            <a:solidFill>
              <a:srgbClr val="E4EBF3"/>
            </a:solidFill>
            <a:prstDash val="solid"/>
          </a:ln>
        </p:spPr>
      </p:sp>
      <p:sp>
        <p:nvSpPr>
          <p:cNvPr id="133" name="Shape 131"/>
          <p:cNvSpPr/>
          <p:nvPr/>
        </p:nvSpPr>
        <p:spPr>
          <a:xfrm>
            <a:off x="2459736" y="3471062"/>
            <a:ext cx="224028" cy="51206"/>
          </a:xfrm>
          <a:prstGeom prst="rect">
            <a:avLst/>
          </a:prstGeom>
          <a:solidFill>
            <a:srgbClr val="E4EBF3"/>
          </a:solidFill>
          <a:ln w="12700">
            <a:solidFill>
              <a:srgbClr val="E4EBF3"/>
            </a:solidFill>
            <a:prstDash val="solid"/>
          </a:ln>
        </p:spPr>
      </p:sp>
      <p:sp>
        <p:nvSpPr>
          <p:cNvPr id="134" name="Shape 132"/>
          <p:cNvSpPr/>
          <p:nvPr/>
        </p:nvSpPr>
        <p:spPr>
          <a:xfrm>
            <a:off x="2706624" y="3471062"/>
            <a:ext cx="224028" cy="51206"/>
          </a:xfrm>
          <a:prstGeom prst="rect">
            <a:avLst/>
          </a:prstGeom>
          <a:solidFill>
            <a:srgbClr val="E4EBF3"/>
          </a:solidFill>
          <a:ln w="12700">
            <a:solidFill>
              <a:srgbClr val="E4EBF3"/>
            </a:solidFill>
            <a:prstDash val="solid"/>
          </a:ln>
        </p:spPr>
      </p:sp>
      <p:sp>
        <p:nvSpPr>
          <p:cNvPr id="135" name="Shape 133"/>
          <p:cNvSpPr/>
          <p:nvPr/>
        </p:nvSpPr>
        <p:spPr>
          <a:xfrm>
            <a:off x="2953512" y="3471062"/>
            <a:ext cx="224028" cy="51206"/>
          </a:xfrm>
          <a:prstGeom prst="rect">
            <a:avLst/>
          </a:prstGeom>
          <a:solidFill>
            <a:srgbClr val="16305B"/>
          </a:solidFill>
          <a:ln w="12700">
            <a:solidFill>
              <a:srgbClr val="16305B"/>
            </a:solidFill>
            <a:prstDash val="solid"/>
          </a:ln>
        </p:spPr>
      </p:sp>
      <p:sp>
        <p:nvSpPr>
          <p:cNvPr id="136" name="Shape 134"/>
          <p:cNvSpPr/>
          <p:nvPr/>
        </p:nvSpPr>
        <p:spPr>
          <a:xfrm>
            <a:off x="3200400" y="3471062"/>
            <a:ext cx="224028" cy="51206"/>
          </a:xfrm>
          <a:prstGeom prst="rect">
            <a:avLst/>
          </a:prstGeom>
          <a:solidFill>
            <a:srgbClr val="16305B"/>
          </a:solidFill>
          <a:ln w="12700">
            <a:solidFill>
              <a:srgbClr val="16305B"/>
            </a:solidFill>
            <a:prstDash val="solid"/>
          </a:ln>
        </p:spPr>
      </p:sp>
      <p:sp>
        <p:nvSpPr>
          <p:cNvPr id="137" name="Shape 135"/>
          <p:cNvSpPr/>
          <p:nvPr/>
        </p:nvSpPr>
        <p:spPr>
          <a:xfrm>
            <a:off x="3447288" y="3471062"/>
            <a:ext cx="224028" cy="51206"/>
          </a:xfrm>
          <a:prstGeom prst="rect">
            <a:avLst/>
          </a:prstGeom>
          <a:solidFill>
            <a:srgbClr val="E4EBF3"/>
          </a:solidFill>
          <a:ln w="12700">
            <a:solidFill>
              <a:srgbClr val="E4EBF3"/>
            </a:solidFill>
            <a:prstDash val="solid"/>
          </a:ln>
        </p:spPr>
      </p:sp>
      <p:sp>
        <p:nvSpPr>
          <p:cNvPr id="138" name="Shape 136"/>
          <p:cNvSpPr/>
          <p:nvPr/>
        </p:nvSpPr>
        <p:spPr>
          <a:xfrm>
            <a:off x="3694176" y="3471062"/>
            <a:ext cx="224028" cy="51206"/>
          </a:xfrm>
          <a:prstGeom prst="rect">
            <a:avLst/>
          </a:prstGeom>
          <a:solidFill>
            <a:srgbClr val="16305B"/>
          </a:solidFill>
          <a:ln w="12700">
            <a:solidFill>
              <a:srgbClr val="16305B"/>
            </a:solidFill>
            <a:prstDash val="solid"/>
          </a:ln>
        </p:spPr>
      </p:sp>
      <p:sp>
        <p:nvSpPr>
          <p:cNvPr id="139" name="Shape 137"/>
          <p:cNvSpPr/>
          <p:nvPr/>
        </p:nvSpPr>
        <p:spPr>
          <a:xfrm>
            <a:off x="3941064" y="3471062"/>
            <a:ext cx="224028" cy="51206"/>
          </a:xfrm>
          <a:prstGeom prst="rect">
            <a:avLst/>
          </a:prstGeom>
          <a:solidFill>
            <a:srgbClr val="8FB0D4"/>
          </a:solidFill>
          <a:ln w="12700">
            <a:solidFill>
              <a:srgbClr val="8FB0D4"/>
            </a:solidFill>
            <a:prstDash val="solid"/>
          </a:ln>
        </p:spPr>
      </p:sp>
      <p:sp>
        <p:nvSpPr>
          <p:cNvPr id="140" name="Shape 138"/>
          <p:cNvSpPr/>
          <p:nvPr/>
        </p:nvSpPr>
        <p:spPr>
          <a:xfrm>
            <a:off x="4187952" y="3471062"/>
            <a:ext cx="224028" cy="51206"/>
          </a:xfrm>
          <a:prstGeom prst="rect">
            <a:avLst/>
          </a:prstGeom>
          <a:solidFill>
            <a:srgbClr val="16305B"/>
          </a:solidFill>
          <a:ln w="12700">
            <a:solidFill>
              <a:srgbClr val="16305B"/>
            </a:solidFill>
            <a:prstDash val="solid"/>
          </a:ln>
        </p:spPr>
      </p:sp>
      <p:sp>
        <p:nvSpPr>
          <p:cNvPr id="141" name="Shape 139"/>
          <p:cNvSpPr/>
          <p:nvPr/>
        </p:nvSpPr>
        <p:spPr>
          <a:xfrm>
            <a:off x="4434840" y="3471062"/>
            <a:ext cx="224028" cy="51206"/>
          </a:xfrm>
          <a:prstGeom prst="rect">
            <a:avLst/>
          </a:prstGeom>
          <a:solidFill>
            <a:srgbClr val="E4EBF3"/>
          </a:solidFill>
          <a:ln w="12700">
            <a:solidFill>
              <a:srgbClr val="E4EBF3"/>
            </a:solidFill>
            <a:prstDash val="solid"/>
          </a:ln>
        </p:spPr>
      </p:sp>
      <p:sp>
        <p:nvSpPr>
          <p:cNvPr id="142" name="Shape 140"/>
          <p:cNvSpPr/>
          <p:nvPr/>
        </p:nvSpPr>
        <p:spPr>
          <a:xfrm>
            <a:off x="4681728" y="3471062"/>
            <a:ext cx="224028" cy="51206"/>
          </a:xfrm>
          <a:prstGeom prst="rect">
            <a:avLst/>
          </a:prstGeom>
          <a:solidFill>
            <a:srgbClr val="0090B0"/>
          </a:solidFill>
          <a:ln w="12700">
            <a:solidFill>
              <a:srgbClr val="0090B0"/>
            </a:solidFill>
            <a:prstDash val="solid"/>
          </a:ln>
        </p:spPr>
      </p:sp>
      <p:sp>
        <p:nvSpPr>
          <p:cNvPr id="143" name="Shape 141"/>
          <p:cNvSpPr/>
          <p:nvPr/>
        </p:nvSpPr>
        <p:spPr>
          <a:xfrm>
            <a:off x="4928616" y="3471062"/>
            <a:ext cx="224028" cy="51206"/>
          </a:xfrm>
          <a:prstGeom prst="rect">
            <a:avLst/>
          </a:prstGeom>
          <a:solidFill>
            <a:srgbClr val="0090B0"/>
          </a:solidFill>
          <a:ln w="12700">
            <a:solidFill>
              <a:srgbClr val="0090B0"/>
            </a:solidFill>
            <a:prstDash val="solid"/>
          </a:ln>
        </p:spPr>
      </p:sp>
      <p:sp>
        <p:nvSpPr>
          <p:cNvPr id="144" name="Shape 142"/>
          <p:cNvSpPr/>
          <p:nvPr/>
        </p:nvSpPr>
        <p:spPr>
          <a:xfrm>
            <a:off x="5175504" y="3471062"/>
            <a:ext cx="224028" cy="51206"/>
          </a:xfrm>
          <a:prstGeom prst="rect">
            <a:avLst/>
          </a:prstGeom>
          <a:solidFill>
            <a:srgbClr val="E2F4F8"/>
          </a:solidFill>
          <a:ln w="12700">
            <a:solidFill>
              <a:srgbClr val="E2F4F8"/>
            </a:solidFill>
            <a:prstDash val="solid"/>
          </a:ln>
        </p:spPr>
      </p:sp>
      <p:sp>
        <p:nvSpPr>
          <p:cNvPr id="145" name="Shape 143"/>
          <p:cNvSpPr/>
          <p:nvPr/>
        </p:nvSpPr>
        <p:spPr>
          <a:xfrm>
            <a:off x="1965960" y="3536899"/>
            <a:ext cx="224028" cy="51206"/>
          </a:xfrm>
          <a:prstGeom prst="rect">
            <a:avLst/>
          </a:prstGeom>
          <a:solidFill>
            <a:srgbClr val="16305B"/>
          </a:solidFill>
          <a:ln w="12700">
            <a:solidFill>
              <a:srgbClr val="16305B"/>
            </a:solidFill>
            <a:prstDash val="solid"/>
          </a:ln>
        </p:spPr>
      </p:sp>
      <p:sp>
        <p:nvSpPr>
          <p:cNvPr id="146" name="Shape 144"/>
          <p:cNvSpPr/>
          <p:nvPr/>
        </p:nvSpPr>
        <p:spPr>
          <a:xfrm>
            <a:off x="2212848" y="3536899"/>
            <a:ext cx="224028" cy="51206"/>
          </a:xfrm>
          <a:prstGeom prst="rect">
            <a:avLst/>
          </a:prstGeom>
          <a:solidFill>
            <a:srgbClr val="E4EBF3"/>
          </a:solidFill>
          <a:ln w="12700">
            <a:solidFill>
              <a:srgbClr val="E4EBF3"/>
            </a:solidFill>
            <a:prstDash val="solid"/>
          </a:ln>
        </p:spPr>
      </p:sp>
      <p:sp>
        <p:nvSpPr>
          <p:cNvPr id="147" name="Shape 145"/>
          <p:cNvSpPr/>
          <p:nvPr/>
        </p:nvSpPr>
        <p:spPr>
          <a:xfrm>
            <a:off x="2459736" y="3536899"/>
            <a:ext cx="224028" cy="51206"/>
          </a:xfrm>
          <a:prstGeom prst="rect">
            <a:avLst/>
          </a:prstGeom>
          <a:solidFill>
            <a:srgbClr val="E4EBF3"/>
          </a:solidFill>
          <a:ln w="12700">
            <a:solidFill>
              <a:srgbClr val="E4EBF3"/>
            </a:solidFill>
            <a:prstDash val="solid"/>
          </a:ln>
        </p:spPr>
      </p:sp>
      <p:sp>
        <p:nvSpPr>
          <p:cNvPr id="148" name="Shape 146"/>
          <p:cNvSpPr/>
          <p:nvPr/>
        </p:nvSpPr>
        <p:spPr>
          <a:xfrm>
            <a:off x="2706624" y="3536899"/>
            <a:ext cx="224028" cy="51206"/>
          </a:xfrm>
          <a:prstGeom prst="rect">
            <a:avLst/>
          </a:prstGeom>
          <a:solidFill>
            <a:srgbClr val="E4EBF3"/>
          </a:solidFill>
          <a:ln w="12700">
            <a:solidFill>
              <a:srgbClr val="E4EBF3"/>
            </a:solidFill>
            <a:prstDash val="solid"/>
          </a:ln>
        </p:spPr>
      </p:sp>
      <p:sp>
        <p:nvSpPr>
          <p:cNvPr id="149" name="Shape 147"/>
          <p:cNvSpPr/>
          <p:nvPr/>
        </p:nvSpPr>
        <p:spPr>
          <a:xfrm>
            <a:off x="2953512" y="3536899"/>
            <a:ext cx="224028" cy="51206"/>
          </a:xfrm>
          <a:prstGeom prst="rect">
            <a:avLst/>
          </a:prstGeom>
          <a:solidFill>
            <a:srgbClr val="E4EBF3"/>
          </a:solidFill>
          <a:ln w="12700">
            <a:solidFill>
              <a:srgbClr val="E4EBF3"/>
            </a:solidFill>
            <a:prstDash val="solid"/>
          </a:ln>
        </p:spPr>
      </p:sp>
      <p:sp>
        <p:nvSpPr>
          <p:cNvPr id="150" name="Shape 148"/>
          <p:cNvSpPr/>
          <p:nvPr/>
        </p:nvSpPr>
        <p:spPr>
          <a:xfrm>
            <a:off x="3200400" y="3536899"/>
            <a:ext cx="224028" cy="51206"/>
          </a:xfrm>
          <a:prstGeom prst="rect">
            <a:avLst/>
          </a:prstGeom>
          <a:solidFill>
            <a:srgbClr val="16305B"/>
          </a:solidFill>
          <a:ln w="12700">
            <a:solidFill>
              <a:srgbClr val="16305B"/>
            </a:solidFill>
            <a:prstDash val="solid"/>
          </a:ln>
        </p:spPr>
      </p:sp>
      <p:sp>
        <p:nvSpPr>
          <p:cNvPr id="151" name="Shape 149"/>
          <p:cNvSpPr/>
          <p:nvPr/>
        </p:nvSpPr>
        <p:spPr>
          <a:xfrm>
            <a:off x="3447288" y="3536899"/>
            <a:ext cx="224028" cy="51206"/>
          </a:xfrm>
          <a:prstGeom prst="rect">
            <a:avLst/>
          </a:prstGeom>
          <a:solidFill>
            <a:srgbClr val="16305B"/>
          </a:solidFill>
          <a:ln w="12700">
            <a:solidFill>
              <a:srgbClr val="16305B"/>
            </a:solidFill>
            <a:prstDash val="solid"/>
          </a:ln>
        </p:spPr>
      </p:sp>
      <p:sp>
        <p:nvSpPr>
          <p:cNvPr id="152" name="Shape 150"/>
          <p:cNvSpPr/>
          <p:nvPr/>
        </p:nvSpPr>
        <p:spPr>
          <a:xfrm>
            <a:off x="3694176" y="3536899"/>
            <a:ext cx="224028" cy="51206"/>
          </a:xfrm>
          <a:prstGeom prst="rect">
            <a:avLst/>
          </a:prstGeom>
          <a:solidFill>
            <a:srgbClr val="E4EBF3"/>
          </a:solidFill>
          <a:ln w="12700">
            <a:solidFill>
              <a:srgbClr val="E4EBF3"/>
            </a:solidFill>
            <a:prstDash val="solid"/>
          </a:ln>
        </p:spPr>
      </p:sp>
      <p:sp>
        <p:nvSpPr>
          <p:cNvPr id="153" name="Shape 151"/>
          <p:cNvSpPr/>
          <p:nvPr/>
        </p:nvSpPr>
        <p:spPr>
          <a:xfrm>
            <a:off x="3941064" y="3536899"/>
            <a:ext cx="224028" cy="51206"/>
          </a:xfrm>
          <a:prstGeom prst="rect">
            <a:avLst/>
          </a:prstGeom>
          <a:solidFill>
            <a:srgbClr val="16305B"/>
          </a:solidFill>
          <a:ln w="12700">
            <a:solidFill>
              <a:srgbClr val="16305B"/>
            </a:solidFill>
            <a:prstDash val="solid"/>
          </a:ln>
        </p:spPr>
      </p:sp>
      <p:sp>
        <p:nvSpPr>
          <p:cNvPr id="154" name="Shape 152"/>
          <p:cNvSpPr/>
          <p:nvPr/>
        </p:nvSpPr>
        <p:spPr>
          <a:xfrm>
            <a:off x="4187952" y="3536899"/>
            <a:ext cx="224028" cy="51206"/>
          </a:xfrm>
          <a:prstGeom prst="rect">
            <a:avLst/>
          </a:prstGeom>
          <a:solidFill>
            <a:srgbClr val="8FB0D4"/>
          </a:solidFill>
          <a:ln w="12700">
            <a:solidFill>
              <a:srgbClr val="8FB0D4"/>
            </a:solidFill>
            <a:prstDash val="solid"/>
          </a:ln>
        </p:spPr>
      </p:sp>
      <p:sp>
        <p:nvSpPr>
          <p:cNvPr id="155" name="Shape 153"/>
          <p:cNvSpPr/>
          <p:nvPr/>
        </p:nvSpPr>
        <p:spPr>
          <a:xfrm>
            <a:off x="4434840" y="3536899"/>
            <a:ext cx="224028" cy="51206"/>
          </a:xfrm>
          <a:prstGeom prst="rect">
            <a:avLst/>
          </a:prstGeom>
          <a:solidFill>
            <a:srgbClr val="16305B"/>
          </a:solidFill>
          <a:ln w="12700">
            <a:solidFill>
              <a:srgbClr val="16305B"/>
            </a:solidFill>
            <a:prstDash val="solid"/>
          </a:ln>
        </p:spPr>
      </p:sp>
      <p:sp>
        <p:nvSpPr>
          <p:cNvPr id="156" name="Shape 154"/>
          <p:cNvSpPr/>
          <p:nvPr/>
        </p:nvSpPr>
        <p:spPr>
          <a:xfrm>
            <a:off x="4681728" y="3536899"/>
            <a:ext cx="224028" cy="51206"/>
          </a:xfrm>
          <a:prstGeom prst="rect">
            <a:avLst/>
          </a:prstGeom>
          <a:solidFill>
            <a:srgbClr val="E2F4F8"/>
          </a:solidFill>
          <a:ln w="12700">
            <a:solidFill>
              <a:srgbClr val="E2F4F8"/>
            </a:solidFill>
            <a:prstDash val="solid"/>
          </a:ln>
        </p:spPr>
      </p:sp>
      <p:sp>
        <p:nvSpPr>
          <p:cNvPr id="157" name="Shape 155"/>
          <p:cNvSpPr/>
          <p:nvPr/>
        </p:nvSpPr>
        <p:spPr>
          <a:xfrm>
            <a:off x="4928616" y="3536899"/>
            <a:ext cx="224028" cy="51206"/>
          </a:xfrm>
          <a:prstGeom prst="rect">
            <a:avLst/>
          </a:prstGeom>
          <a:solidFill>
            <a:srgbClr val="0090B0"/>
          </a:solidFill>
          <a:ln w="12700">
            <a:solidFill>
              <a:srgbClr val="0090B0"/>
            </a:solidFill>
            <a:prstDash val="solid"/>
          </a:ln>
        </p:spPr>
      </p:sp>
      <p:sp>
        <p:nvSpPr>
          <p:cNvPr id="158" name="Shape 156"/>
          <p:cNvSpPr/>
          <p:nvPr/>
        </p:nvSpPr>
        <p:spPr>
          <a:xfrm>
            <a:off x="5175504" y="3536899"/>
            <a:ext cx="224028" cy="51206"/>
          </a:xfrm>
          <a:prstGeom prst="rect">
            <a:avLst/>
          </a:prstGeom>
          <a:solidFill>
            <a:srgbClr val="0090B0"/>
          </a:solidFill>
          <a:ln w="12700">
            <a:solidFill>
              <a:srgbClr val="0090B0"/>
            </a:solidFill>
            <a:prstDash val="solid"/>
          </a:ln>
        </p:spPr>
      </p:sp>
      <p:sp>
        <p:nvSpPr>
          <p:cNvPr id="159" name="Shape 157"/>
          <p:cNvSpPr/>
          <p:nvPr/>
        </p:nvSpPr>
        <p:spPr>
          <a:xfrm>
            <a:off x="1965960" y="3602736"/>
            <a:ext cx="224028" cy="51206"/>
          </a:xfrm>
          <a:prstGeom prst="rect">
            <a:avLst/>
          </a:prstGeom>
          <a:solidFill>
            <a:srgbClr val="16305B"/>
          </a:solidFill>
          <a:ln w="12700">
            <a:solidFill>
              <a:srgbClr val="16305B"/>
            </a:solidFill>
            <a:prstDash val="solid"/>
          </a:ln>
        </p:spPr>
      </p:sp>
      <p:sp>
        <p:nvSpPr>
          <p:cNvPr id="160" name="Shape 158"/>
          <p:cNvSpPr/>
          <p:nvPr/>
        </p:nvSpPr>
        <p:spPr>
          <a:xfrm>
            <a:off x="2212848" y="3602736"/>
            <a:ext cx="224028" cy="51206"/>
          </a:xfrm>
          <a:prstGeom prst="rect">
            <a:avLst/>
          </a:prstGeom>
          <a:solidFill>
            <a:srgbClr val="16305B"/>
          </a:solidFill>
          <a:ln w="12700">
            <a:solidFill>
              <a:srgbClr val="16305B"/>
            </a:solidFill>
            <a:prstDash val="solid"/>
          </a:ln>
        </p:spPr>
      </p:sp>
      <p:sp>
        <p:nvSpPr>
          <p:cNvPr id="161" name="Shape 159"/>
          <p:cNvSpPr/>
          <p:nvPr/>
        </p:nvSpPr>
        <p:spPr>
          <a:xfrm>
            <a:off x="2459736" y="3602736"/>
            <a:ext cx="224028" cy="51206"/>
          </a:xfrm>
          <a:prstGeom prst="rect">
            <a:avLst/>
          </a:prstGeom>
          <a:solidFill>
            <a:srgbClr val="E4EBF3"/>
          </a:solidFill>
          <a:ln w="12700">
            <a:solidFill>
              <a:srgbClr val="E4EBF3"/>
            </a:solidFill>
            <a:prstDash val="solid"/>
          </a:ln>
        </p:spPr>
      </p:sp>
      <p:sp>
        <p:nvSpPr>
          <p:cNvPr id="162" name="Shape 160"/>
          <p:cNvSpPr/>
          <p:nvPr/>
        </p:nvSpPr>
        <p:spPr>
          <a:xfrm>
            <a:off x="2706624" y="3602736"/>
            <a:ext cx="224028" cy="51206"/>
          </a:xfrm>
          <a:prstGeom prst="rect">
            <a:avLst/>
          </a:prstGeom>
          <a:solidFill>
            <a:srgbClr val="E4EBF3"/>
          </a:solidFill>
          <a:ln w="12700">
            <a:solidFill>
              <a:srgbClr val="E4EBF3"/>
            </a:solidFill>
            <a:prstDash val="solid"/>
          </a:ln>
        </p:spPr>
      </p:sp>
      <p:sp>
        <p:nvSpPr>
          <p:cNvPr id="163" name="Shape 161"/>
          <p:cNvSpPr/>
          <p:nvPr/>
        </p:nvSpPr>
        <p:spPr>
          <a:xfrm>
            <a:off x="2953512" y="3602736"/>
            <a:ext cx="224028" cy="51206"/>
          </a:xfrm>
          <a:prstGeom prst="rect">
            <a:avLst/>
          </a:prstGeom>
          <a:solidFill>
            <a:srgbClr val="E4EBF3"/>
          </a:solidFill>
          <a:ln w="12700">
            <a:solidFill>
              <a:srgbClr val="E4EBF3"/>
            </a:solidFill>
            <a:prstDash val="solid"/>
          </a:ln>
        </p:spPr>
      </p:sp>
      <p:sp>
        <p:nvSpPr>
          <p:cNvPr id="164" name="Shape 162"/>
          <p:cNvSpPr/>
          <p:nvPr/>
        </p:nvSpPr>
        <p:spPr>
          <a:xfrm>
            <a:off x="3200400" y="3602736"/>
            <a:ext cx="224028" cy="51206"/>
          </a:xfrm>
          <a:prstGeom prst="rect">
            <a:avLst/>
          </a:prstGeom>
          <a:solidFill>
            <a:srgbClr val="E4EBF3"/>
          </a:solidFill>
          <a:ln w="12700">
            <a:solidFill>
              <a:srgbClr val="E4EBF3"/>
            </a:solidFill>
            <a:prstDash val="solid"/>
          </a:ln>
        </p:spPr>
      </p:sp>
      <p:sp>
        <p:nvSpPr>
          <p:cNvPr id="165" name="Shape 163"/>
          <p:cNvSpPr/>
          <p:nvPr/>
        </p:nvSpPr>
        <p:spPr>
          <a:xfrm>
            <a:off x="3447288" y="3602736"/>
            <a:ext cx="224028" cy="51206"/>
          </a:xfrm>
          <a:prstGeom prst="rect">
            <a:avLst/>
          </a:prstGeom>
          <a:solidFill>
            <a:srgbClr val="16305B"/>
          </a:solidFill>
          <a:ln w="12700">
            <a:solidFill>
              <a:srgbClr val="16305B"/>
            </a:solidFill>
            <a:prstDash val="solid"/>
          </a:ln>
        </p:spPr>
      </p:sp>
      <p:sp>
        <p:nvSpPr>
          <p:cNvPr id="166" name="Shape 164"/>
          <p:cNvSpPr/>
          <p:nvPr/>
        </p:nvSpPr>
        <p:spPr>
          <a:xfrm>
            <a:off x="3694176" y="3602736"/>
            <a:ext cx="224028" cy="51206"/>
          </a:xfrm>
          <a:prstGeom prst="rect">
            <a:avLst/>
          </a:prstGeom>
          <a:solidFill>
            <a:srgbClr val="16305B"/>
          </a:solidFill>
          <a:ln w="12700">
            <a:solidFill>
              <a:srgbClr val="16305B"/>
            </a:solidFill>
            <a:prstDash val="solid"/>
          </a:ln>
        </p:spPr>
      </p:sp>
      <p:sp>
        <p:nvSpPr>
          <p:cNvPr id="167" name="Shape 165"/>
          <p:cNvSpPr/>
          <p:nvPr/>
        </p:nvSpPr>
        <p:spPr>
          <a:xfrm>
            <a:off x="3941064" y="3602736"/>
            <a:ext cx="224028" cy="51206"/>
          </a:xfrm>
          <a:prstGeom prst="rect">
            <a:avLst/>
          </a:prstGeom>
          <a:solidFill>
            <a:srgbClr val="E4EBF3"/>
          </a:solidFill>
          <a:ln w="12700">
            <a:solidFill>
              <a:srgbClr val="E4EBF3"/>
            </a:solidFill>
            <a:prstDash val="solid"/>
          </a:ln>
        </p:spPr>
      </p:sp>
      <p:sp>
        <p:nvSpPr>
          <p:cNvPr id="168" name="Shape 166"/>
          <p:cNvSpPr/>
          <p:nvPr/>
        </p:nvSpPr>
        <p:spPr>
          <a:xfrm>
            <a:off x="4187952" y="3602736"/>
            <a:ext cx="224028" cy="51206"/>
          </a:xfrm>
          <a:prstGeom prst="rect">
            <a:avLst/>
          </a:prstGeom>
          <a:solidFill>
            <a:srgbClr val="16305B"/>
          </a:solidFill>
          <a:ln w="12700">
            <a:solidFill>
              <a:srgbClr val="16305B"/>
            </a:solidFill>
            <a:prstDash val="solid"/>
          </a:ln>
        </p:spPr>
      </p:sp>
      <p:sp>
        <p:nvSpPr>
          <p:cNvPr id="169" name="Shape 167"/>
          <p:cNvSpPr/>
          <p:nvPr/>
        </p:nvSpPr>
        <p:spPr>
          <a:xfrm>
            <a:off x="4434840" y="3602736"/>
            <a:ext cx="224028" cy="51206"/>
          </a:xfrm>
          <a:prstGeom prst="rect">
            <a:avLst/>
          </a:prstGeom>
          <a:solidFill>
            <a:srgbClr val="8FB0D4"/>
          </a:solidFill>
          <a:ln w="12700">
            <a:solidFill>
              <a:srgbClr val="8FB0D4"/>
            </a:solidFill>
            <a:prstDash val="solid"/>
          </a:ln>
        </p:spPr>
      </p:sp>
      <p:sp>
        <p:nvSpPr>
          <p:cNvPr id="170" name="Shape 168"/>
          <p:cNvSpPr/>
          <p:nvPr/>
        </p:nvSpPr>
        <p:spPr>
          <a:xfrm>
            <a:off x="4681728" y="3602736"/>
            <a:ext cx="224028" cy="51206"/>
          </a:xfrm>
          <a:prstGeom prst="rect">
            <a:avLst/>
          </a:prstGeom>
          <a:solidFill>
            <a:srgbClr val="0090B0"/>
          </a:solidFill>
          <a:ln w="12700">
            <a:solidFill>
              <a:srgbClr val="0090B0"/>
            </a:solidFill>
            <a:prstDash val="solid"/>
          </a:ln>
        </p:spPr>
      </p:sp>
      <p:sp>
        <p:nvSpPr>
          <p:cNvPr id="171" name="Shape 169"/>
          <p:cNvSpPr/>
          <p:nvPr/>
        </p:nvSpPr>
        <p:spPr>
          <a:xfrm>
            <a:off x="4928616" y="3602736"/>
            <a:ext cx="224028" cy="51206"/>
          </a:xfrm>
          <a:prstGeom prst="rect">
            <a:avLst/>
          </a:prstGeom>
          <a:solidFill>
            <a:srgbClr val="E2F4F8"/>
          </a:solidFill>
          <a:ln w="12700">
            <a:solidFill>
              <a:srgbClr val="E2F4F8"/>
            </a:solidFill>
            <a:prstDash val="solid"/>
          </a:ln>
        </p:spPr>
      </p:sp>
      <p:sp>
        <p:nvSpPr>
          <p:cNvPr id="172" name="Shape 170"/>
          <p:cNvSpPr/>
          <p:nvPr/>
        </p:nvSpPr>
        <p:spPr>
          <a:xfrm>
            <a:off x="5175504" y="3602736"/>
            <a:ext cx="224028" cy="51206"/>
          </a:xfrm>
          <a:prstGeom prst="rect">
            <a:avLst/>
          </a:prstGeom>
          <a:solidFill>
            <a:srgbClr val="0090B0"/>
          </a:solidFill>
          <a:ln w="12700">
            <a:solidFill>
              <a:srgbClr val="0090B0"/>
            </a:solidFill>
            <a:prstDash val="solid"/>
          </a:ln>
        </p:spPr>
      </p:sp>
      <p:sp>
        <p:nvSpPr>
          <p:cNvPr id="173" name="Shape 171"/>
          <p:cNvSpPr/>
          <p:nvPr/>
        </p:nvSpPr>
        <p:spPr>
          <a:xfrm>
            <a:off x="1965960" y="3668573"/>
            <a:ext cx="224028" cy="51206"/>
          </a:xfrm>
          <a:prstGeom prst="rect">
            <a:avLst/>
          </a:prstGeom>
          <a:solidFill>
            <a:srgbClr val="16305B"/>
          </a:solidFill>
          <a:ln w="12700">
            <a:solidFill>
              <a:srgbClr val="16305B"/>
            </a:solidFill>
            <a:prstDash val="solid"/>
          </a:ln>
        </p:spPr>
      </p:sp>
      <p:sp>
        <p:nvSpPr>
          <p:cNvPr id="174" name="Shape 172"/>
          <p:cNvSpPr/>
          <p:nvPr/>
        </p:nvSpPr>
        <p:spPr>
          <a:xfrm>
            <a:off x="2212848" y="3668573"/>
            <a:ext cx="224028" cy="51206"/>
          </a:xfrm>
          <a:prstGeom prst="rect">
            <a:avLst/>
          </a:prstGeom>
          <a:solidFill>
            <a:srgbClr val="16305B"/>
          </a:solidFill>
          <a:ln w="12700">
            <a:solidFill>
              <a:srgbClr val="16305B"/>
            </a:solidFill>
            <a:prstDash val="solid"/>
          </a:ln>
        </p:spPr>
      </p:sp>
      <p:sp>
        <p:nvSpPr>
          <p:cNvPr id="175" name="Shape 173"/>
          <p:cNvSpPr/>
          <p:nvPr/>
        </p:nvSpPr>
        <p:spPr>
          <a:xfrm>
            <a:off x="2459736" y="3668573"/>
            <a:ext cx="224028" cy="51206"/>
          </a:xfrm>
          <a:prstGeom prst="rect">
            <a:avLst/>
          </a:prstGeom>
          <a:solidFill>
            <a:srgbClr val="16305B"/>
          </a:solidFill>
          <a:ln w="12700">
            <a:solidFill>
              <a:srgbClr val="16305B"/>
            </a:solidFill>
            <a:prstDash val="solid"/>
          </a:ln>
        </p:spPr>
      </p:sp>
      <p:sp>
        <p:nvSpPr>
          <p:cNvPr id="176" name="Shape 174"/>
          <p:cNvSpPr/>
          <p:nvPr/>
        </p:nvSpPr>
        <p:spPr>
          <a:xfrm>
            <a:off x="2706624" y="3668573"/>
            <a:ext cx="224028" cy="51206"/>
          </a:xfrm>
          <a:prstGeom prst="rect">
            <a:avLst/>
          </a:prstGeom>
          <a:solidFill>
            <a:srgbClr val="E4EBF3"/>
          </a:solidFill>
          <a:ln w="12700">
            <a:solidFill>
              <a:srgbClr val="E4EBF3"/>
            </a:solidFill>
            <a:prstDash val="solid"/>
          </a:ln>
        </p:spPr>
      </p:sp>
      <p:sp>
        <p:nvSpPr>
          <p:cNvPr id="177" name="Shape 175"/>
          <p:cNvSpPr/>
          <p:nvPr/>
        </p:nvSpPr>
        <p:spPr>
          <a:xfrm>
            <a:off x="2953512" y="3668573"/>
            <a:ext cx="224028" cy="51206"/>
          </a:xfrm>
          <a:prstGeom prst="rect">
            <a:avLst/>
          </a:prstGeom>
          <a:solidFill>
            <a:srgbClr val="E4EBF3"/>
          </a:solidFill>
          <a:ln w="12700">
            <a:solidFill>
              <a:srgbClr val="E4EBF3"/>
            </a:solidFill>
            <a:prstDash val="solid"/>
          </a:ln>
        </p:spPr>
      </p:sp>
      <p:sp>
        <p:nvSpPr>
          <p:cNvPr id="178" name="Shape 176"/>
          <p:cNvSpPr/>
          <p:nvPr/>
        </p:nvSpPr>
        <p:spPr>
          <a:xfrm>
            <a:off x="3200400" y="3668573"/>
            <a:ext cx="224028" cy="51206"/>
          </a:xfrm>
          <a:prstGeom prst="rect">
            <a:avLst/>
          </a:prstGeom>
          <a:solidFill>
            <a:srgbClr val="E4EBF3"/>
          </a:solidFill>
          <a:ln w="12700">
            <a:solidFill>
              <a:srgbClr val="E4EBF3"/>
            </a:solidFill>
            <a:prstDash val="solid"/>
          </a:ln>
        </p:spPr>
      </p:sp>
      <p:sp>
        <p:nvSpPr>
          <p:cNvPr id="179" name="Shape 177"/>
          <p:cNvSpPr/>
          <p:nvPr/>
        </p:nvSpPr>
        <p:spPr>
          <a:xfrm>
            <a:off x="3447288" y="3668573"/>
            <a:ext cx="224028" cy="51206"/>
          </a:xfrm>
          <a:prstGeom prst="rect">
            <a:avLst/>
          </a:prstGeom>
          <a:solidFill>
            <a:srgbClr val="E4EBF3"/>
          </a:solidFill>
          <a:ln w="12700">
            <a:solidFill>
              <a:srgbClr val="E4EBF3"/>
            </a:solidFill>
            <a:prstDash val="solid"/>
          </a:ln>
        </p:spPr>
      </p:sp>
      <p:sp>
        <p:nvSpPr>
          <p:cNvPr id="180" name="Shape 178"/>
          <p:cNvSpPr/>
          <p:nvPr/>
        </p:nvSpPr>
        <p:spPr>
          <a:xfrm>
            <a:off x="3694176" y="3668573"/>
            <a:ext cx="224028" cy="51206"/>
          </a:xfrm>
          <a:prstGeom prst="rect">
            <a:avLst/>
          </a:prstGeom>
          <a:solidFill>
            <a:srgbClr val="16305B"/>
          </a:solidFill>
          <a:ln w="12700">
            <a:solidFill>
              <a:srgbClr val="16305B"/>
            </a:solidFill>
            <a:prstDash val="solid"/>
          </a:ln>
        </p:spPr>
      </p:sp>
      <p:sp>
        <p:nvSpPr>
          <p:cNvPr id="181" name="Shape 179"/>
          <p:cNvSpPr/>
          <p:nvPr/>
        </p:nvSpPr>
        <p:spPr>
          <a:xfrm>
            <a:off x="3941064" y="3668573"/>
            <a:ext cx="224028" cy="51206"/>
          </a:xfrm>
          <a:prstGeom prst="rect">
            <a:avLst/>
          </a:prstGeom>
          <a:solidFill>
            <a:srgbClr val="16305B"/>
          </a:solidFill>
          <a:ln w="12700">
            <a:solidFill>
              <a:srgbClr val="16305B"/>
            </a:solidFill>
            <a:prstDash val="solid"/>
          </a:ln>
        </p:spPr>
      </p:sp>
      <p:sp>
        <p:nvSpPr>
          <p:cNvPr id="182" name="Shape 180"/>
          <p:cNvSpPr/>
          <p:nvPr/>
        </p:nvSpPr>
        <p:spPr>
          <a:xfrm>
            <a:off x="4187952" y="3668573"/>
            <a:ext cx="224028" cy="51206"/>
          </a:xfrm>
          <a:prstGeom prst="rect">
            <a:avLst/>
          </a:prstGeom>
          <a:solidFill>
            <a:srgbClr val="E4EBF3"/>
          </a:solidFill>
          <a:ln w="12700">
            <a:solidFill>
              <a:srgbClr val="E4EBF3"/>
            </a:solidFill>
            <a:prstDash val="solid"/>
          </a:ln>
        </p:spPr>
      </p:sp>
      <p:sp>
        <p:nvSpPr>
          <p:cNvPr id="183" name="Shape 181"/>
          <p:cNvSpPr/>
          <p:nvPr/>
        </p:nvSpPr>
        <p:spPr>
          <a:xfrm>
            <a:off x="4434840" y="3668573"/>
            <a:ext cx="224028" cy="51206"/>
          </a:xfrm>
          <a:prstGeom prst="rect">
            <a:avLst/>
          </a:prstGeom>
          <a:solidFill>
            <a:srgbClr val="16305B"/>
          </a:solidFill>
          <a:ln w="12700">
            <a:solidFill>
              <a:srgbClr val="16305B"/>
            </a:solidFill>
            <a:prstDash val="solid"/>
          </a:ln>
        </p:spPr>
      </p:sp>
      <p:sp>
        <p:nvSpPr>
          <p:cNvPr id="184" name="Shape 182"/>
          <p:cNvSpPr/>
          <p:nvPr/>
        </p:nvSpPr>
        <p:spPr>
          <a:xfrm>
            <a:off x="4681728" y="3668573"/>
            <a:ext cx="224028" cy="51206"/>
          </a:xfrm>
          <a:prstGeom prst="rect">
            <a:avLst/>
          </a:prstGeom>
          <a:solidFill>
            <a:srgbClr val="8DD2E2"/>
          </a:solidFill>
          <a:ln w="12700">
            <a:solidFill>
              <a:srgbClr val="8DD2E2"/>
            </a:solidFill>
            <a:prstDash val="solid"/>
          </a:ln>
        </p:spPr>
      </p:sp>
      <p:sp>
        <p:nvSpPr>
          <p:cNvPr id="185" name="Shape 183"/>
          <p:cNvSpPr/>
          <p:nvPr/>
        </p:nvSpPr>
        <p:spPr>
          <a:xfrm>
            <a:off x="4928616" y="3668573"/>
            <a:ext cx="224028" cy="51206"/>
          </a:xfrm>
          <a:prstGeom prst="rect">
            <a:avLst/>
          </a:prstGeom>
          <a:solidFill>
            <a:srgbClr val="0090B0"/>
          </a:solidFill>
          <a:ln w="12700">
            <a:solidFill>
              <a:srgbClr val="0090B0"/>
            </a:solidFill>
            <a:prstDash val="solid"/>
          </a:ln>
        </p:spPr>
      </p:sp>
      <p:sp>
        <p:nvSpPr>
          <p:cNvPr id="186" name="Shape 184"/>
          <p:cNvSpPr/>
          <p:nvPr/>
        </p:nvSpPr>
        <p:spPr>
          <a:xfrm>
            <a:off x="5175504" y="3668573"/>
            <a:ext cx="224028" cy="51206"/>
          </a:xfrm>
          <a:prstGeom prst="rect">
            <a:avLst/>
          </a:prstGeom>
          <a:solidFill>
            <a:srgbClr val="E2F4F8"/>
          </a:solidFill>
          <a:ln w="12700">
            <a:solidFill>
              <a:srgbClr val="E2F4F8"/>
            </a:solidFill>
            <a:prstDash val="solid"/>
          </a:ln>
        </p:spPr>
      </p:sp>
      <p:sp>
        <p:nvSpPr>
          <p:cNvPr id="187" name="Shape 185"/>
          <p:cNvSpPr/>
          <p:nvPr/>
        </p:nvSpPr>
        <p:spPr>
          <a:xfrm>
            <a:off x="1965960" y="3734410"/>
            <a:ext cx="224028" cy="51206"/>
          </a:xfrm>
          <a:prstGeom prst="rect">
            <a:avLst/>
          </a:prstGeom>
          <a:solidFill>
            <a:srgbClr val="16305B"/>
          </a:solidFill>
          <a:ln w="12700">
            <a:solidFill>
              <a:srgbClr val="16305B"/>
            </a:solidFill>
            <a:prstDash val="solid"/>
          </a:ln>
        </p:spPr>
      </p:sp>
      <p:sp>
        <p:nvSpPr>
          <p:cNvPr id="188" name="Shape 186"/>
          <p:cNvSpPr/>
          <p:nvPr/>
        </p:nvSpPr>
        <p:spPr>
          <a:xfrm>
            <a:off x="2212848" y="3734410"/>
            <a:ext cx="224028" cy="51206"/>
          </a:xfrm>
          <a:prstGeom prst="rect">
            <a:avLst/>
          </a:prstGeom>
          <a:solidFill>
            <a:srgbClr val="E4EBF3"/>
          </a:solidFill>
          <a:ln w="12700">
            <a:solidFill>
              <a:srgbClr val="E4EBF3"/>
            </a:solidFill>
            <a:prstDash val="solid"/>
          </a:ln>
        </p:spPr>
      </p:sp>
      <p:sp>
        <p:nvSpPr>
          <p:cNvPr id="189" name="Shape 187"/>
          <p:cNvSpPr/>
          <p:nvPr/>
        </p:nvSpPr>
        <p:spPr>
          <a:xfrm>
            <a:off x="2459736" y="3734410"/>
            <a:ext cx="224028" cy="51206"/>
          </a:xfrm>
          <a:prstGeom prst="rect">
            <a:avLst/>
          </a:prstGeom>
          <a:solidFill>
            <a:srgbClr val="16305B"/>
          </a:solidFill>
          <a:ln w="12700">
            <a:solidFill>
              <a:srgbClr val="16305B"/>
            </a:solidFill>
            <a:prstDash val="solid"/>
          </a:ln>
        </p:spPr>
      </p:sp>
      <p:sp>
        <p:nvSpPr>
          <p:cNvPr id="190" name="Shape 188"/>
          <p:cNvSpPr/>
          <p:nvPr/>
        </p:nvSpPr>
        <p:spPr>
          <a:xfrm>
            <a:off x="2706624" y="3734410"/>
            <a:ext cx="224028" cy="51206"/>
          </a:xfrm>
          <a:prstGeom prst="rect">
            <a:avLst/>
          </a:prstGeom>
          <a:solidFill>
            <a:srgbClr val="16305B"/>
          </a:solidFill>
          <a:ln w="12700">
            <a:solidFill>
              <a:srgbClr val="16305B"/>
            </a:solidFill>
            <a:prstDash val="solid"/>
          </a:ln>
        </p:spPr>
      </p:sp>
      <p:sp>
        <p:nvSpPr>
          <p:cNvPr id="191" name="Shape 189"/>
          <p:cNvSpPr/>
          <p:nvPr/>
        </p:nvSpPr>
        <p:spPr>
          <a:xfrm>
            <a:off x="2953512" y="3734410"/>
            <a:ext cx="224028" cy="51206"/>
          </a:xfrm>
          <a:prstGeom prst="rect">
            <a:avLst/>
          </a:prstGeom>
          <a:solidFill>
            <a:srgbClr val="E4EBF3"/>
          </a:solidFill>
          <a:ln w="12700">
            <a:solidFill>
              <a:srgbClr val="E4EBF3"/>
            </a:solidFill>
            <a:prstDash val="solid"/>
          </a:ln>
        </p:spPr>
      </p:sp>
      <p:sp>
        <p:nvSpPr>
          <p:cNvPr id="192" name="Shape 190"/>
          <p:cNvSpPr/>
          <p:nvPr/>
        </p:nvSpPr>
        <p:spPr>
          <a:xfrm>
            <a:off x="3200400" y="3734410"/>
            <a:ext cx="224028" cy="51206"/>
          </a:xfrm>
          <a:prstGeom prst="rect">
            <a:avLst/>
          </a:prstGeom>
          <a:solidFill>
            <a:srgbClr val="E4EBF3"/>
          </a:solidFill>
          <a:ln w="12700">
            <a:solidFill>
              <a:srgbClr val="E4EBF3"/>
            </a:solidFill>
            <a:prstDash val="solid"/>
          </a:ln>
        </p:spPr>
      </p:sp>
      <p:sp>
        <p:nvSpPr>
          <p:cNvPr id="193" name="Shape 191"/>
          <p:cNvSpPr/>
          <p:nvPr/>
        </p:nvSpPr>
        <p:spPr>
          <a:xfrm>
            <a:off x="3447288" y="3734410"/>
            <a:ext cx="224028" cy="51206"/>
          </a:xfrm>
          <a:prstGeom prst="rect">
            <a:avLst/>
          </a:prstGeom>
          <a:solidFill>
            <a:srgbClr val="E4EBF3"/>
          </a:solidFill>
          <a:ln w="12700">
            <a:solidFill>
              <a:srgbClr val="E4EBF3"/>
            </a:solidFill>
            <a:prstDash val="solid"/>
          </a:ln>
        </p:spPr>
      </p:sp>
      <p:sp>
        <p:nvSpPr>
          <p:cNvPr id="194" name="Shape 192"/>
          <p:cNvSpPr/>
          <p:nvPr/>
        </p:nvSpPr>
        <p:spPr>
          <a:xfrm>
            <a:off x="3694176" y="3734410"/>
            <a:ext cx="224028" cy="51206"/>
          </a:xfrm>
          <a:prstGeom prst="rect">
            <a:avLst/>
          </a:prstGeom>
          <a:solidFill>
            <a:srgbClr val="E4EBF3"/>
          </a:solidFill>
          <a:ln w="12700">
            <a:solidFill>
              <a:srgbClr val="E4EBF3"/>
            </a:solidFill>
            <a:prstDash val="solid"/>
          </a:ln>
        </p:spPr>
      </p:sp>
      <p:sp>
        <p:nvSpPr>
          <p:cNvPr id="195" name="Shape 193"/>
          <p:cNvSpPr/>
          <p:nvPr/>
        </p:nvSpPr>
        <p:spPr>
          <a:xfrm>
            <a:off x="3941064" y="3734410"/>
            <a:ext cx="224028" cy="51206"/>
          </a:xfrm>
          <a:prstGeom prst="rect">
            <a:avLst/>
          </a:prstGeom>
          <a:solidFill>
            <a:srgbClr val="16305B"/>
          </a:solidFill>
          <a:ln w="12700">
            <a:solidFill>
              <a:srgbClr val="16305B"/>
            </a:solidFill>
            <a:prstDash val="solid"/>
          </a:ln>
        </p:spPr>
      </p:sp>
      <p:sp>
        <p:nvSpPr>
          <p:cNvPr id="196" name="Shape 194"/>
          <p:cNvSpPr/>
          <p:nvPr/>
        </p:nvSpPr>
        <p:spPr>
          <a:xfrm>
            <a:off x="4187952" y="3734410"/>
            <a:ext cx="224028" cy="51206"/>
          </a:xfrm>
          <a:prstGeom prst="rect">
            <a:avLst/>
          </a:prstGeom>
          <a:solidFill>
            <a:srgbClr val="16305B"/>
          </a:solidFill>
          <a:ln w="12700">
            <a:solidFill>
              <a:srgbClr val="16305B"/>
            </a:solidFill>
            <a:prstDash val="solid"/>
          </a:ln>
        </p:spPr>
      </p:sp>
      <p:sp>
        <p:nvSpPr>
          <p:cNvPr id="197" name="Shape 195"/>
          <p:cNvSpPr/>
          <p:nvPr/>
        </p:nvSpPr>
        <p:spPr>
          <a:xfrm>
            <a:off x="4434840" y="3734410"/>
            <a:ext cx="224028" cy="51206"/>
          </a:xfrm>
          <a:prstGeom prst="rect">
            <a:avLst/>
          </a:prstGeom>
          <a:solidFill>
            <a:srgbClr val="E4EBF3"/>
          </a:solidFill>
          <a:ln w="12700">
            <a:solidFill>
              <a:srgbClr val="E4EBF3"/>
            </a:solidFill>
            <a:prstDash val="solid"/>
          </a:ln>
        </p:spPr>
      </p:sp>
      <p:sp>
        <p:nvSpPr>
          <p:cNvPr id="198" name="Shape 196"/>
          <p:cNvSpPr/>
          <p:nvPr/>
        </p:nvSpPr>
        <p:spPr>
          <a:xfrm>
            <a:off x="4681728" y="3734410"/>
            <a:ext cx="224028" cy="51206"/>
          </a:xfrm>
          <a:prstGeom prst="rect">
            <a:avLst/>
          </a:prstGeom>
          <a:solidFill>
            <a:srgbClr val="0090B0"/>
          </a:solidFill>
          <a:ln w="12700">
            <a:solidFill>
              <a:srgbClr val="0090B0"/>
            </a:solidFill>
            <a:prstDash val="solid"/>
          </a:ln>
        </p:spPr>
      </p:sp>
      <p:sp>
        <p:nvSpPr>
          <p:cNvPr id="199" name="Shape 197"/>
          <p:cNvSpPr/>
          <p:nvPr/>
        </p:nvSpPr>
        <p:spPr>
          <a:xfrm>
            <a:off x="4928616" y="3734410"/>
            <a:ext cx="224028" cy="51206"/>
          </a:xfrm>
          <a:prstGeom prst="rect">
            <a:avLst/>
          </a:prstGeom>
          <a:solidFill>
            <a:srgbClr val="8DD2E2"/>
          </a:solidFill>
          <a:ln w="12700">
            <a:solidFill>
              <a:srgbClr val="8DD2E2"/>
            </a:solidFill>
            <a:prstDash val="solid"/>
          </a:ln>
        </p:spPr>
      </p:sp>
      <p:sp>
        <p:nvSpPr>
          <p:cNvPr id="200" name="Shape 198"/>
          <p:cNvSpPr/>
          <p:nvPr/>
        </p:nvSpPr>
        <p:spPr>
          <a:xfrm>
            <a:off x="5175504" y="3734410"/>
            <a:ext cx="224028" cy="51206"/>
          </a:xfrm>
          <a:prstGeom prst="rect">
            <a:avLst/>
          </a:prstGeom>
          <a:solidFill>
            <a:srgbClr val="0090B0"/>
          </a:solidFill>
          <a:ln w="12700">
            <a:solidFill>
              <a:srgbClr val="0090B0"/>
            </a:solidFill>
            <a:prstDash val="solid"/>
          </a:ln>
        </p:spPr>
      </p:sp>
      <p:sp>
        <p:nvSpPr>
          <p:cNvPr id="201" name="Shape 199"/>
          <p:cNvSpPr/>
          <p:nvPr/>
        </p:nvSpPr>
        <p:spPr>
          <a:xfrm>
            <a:off x="1965960" y="3800246"/>
            <a:ext cx="224028" cy="51206"/>
          </a:xfrm>
          <a:prstGeom prst="rect">
            <a:avLst/>
          </a:prstGeom>
          <a:solidFill>
            <a:srgbClr val="16305B"/>
          </a:solidFill>
          <a:ln w="12700">
            <a:solidFill>
              <a:srgbClr val="16305B"/>
            </a:solidFill>
            <a:prstDash val="solid"/>
          </a:ln>
        </p:spPr>
      </p:sp>
      <p:sp>
        <p:nvSpPr>
          <p:cNvPr id="202" name="Shape 200"/>
          <p:cNvSpPr/>
          <p:nvPr/>
        </p:nvSpPr>
        <p:spPr>
          <a:xfrm>
            <a:off x="2212848" y="3800246"/>
            <a:ext cx="224028" cy="51206"/>
          </a:xfrm>
          <a:prstGeom prst="rect">
            <a:avLst/>
          </a:prstGeom>
          <a:solidFill>
            <a:srgbClr val="16305B"/>
          </a:solidFill>
          <a:ln w="12700">
            <a:solidFill>
              <a:srgbClr val="16305B"/>
            </a:solidFill>
            <a:prstDash val="solid"/>
          </a:ln>
        </p:spPr>
      </p:sp>
      <p:sp>
        <p:nvSpPr>
          <p:cNvPr id="203" name="Shape 201"/>
          <p:cNvSpPr/>
          <p:nvPr/>
        </p:nvSpPr>
        <p:spPr>
          <a:xfrm>
            <a:off x="2459736" y="3800246"/>
            <a:ext cx="224028" cy="51206"/>
          </a:xfrm>
          <a:prstGeom prst="rect">
            <a:avLst/>
          </a:prstGeom>
          <a:solidFill>
            <a:srgbClr val="E4EBF3"/>
          </a:solidFill>
          <a:ln w="12700">
            <a:solidFill>
              <a:srgbClr val="E4EBF3"/>
            </a:solidFill>
            <a:prstDash val="solid"/>
          </a:ln>
        </p:spPr>
      </p:sp>
      <p:sp>
        <p:nvSpPr>
          <p:cNvPr id="204" name="Shape 202"/>
          <p:cNvSpPr/>
          <p:nvPr/>
        </p:nvSpPr>
        <p:spPr>
          <a:xfrm>
            <a:off x="2706624" y="3800246"/>
            <a:ext cx="224028" cy="51206"/>
          </a:xfrm>
          <a:prstGeom prst="rect">
            <a:avLst/>
          </a:prstGeom>
          <a:solidFill>
            <a:srgbClr val="16305B"/>
          </a:solidFill>
          <a:ln w="12700">
            <a:solidFill>
              <a:srgbClr val="16305B"/>
            </a:solidFill>
            <a:prstDash val="solid"/>
          </a:ln>
        </p:spPr>
      </p:sp>
      <p:sp>
        <p:nvSpPr>
          <p:cNvPr id="205" name="Shape 203"/>
          <p:cNvSpPr/>
          <p:nvPr/>
        </p:nvSpPr>
        <p:spPr>
          <a:xfrm>
            <a:off x="2953512" y="3800246"/>
            <a:ext cx="224028" cy="51206"/>
          </a:xfrm>
          <a:prstGeom prst="rect">
            <a:avLst/>
          </a:prstGeom>
          <a:solidFill>
            <a:srgbClr val="16305B"/>
          </a:solidFill>
          <a:ln w="12700">
            <a:solidFill>
              <a:srgbClr val="16305B"/>
            </a:solidFill>
            <a:prstDash val="solid"/>
          </a:ln>
        </p:spPr>
      </p:sp>
      <p:sp>
        <p:nvSpPr>
          <p:cNvPr id="206" name="Shape 204"/>
          <p:cNvSpPr/>
          <p:nvPr/>
        </p:nvSpPr>
        <p:spPr>
          <a:xfrm>
            <a:off x="3200400" y="3800246"/>
            <a:ext cx="224028" cy="51206"/>
          </a:xfrm>
          <a:prstGeom prst="rect">
            <a:avLst/>
          </a:prstGeom>
          <a:solidFill>
            <a:srgbClr val="E4EBF3"/>
          </a:solidFill>
          <a:ln w="12700">
            <a:solidFill>
              <a:srgbClr val="E4EBF3"/>
            </a:solidFill>
            <a:prstDash val="solid"/>
          </a:ln>
        </p:spPr>
      </p:sp>
      <p:sp>
        <p:nvSpPr>
          <p:cNvPr id="207" name="Shape 205"/>
          <p:cNvSpPr/>
          <p:nvPr/>
        </p:nvSpPr>
        <p:spPr>
          <a:xfrm>
            <a:off x="3447288" y="3800246"/>
            <a:ext cx="224028" cy="51206"/>
          </a:xfrm>
          <a:prstGeom prst="rect">
            <a:avLst/>
          </a:prstGeom>
          <a:solidFill>
            <a:srgbClr val="E4EBF3"/>
          </a:solidFill>
          <a:ln w="12700">
            <a:solidFill>
              <a:srgbClr val="E4EBF3"/>
            </a:solidFill>
            <a:prstDash val="solid"/>
          </a:ln>
        </p:spPr>
      </p:sp>
      <p:sp>
        <p:nvSpPr>
          <p:cNvPr id="208" name="Shape 206"/>
          <p:cNvSpPr/>
          <p:nvPr/>
        </p:nvSpPr>
        <p:spPr>
          <a:xfrm>
            <a:off x="3694176" y="3800246"/>
            <a:ext cx="224028" cy="51206"/>
          </a:xfrm>
          <a:prstGeom prst="rect">
            <a:avLst/>
          </a:prstGeom>
          <a:solidFill>
            <a:srgbClr val="E4EBF3"/>
          </a:solidFill>
          <a:ln w="12700">
            <a:solidFill>
              <a:srgbClr val="E4EBF3"/>
            </a:solidFill>
            <a:prstDash val="solid"/>
          </a:ln>
        </p:spPr>
      </p:sp>
      <p:sp>
        <p:nvSpPr>
          <p:cNvPr id="209" name="Shape 207"/>
          <p:cNvSpPr/>
          <p:nvPr/>
        </p:nvSpPr>
        <p:spPr>
          <a:xfrm>
            <a:off x="3941064" y="3800246"/>
            <a:ext cx="224028" cy="51206"/>
          </a:xfrm>
          <a:prstGeom prst="rect">
            <a:avLst/>
          </a:prstGeom>
          <a:solidFill>
            <a:srgbClr val="E4EBF3"/>
          </a:solidFill>
          <a:ln w="12700">
            <a:solidFill>
              <a:srgbClr val="E4EBF3"/>
            </a:solidFill>
            <a:prstDash val="solid"/>
          </a:ln>
        </p:spPr>
      </p:sp>
      <p:sp>
        <p:nvSpPr>
          <p:cNvPr id="210" name="Shape 208"/>
          <p:cNvSpPr/>
          <p:nvPr/>
        </p:nvSpPr>
        <p:spPr>
          <a:xfrm>
            <a:off x="4187952" y="3800246"/>
            <a:ext cx="224028" cy="51206"/>
          </a:xfrm>
          <a:prstGeom prst="rect">
            <a:avLst/>
          </a:prstGeom>
          <a:solidFill>
            <a:srgbClr val="16305B"/>
          </a:solidFill>
          <a:ln w="12700">
            <a:solidFill>
              <a:srgbClr val="16305B"/>
            </a:solidFill>
            <a:prstDash val="solid"/>
          </a:ln>
        </p:spPr>
      </p:sp>
      <p:sp>
        <p:nvSpPr>
          <p:cNvPr id="211" name="Shape 209"/>
          <p:cNvSpPr/>
          <p:nvPr/>
        </p:nvSpPr>
        <p:spPr>
          <a:xfrm>
            <a:off x="4434840" y="3800246"/>
            <a:ext cx="224028" cy="51206"/>
          </a:xfrm>
          <a:prstGeom prst="rect">
            <a:avLst/>
          </a:prstGeom>
          <a:solidFill>
            <a:srgbClr val="16305B"/>
          </a:solidFill>
          <a:ln w="12700">
            <a:solidFill>
              <a:srgbClr val="16305B"/>
            </a:solidFill>
            <a:prstDash val="solid"/>
          </a:ln>
        </p:spPr>
      </p:sp>
      <p:sp>
        <p:nvSpPr>
          <p:cNvPr id="212" name="Shape 210"/>
          <p:cNvSpPr/>
          <p:nvPr/>
        </p:nvSpPr>
        <p:spPr>
          <a:xfrm>
            <a:off x="4681728" y="3800246"/>
            <a:ext cx="224028" cy="51206"/>
          </a:xfrm>
          <a:prstGeom prst="rect">
            <a:avLst/>
          </a:prstGeom>
          <a:solidFill>
            <a:srgbClr val="E2F4F8"/>
          </a:solidFill>
          <a:ln w="12700">
            <a:solidFill>
              <a:srgbClr val="E2F4F8"/>
            </a:solidFill>
            <a:prstDash val="solid"/>
          </a:ln>
        </p:spPr>
      </p:sp>
      <p:sp>
        <p:nvSpPr>
          <p:cNvPr id="213" name="Shape 211"/>
          <p:cNvSpPr/>
          <p:nvPr/>
        </p:nvSpPr>
        <p:spPr>
          <a:xfrm>
            <a:off x="4928616" y="3800246"/>
            <a:ext cx="224028" cy="51206"/>
          </a:xfrm>
          <a:prstGeom prst="rect">
            <a:avLst/>
          </a:prstGeom>
          <a:solidFill>
            <a:srgbClr val="0090B0"/>
          </a:solidFill>
          <a:ln w="12700">
            <a:solidFill>
              <a:srgbClr val="0090B0"/>
            </a:solidFill>
            <a:prstDash val="solid"/>
          </a:ln>
        </p:spPr>
      </p:sp>
      <p:sp>
        <p:nvSpPr>
          <p:cNvPr id="214" name="Shape 212"/>
          <p:cNvSpPr/>
          <p:nvPr/>
        </p:nvSpPr>
        <p:spPr>
          <a:xfrm>
            <a:off x="5175504" y="3800246"/>
            <a:ext cx="224028" cy="51206"/>
          </a:xfrm>
          <a:prstGeom prst="rect">
            <a:avLst/>
          </a:prstGeom>
          <a:solidFill>
            <a:srgbClr val="8DD2E2"/>
          </a:solidFill>
          <a:ln w="12700">
            <a:solidFill>
              <a:srgbClr val="8DD2E2"/>
            </a:solidFill>
            <a:prstDash val="solid"/>
          </a:ln>
        </p:spPr>
      </p:sp>
      <p:sp>
        <p:nvSpPr>
          <p:cNvPr id="215" name="Shape 213"/>
          <p:cNvSpPr/>
          <p:nvPr/>
        </p:nvSpPr>
        <p:spPr>
          <a:xfrm>
            <a:off x="1965960" y="3911803"/>
            <a:ext cx="224028" cy="51206"/>
          </a:xfrm>
          <a:prstGeom prst="rect">
            <a:avLst/>
          </a:prstGeom>
          <a:solidFill>
            <a:srgbClr val="8FB0D4"/>
          </a:solidFill>
          <a:ln w="12700">
            <a:solidFill>
              <a:srgbClr val="8FB0D4"/>
            </a:solidFill>
            <a:prstDash val="solid"/>
          </a:ln>
        </p:spPr>
      </p:sp>
      <p:sp>
        <p:nvSpPr>
          <p:cNvPr id="216" name="Shape 214"/>
          <p:cNvSpPr/>
          <p:nvPr/>
        </p:nvSpPr>
        <p:spPr>
          <a:xfrm>
            <a:off x="2212848" y="3911803"/>
            <a:ext cx="224028" cy="51206"/>
          </a:xfrm>
          <a:prstGeom prst="rect">
            <a:avLst/>
          </a:prstGeom>
          <a:solidFill>
            <a:srgbClr val="E4EBF3"/>
          </a:solidFill>
          <a:ln w="12700">
            <a:solidFill>
              <a:srgbClr val="E4EBF3"/>
            </a:solidFill>
            <a:prstDash val="solid"/>
          </a:ln>
        </p:spPr>
      </p:sp>
      <p:sp>
        <p:nvSpPr>
          <p:cNvPr id="217" name="Shape 215"/>
          <p:cNvSpPr/>
          <p:nvPr/>
        </p:nvSpPr>
        <p:spPr>
          <a:xfrm>
            <a:off x="2459736" y="3911803"/>
            <a:ext cx="224028" cy="51206"/>
          </a:xfrm>
          <a:prstGeom prst="rect">
            <a:avLst/>
          </a:prstGeom>
          <a:solidFill>
            <a:srgbClr val="E4EBF3"/>
          </a:solidFill>
          <a:ln w="12700">
            <a:solidFill>
              <a:srgbClr val="E4EBF3"/>
            </a:solidFill>
            <a:prstDash val="solid"/>
          </a:ln>
        </p:spPr>
      </p:sp>
      <p:sp>
        <p:nvSpPr>
          <p:cNvPr id="218" name="Shape 216"/>
          <p:cNvSpPr/>
          <p:nvPr/>
        </p:nvSpPr>
        <p:spPr>
          <a:xfrm>
            <a:off x="2706624" y="3911803"/>
            <a:ext cx="224028" cy="51206"/>
          </a:xfrm>
          <a:prstGeom prst="rect">
            <a:avLst/>
          </a:prstGeom>
          <a:solidFill>
            <a:srgbClr val="E4EBF3"/>
          </a:solidFill>
          <a:ln w="12700">
            <a:solidFill>
              <a:srgbClr val="E4EBF3"/>
            </a:solidFill>
            <a:prstDash val="solid"/>
          </a:ln>
        </p:spPr>
      </p:sp>
      <p:sp>
        <p:nvSpPr>
          <p:cNvPr id="219" name="Shape 217"/>
          <p:cNvSpPr/>
          <p:nvPr/>
        </p:nvSpPr>
        <p:spPr>
          <a:xfrm>
            <a:off x="2953512" y="3911803"/>
            <a:ext cx="224028" cy="51206"/>
          </a:xfrm>
          <a:prstGeom prst="rect">
            <a:avLst/>
          </a:prstGeom>
          <a:solidFill>
            <a:srgbClr val="E4EBF3"/>
          </a:solidFill>
          <a:ln w="12700">
            <a:solidFill>
              <a:srgbClr val="E4EBF3"/>
            </a:solidFill>
            <a:prstDash val="solid"/>
          </a:ln>
        </p:spPr>
      </p:sp>
      <p:sp>
        <p:nvSpPr>
          <p:cNvPr id="220" name="Shape 218"/>
          <p:cNvSpPr/>
          <p:nvPr/>
        </p:nvSpPr>
        <p:spPr>
          <a:xfrm>
            <a:off x="3200400" y="3911803"/>
            <a:ext cx="224028" cy="51206"/>
          </a:xfrm>
          <a:prstGeom prst="rect">
            <a:avLst/>
          </a:prstGeom>
          <a:solidFill>
            <a:srgbClr val="E4EBF3"/>
          </a:solidFill>
          <a:ln w="12700">
            <a:solidFill>
              <a:srgbClr val="E4EBF3"/>
            </a:solidFill>
            <a:prstDash val="solid"/>
          </a:ln>
        </p:spPr>
      </p:sp>
      <p:sp>
        <p:nvSpPr>
          <p:cNvPr id="221" name="Shape 219"/>
          <p:cNvSpPr/>
          <p:nvPr/>
        </p:nvSpPr>
        <p:spPr>
          <a:xfrm>
            <a:off x="3447288" y="3911803"/>
            <a:ext cx="224028" cy="51206"/>
          </a:xfrm>
          <a:prstGeom prst="rect">
            <a:avLst/>
          </a:prstGeom>
          <a:solidFill>
            <a:srgbClr val="E4EBF3"/>
          </a:solidFill>
          <a:ln w="12700">
            <a:solidFill>
              <a:srgbClr val="E4EBF3"/>
            </a:solidFill>
            <a:prstDash val="solid"/>
          </a:ln>
        </p:spPr>
      </p:sp>
      <p:sp>
        <p:nvSpPr>
          <p:cNvPr id="222" name="Shape 220"/>
          <p:cNvSpPr/>
          <p:nvPr/>
        </p:nvSpPr>
        <p:spPr>
          <a:xfrm>
            <a:off x="3694176" y="3911803"/>
            <a:ext cx="224028" cy="51206"/>
          </a:xfrm>
          <a:prstGeom prst="rect">
            <a:avLst/>
          </a:prstGeom>
          <a:solidFill>
            <a:srgbClr val="E4EBF3"/>
          </a:solidFill>
          <a:ln w="12700">
            <a:solidFill>
              <a:srgbClr val="E4EBF3"/>
            </a:solidFill>
            <a:prstDash val="solid"/>
          </a:ln>
        </p:spPr>
      </p:sp>
      <p:sp>
        <p:nvSpPr>
          <p:cNvPr id="223" name="Shape 221"/>
          <p:cNvSpPr/>
          <p:nvPr/>
        </p:nvSpPr>
        <p:spPr>
          <a:xfrm>
            <a:off x="3941064" y="3911803"/>
            <a:ext cx="224028" cy="51206"/>
          </a:xfrm>
          <a:prstGeom prst="rect">
            <a:avLst/>
          </a:prstGeom>
          <a:solidFill>
            <a:srgbClr val="E4EBF3"/>
          </a:solidFill>
          <a:ln w="12700">
            <a:solidFill>
              <a:srgbClr val="E4EBF3"/>
            </a:solidFill>
            <a:prstDash val="solid"/>
          </a:ln>
        </p:spPr>
      </p:sp>
      <p:sp>
        <p:nvSpPr>
          <p:cNvPr id="224" name="Shape 222"/>
          <p:cNvSpPr/>
          <p:nvPr/>
        </p:nvSpPr>
        <p:spPr>
          <a:xfrm>
            <a:off x="4187952" y="3911803"/>
            <a:ext cx="224028" cy="51206"/>
          </a:xfrm>
          <a:prstGeom prst="rect">
            <a:avLst/>
          </a:prstGeom>
          <a:solidFill>
            <a:srgbClr val="E4EBF3"/>
          </a:solidFill>
          <a:ln w="12700">
            <a:solidFill>
              <a:srgbClr val="E4EBF3"/>
            </a:solidFill>
            <a:prstDash val="solid"/>
          </a:ln>
        </p:spPr>
      </p:sp>
      <p:sp>
        <p:nvSpPr>
          <p:cNvPr id="225" name="Shape 223"/>
          <p:cNvSpPr/>
          <p:nvPr/>
        </p:nvSpPr>
        <p:spPr>
          <a:xfrm>
            <a:off x="4434840" y="3911803"/>
            <a:ext cx="224028" cy="51206"/>
          </a:xfrm>
          <a:prstGeom prst="rect">
            <a:avLst/>
          </a:prstGeom>
          <a:solidFill>
            <a:srgbClr val="E4EBF3"/>
          </a:solidFill>
          <a:ln w="12700">
            <a:solidFill>
              <a:srgbClr val="E4EBF3"/>
            </a:solidFill>
            <a:prstDash val="solid"/>
          </a:ln>
        </p:spPr>
      </p:sp>
      <p:sp>
        <p:nvSpPr>
          <p:cNvPr id="226" name="Shape 224"/>
          <p:cNvSpPr/>
          <p:nvPr/>
        </p:nvSpPr>
        <p:spPr>
          <a:xfrm>
            <a:off x="4681728" y="3911803"/>
            <a:ext cx="224028" cy="51206"/>
          </a:xfrm>
          <a:prstGeom prst="rect">
            <a:avLst/>
          </a:prstGeom>
          <a:solidFill>
            <a:srgbClr val="E2F4F8"/>
          </a:solidFill>
          <a:ln w="12700">
            <a:solidFill>
              <a:srgbClr val="E2F4F8"/>
            </a:solidFill>
            <a:prstDash val="solid"/>
          </a:ln>
        </p:spPr>
      </p:sp>
      <p:sp>
        <p:nvSpPr>
          <p:cNvPr id="227" name="Shape 225"/>
          <p:cNvSpPr/>
          <p:nvPr/>
        </p:nvSpPr>
        <p:spPr>
          <a:xfrm>
            <a:off x="4928616" y="3911803"/>
            <a:ext cx="224028" cy="51206"/>
          </a:xfrm>
          <a:prstGeom prst="rect">
            <a:avLst/>
          </a:prstGeom>
          <a:solidFill>
            <a:srgbClr val="E2F4F8"/>
          </a:solidFill>
          <a:ln w="12700">
            <a:solidFill>
              <a:srgbClr val="E2F4F8"/>
            </a:solidFill>
            <a:prstDash val="solid"/>
          </a:ln>
        </p:spPr>
      </p:sp>
      <p:sp>
        <p:nvSpPr>
          <p:cNvPr id="228" name="Shape 226"/>
          <p:cNvSpPr/>
          <p:nvPr/>
        </p:nvSpPr>
        <p:spPr>
          <a:xfrm>
            <a:off x="5175504" y="3911803"/>
            <a:ext cx="224028" cy="51206"/>
          </a:xfrm>
          <a:prstGeom prst="rect">
            <a:avLst/>
          </a:prstGeom>
          <a:solidFill>
            <a:srgbClr val="E2F4F8"/>
          </a:solidFill>
          <a:ln w="12700">
            <a:solidFill>
              <a:srgbClr val="E2F4F8"/>
            </a:solidFill>
            <a:prstDash val="solid"/>
          </a:ln>
        </p:spPr>
      </p:sp>
      <p:sp>
        <p:nvSpPr>
          <p:cNvPr id="229" name="Shape 227"/>
          <p:cNvSpPr/>
          <p:nvPr/>
        </p:nvSpPr>
        <p:spPr>
          <a:xfrm>
            <a:off x="1965960" y="3977640"/>
            <a:ext cx="224028" cy="51206"/>
          </a:xfrm>
          <a:prstGeom prst="rect">
            <a:avLst/>
          </a:prstGeom>
          <a:solidFill>
            <a:srgbClr val="E4EBF3"/>
          </a:solidFill>
          <a:ln w="12700">
            <a:solidFill>
              <a:srgbClr val="E4EBF3"/>
            </a:solidFill>
            <a:prstDash val="solid"/>
          </a:ln>
        </p:spPr>
      </p:sp>
      <p:sp>
        <p:nvSpPr>
          <p:cNvPr id="230" name="Shape 228"/>
          <p:cNvSpPr/>
          <p:nvPr/>
        </p:nvSpPr>
        <p:spPr>
          <a:xfrm>
            <a:off x="2212848" y="3977640"/>
            <a:ext cx="224028" cy="51206"/>
          </a:xfrm>
          <a:prstGeom prst="rect">
            <a:avLst/>
          </a:prstGeom>
          <a:solidFill>
            <a:srgbClr val="8FB0D4"/>
          </a:solidFill>
          <a:ln w="12700">
            <a:solidFill>
              <a:srgbClr val="8FB0D4"/>
            </a:solidFill>
            <a:prstDash val="solid"/>
          </a:ln>
        </p:spPr>
      </p:sp>
      <p:sp>
        <p:nvSpPr>
          <p:cNvPr id="231" name="Shape 229"/>
          <p:cNvSpPr/>
          <p:nvPr/>
        </p:nvSpPr>
        <p:spPr>
          <a:xfrm>
            <a:off x="2459736" y="3977640"/>
            <a:ext cx="224028" cy="51206"/>
          </a:xfrm>
          <a:prstGeom prst="rect">
            <a:avLst/>
          </a:prstGeom>
          <a:solidFill>
            <a:srgbClr val="E4EBF3"/>
          </a:solidFill>
          <a:ln w="12700">
            <a:solidFill>
              <a:srgbClr val="E4EBF3"/>
            </a:solidFill>
            <a:prstDash val="solid"/>
          </a:ln>
        </p:spPr>
      </p:sp>
      <p:sp>
        <p:nvSpPr>
          <p:cNvPr id="232" name="Shape 230"/>
          <p:cNvSpPr/>
          <p:nvPr/>
        </p:nvSpPr>
        <p:spPr>
          <a:xfrm>
            <a:off x="2706624" y="3977640"/>
            <a:ext cx="224028" cy="51206"/>
          </a:xfrm>
          <a:prstGeom prst="rect">
            <a:avLst/>
          </a:prstGeom>
          <a:solidFill>
            <a:srgbClr val="16305B"/>
          </a:solidFill>
          <a:ln w="12700">
            <a:solidFill>
              <a:srgbClr val="16305B"/>
            </a:solidFill>
            <a:prstDash val="solid"/>
          </a:ln>
        </p:spPr>
      </p:sp>
      <p:sp>
        <p:nvSpPr>
          <p:cNvPr id="233" name="Shape 231"/>
          <p:cNvSpPr/>
          <p:nvPr/>
        </p:nvSpPr>
        <p:spPr>
          <a:xfrm>
            <a:off x="2953512" y="3977640"/>
            <a:ext cx="224028" cy="51206"/>
          </a:xfrm>
          <a:prstGeom prst="rect">
            <a:avLst/>
          </a:prstGeom>
          <a:solidFill>
            <a:srgbClr val="E4EBF3"/>
          </a:solidFill>
          <a:ln w="12700">
            <a:solidFill>
              <a:srgbClr val="E4EBF3"/>
            </a:solidFill>
            <a:prstDash val="solid"/>
          </a:ln>
        </p:spPr>
      </p:sp>
      <p:sp>
        <p:nvSpPr>
          <p:cNvPr id="234" name="Shape 232"/>
          <p:cNvSpPr/>
          <p:nvPr/>
        </p:nvSpPr>
        <p:spPr>
          <a:xfrm>
            <a:off x="3200400" y="3977640"/>
            <a:ext cx="224028" cy="51206"/>
          </a:xfrm>
          <a:prstGeom prst="rect">
            <a:avLst/>
          </a:prstGeom>
          <a:solidFill>
            <a:srgbClr val="E4EBF3"/>
          </a:solidFill>
          <a:ln w="12700">
            <a:solidFill>
              <a:srgbClr val="E4EBF3"/>
            </a:solidFill>
            <a:prstDash val="solid"/>
          </a:ln>
        </p:spPr>
      </p:sp>
      <p:sp>
        <p:nvSpPr>
          <p:cNvPr id="235" name="Shape 233"/>
          <p:cNvSpPr/>
          <p:nvPr/>
        </p:nvSpPr>
        <p:spPr>
          <a:xfrm>
            <a:off x="3447288" y="3977640"/>
            <a:ext cx="224028" cy="51206"/>
          </a:xfrm>
          <a:prstGeom prst="rect">
            <a:avLst/>
          </a:prstGeom>
          <a:solidFill>
            <a:srgbClr val="16305B"/>
          </a:solidFill>
          <a:ln w="12700">
            <a:solidFill>
              <a:srgbClr val="16305B"/>
            </a:solidFill>
            <a:prstDash val="solid"/>
          </a:ln>
        </p:spPr>
      </p:sp>
      <p:sp>
        <p:nvSpPr>
          <p:cNvPr id="236" name="Shape 234"/>
          <p:cNvSpPr/>
          <p:nvPr/>
        </p:nvSpPr>
        <p:spPr>
          <a:xfrm>
            <a:off x="3694176" y="3977640"/>
            <a:ext cx="224028" cy="51206"/>
          </a:xfrm>
          <a:prstGeom prst="rect">
            <a:avLst/>
          </a:prstGeom>
          <a:solidFill>
            <a:srgbClr val="16305B"/>
          </a:solidFill>
          <a:ln w="12700">
            <a:solidFill>
              <a:srgbClr val="16305B"/>
            </a:solidFill>
            <a:prstDash val="solid"/>
          </a:ln>
        </p:spPr>
      </p:sp>
      <p:sp>
        <p:nvSpPr>
          <p:cNvPr id="237" name="Shape 235"/>
          <p:cNvSpPr/>
          <p:nvPr/>
        </p:nvSpPr>
        <p:spPr>
          <a:xfrm>
            <a:off x="3941064" y="3977640"/>
            <a:ext cx="224028" cy="51206"/>
          </a:xfrm>
          <a:prstGeom prst="rect">
            <a:avLst/>
          </a:prstGeom>
          <a:solidFill>
            <a:srgbClr val="16305B"/>
          </a:solidFill>
          <a:ln w="12700">
            <a:solidFill>
              <a:srgbClr val="16305B"/>
            </a:solidFill>
            <a:prstDash val="solid"/>
          </a:ln>
        </p:spPr>
      </p:sp>
      <p:sp>
        <p:nvSpPr>
          <p:cNvPr id="238" name="Shape 236"/>
          <p:cNvSpPr/>
          <p:nvPr/>
        </p:nvSpPr>
        <p:spPr>
          <a:xfrm>
            <a:off x="4187952" y="3977640"/>
            <a:ext cx="224028" cy="51206"/>
          </a:xfrm>
          <a:prstGeom prst="rect">
            <a:avLst/>
          </a:prstGeom>
          <a:solidFill>
            <a:srgbClr val="16305B"/>
          </a:solidFill>
          <a:ln w="12700">
            <a:solidFill>
              <a:srgbClr val="16305B"/>
            </a:solidFill>
            <a:prstDash val="solid"/>
          </a:ln>
        </p:spPr>
      </p:sp>
      <p:sp>
        <p:nvSpPr>
          <p:cNvPr id="239" name="Shape 237"/>
          <p:cNvSpPr/>
          <p:nvPr/>
        </p:nvSpPr>
        <p:spPr>
          <a:xfrm>
            <a:off x="4434840" y="3977640"/>
            <a:ext cx="224028" cy="51206"/>
          </a:xfrm>
          <a:prstGeom prst="rect">
            <a:avLst/>
          </a:prstGeom>
          <a:solidFill>
            <a:srgbClr val="E4EBF3"/>
          </a:solidFill>
          <a:ln w="12700">
            <a:solidFill>
              <a:srgbClr val="E4EBF3"/>
            </a:solidFill>
            <a:prstDash val="solid"/>
          </a:ln>
        </p:spPr>
      </p:sp>
      <p:sp>
        <p:nvSpPr>
          <p:cNvPr id="240" name="Shape 238"/>
          <p:cNvSpPr/>
          <p:nvPr/>
        </p:nvSpPr>
        <p:spPr>
          <a:xfrm>
            <a:off x="4681728" y="3977640"/>
            <a:ext cx="224028" cy="51206"/>
          </a:xfrm>
          <a:prstGeom prst="rect">
            <a:avLst/>
          </a:prstGeom>
          <a:solidFill>
            <a:srgbClr val="E2F4F8"/>
          </a:solidFill>
          <a:ln w="12700">
            <a:solidFill>
              <a:srgbClr val="E2F4F8"/>
            </a:solidFill>
            <a:prstDash val="solid"/>
          </a:ln>
        </p:spPr>
      </p:sp>
      <p:sp>
        <p:nvSpPr>
          <p:cNvPr id="241" name="Shape 239"/>
          <p:cNvSpPr/>
          <p:nvPr/>
        </p:nvSpPr>
        <p:spPr>
          <a:xfrm>
            <a:off x="4928616" y="3977640"/>
            <a:ext cx="224028" cy="51206"/>
          </a:xfrm>
          <a:prstGeom prst="rect">
            <a:avLst/>
          </a:prstGeom>
          <a:solidFill>
            <a:srgbClr val="0090B0"/>
          </a:solidFill>
          <a:ln w="12700">
            <a:solidFill>
              <a:srgbClr val="0090B0"/>
            </a:solidFill>
            <a:prstDash val="solid"/>
          </a:ln>
        </p:spPr>
      </p:sp>
      <p:sp>
        <p:nvSpPr>
          <p:cNvPr id="242" name="Shape 240"/>
          <p:cNvSpPr/>
          <p:nvPr/>
        </p:nvSpPr>
        <p:spPr>
          <a:xfrm>
            <a:off x="5175504" y="3977640"/>
            <a:ext cx="224028" cy="51206"/>
          </a:xfrm>
          <a:prstGeom prst="rect">
            <a:avLst/>
          </a:prstGeom>
          <a:solidFill>
            <a:srgbClr val="E2F4F8"/>
          </a:solidFill>
          <a:ln w="12700">
            <a:solidFill>
              <a:srgbClr val="E2F4F8"/>
            </a:solidFill>
            <a:prstDash val="solid"/>
          </a:ln>
        </p:spPr>
      </p:sp>
      <p:sp>
        <p:nvSpPr>
          <p:cNvPr id="243" name="Shape 241"/>
          <p:cNvSpPr/>
          <p:nvPr/>
        </p:nvSpPr>
        <p:spPr>
          <a:xfrm>
            <a:off x="1965960" y="4043477"/>
            <a:ext cx="224028" cy="51206"/>
          </a:xfrm>
          <a:prstGeom prst="rect">
            <a:avLst/>
          </a:prstGeom>
          <a:solidFill>
            <a:srgbClr val="E4EBF3"/>
          </a:solidFill>
          <a:ln w="12700">
            <a:solidFill>
              <a:srgbClr val="E4EBF3"/>
            </a:solidFill>
            <a:prstDash val="solid"/>
          </a:ln>
        </p:spPr>
      </p:sp>
      <p:sp>
        <p:nvSpPr>
          <p:cNvPr id="244" name="Shape 242"/>
          <p:cNvSpPr/>
          <p:nvPr/>
        </p:nvSpPr>
        <p:spPr>
          <a:xfrm>
            <a:off x="2212848" y="4043477"/>
            <a:ext cx="224028" cy="51206"/>
          </a:xfrm>
          <a:prstGeom prst="rect">
            <a:avLst/>
          </a:prstGeom>
          <a:solidFill>
            <a:srgbClr val="E4EBF3"/>
          </a:solidFill>
          <a:ln w="12700">
            <a:solidFill>
              <a:srgbClr val="E4EBF3"/>
            </a:solidFill>
            <a:prstDash val="solid"/>
          </a:ln>
        </p:spPr>
      </p:sp>
      <p:sp>
        <p:nvSpPr>
          <p:cNvPr id="245" name="Shape 243"/>
          <p:cNvSpPr/>
          <p:nvPr/>
        </p:nvSpPr>
        <p:spPr>
          <a:xfrm>
            <a:off x="2459736" y="4043477"/>
            <a:ext cx="224028" cy="51206"/>
          </a:xfrm>
          <a:prstGeom prst="rect">
            <a:avLst/>
          </a:prstGeom>
          <a:solidFill>
            <a:srgbClr val="8FB0D4"/>
          </a:solidFill>
          <a:ln w="12700">
            <a:solidFill>
              <a:srgbClr val="8FB0D4"/>
            </a:solidFill>
            <a:prstDash val="solid"/>
          </a:ln>
        </p:spPr>
      </p:sp>
      <p:sp>
        <p:nvSpPr>
          <p:cNvPr id="246" name="Shape 244"/>
          <p:cNvSpPr/>
          <p:nvPr/>
        </p:nvSpPr>
        <p:spPr>
          <a:xfrm>
            <a:off x="2706624" y="4043477"/>
            <a:ext cx="224028" cy="51206"/>
          </a:xfrm>
          <a:prstGeom prst="rect">
            <a:avLst/>
          </a:prstGeom>
          <a:solidFill>
            <a:srgbClr val="E4EBF3"/>
          </a:solidFill>
          <a:ln w="12700">
            <a:solidFill>
              <a:srgbClr val="E4EBF3"/>
            </a:solidFill>
            <a:prstDash val="solid"/>
          </a:ln>
        </p:spPr>
      </p:sp>
      <p:sp>
        <p:nvSpPr>
          <p:cNvPr id="247" name="Shape 245"/>
          <p:cNvSpPr/>
          <p:nvPr/>
        </p:nvSpPr>
        <p:spPr>
          <a:xfrm>
            <a:off x="2953512" y="4043477"/>
            <a:ext cx="224028" cy="51206"/>
          </a:xfrm>
          <a:prstGeom prst="rect">
            <a:avLst/>
          </a:prstGeom>
          <a:solidFill>
            <a:srgbClr val="16305B"/>
          </a:solidFill>
          <a:ln w="12700">
            <a:solidFill>
              <a:srgbClr val="16305B"/>
            </a:solidFill>
            <a:prstDash val="solid"/>
          </a:ln>
        </p:spPr>
      </p:sp>
      <p:sp>
        <p:nvSpPr>
          <p:cNvPr id="248" name="Shape 246"/>
          <p:cNvSpPr/>
          <p:nvPr/>
        </p:nvSpPr>
        <p:spPr>
          <a:xfrm>
            <a:off x="3200400" y="4043477"/>
            <a:ext cx="224028" cy="51206"/>
          </a:xfrm>
          <a:prstGeom prst="rect">
            <a:avLst/>
          </a:prstGeom>
          <a:solidFill>
            <a:srgbClr val="E4EBF3"/>
          </a:solidFill>
          <a:ln w="12700">
            <a:solidFill>
              <a:srgbClr val="E4EBF3"/>
            </a:solidFill>
            <a:prstDash val="solid"/>
          </a:ln>
        </p:spPr>
      </p:sp>
      <p:sp>
        <p:nvSpPr>
          <p:cNvPr id="249" name="Shape 247"/>
          <p:cNvSpPr/>
          <p:nvPr/>
        </p:nvSpPr>
        <p:spPr>
          <a:xfrm>
            <a:off x="3447288" y="4043477"/>
            <a:ext cx="224028" cy="51206"/>
          </a:xfrm>
          <a:prstGeom prst="rect">
            <a:avLst/>
          </a:prstGeom>
          <a:solidFill>
            <a:srgbClr val="E4EBF3"/>
          </a:solidFill>
          <a:ln w="12700">
            <a:solidFill>
              <a:srgbClr val="E4EBF3"/>
            </a:solidFill>
            <a:prstDash val="solid"/>
          </a:ln>
        </p:spPr>
      </p:sp>
      <p:sp>
        <p:nvSpPr>
          <p:cNvPr id="250" name="Shape 248"/>
          <p:cNvSpPr/>
          <p:nvPr/>
        </p:nvSpPr>
        <p:spPr>
          <a:xfrm>
            <a:off x="3694176" y="4043477"/>
            <a:ext cx="224028" cy="51206"/>
          </a:xfrm>
          <a:prstGeom prst="rect">
            <a:avLst/>
          </a:prstGeom>
          <a:solidFill>
            <a:srgbClr val="16305B"/>
          </a:solidFill>
          <a:ln w="12700">
            <a:solidFill>
              <a:srgbClr val="16305B"/>
            </a:solidFill>
            <a:prstDash val="solid"/>
          </a:ln>
        </p:spPr>
      </p:sp>
      <p:sp>
        <p:nvSpPr>
          <p:cNvPr id="251" name="Shape 249"/>
          <p:cNvSpPr/>
          <p:nvPr/>
        </p:nvSpPr>
        <p:spPr>
          <a:xfrm>
            <a:off x="3941064" y="4043477"/>
            <a:ext cx="224028" cy="51206"/>
          </a:xfrm>
          <a:prstGeom prst="rect">
            <a:avLst/>
          </a:prstGeom>
          <a:solidFill>
            <a:srgbClr val="16305B"/>
          </a:solidFill>
          <a:ln w="12700">
            <a:solidFill>
              <a:srgbClr val="16305B"/>
            </a:solidFill>
            <a:prstDash val="solid"/>
          </a:ln>
        </p:spPr>
      </p:sp>
      <p:sp>
        <p:nvSpPr>
          <p:cNvPr id="252" name="Shape 250"/>
          <p:cNvSpPr/>
          <p:nvPr/>
        </p:nvSpPr>
        <p:spPr>
          <a:xfrm>
            <a:off x="4187952" y="4043477"/>
            <a:ext cx="224028" cy="51206"/>
          </a:xfrm>
          <a:prstGeom prst="rect">
            <a:avLst/>
          </a:prstGeom>
          <a:solidFill>
            <a:srgbClr val="16305B"/>
          </a:solidFill>
          <a:ln w="12700">
            <a:solidFill>
              <a:srgbClr val="16305B"/>
            </a:solidFill>
            <a:prstDash val="solid"/>
          </a:ln>
        </p:spPr>
      </p:sp>
      <p:sp>
        <p:nvSpPr>
          <p:cNvPr id="253" name="Shape 251"/>
          <p:cNvSpPr/>
          <p:nvPr/>
        </p:nvSpPr>
        <p:spPr>
          <a:xfrm>
            <a:off x="4434840" y="4043477"/>
            <a:ext cx="224028" cy="51206"/>
          </a:xfrm>
          <a:prstGeom prst="rect">
            <a:avLst/>
          </a:prstGeom>
          <a:solidFill>
            <a:srgbClr val="16305B"/>
          </a:solidFill>
          <a:ln w="12700">
            <a:solidFill>
              <a:srgbClr val="16305B"/>
            </a:solidFill>
            <a:prstDash val="solid"/>
          </a:ln>
        </p:spPr>
      </p:sp>
      <p:sp>
        <p:nvSpPr>
          <p:cNvPr id="254" name="Shape 252"/>
          <p:cNvSpPr/>
          <p:nvPr/>
        </p:nvSpPr>
        <p:spPr>
          <a:xfrm>
            <a:off x="4681728" y="4043477"/>
            <a:ext cx="224028" cy="51206"/>
          </a:xfrm>
          <a:prstGeom prst="rect">
            <a:avLst/>
          </a:prstGeom>
          <a:solidFill>
            <a:srgbClr val="E2F4F8"/>
          </a:solidFill>
          <a:ln w="12700">
            <a:solidFill>
              <a:srgbClr val="E2F4F8"/>
            </a:solidFill>
            <a:prstDash val="solid"/>
          </a:ln>
        </p:spPr>
      </p:sp>
      <p:sp>
        <p:nvSpPr>
          <p:cNvPr id="255" name="Shape 253"/>
          <p:cNvSpPr/>
          <p:nvPr/>
        </p:nvSpPr>
        <p:spPr>
          <a:xfrm>
            <a:off x="4928616" y="4043477"/>
            <a:ext cx="224028" cy="51206"/>
          </a:xfrm>
          <a:prstGeom prst="rect">
            <a:avLst/>
          </a:prstGeom>
          <a:solidFill>
            <a:srgbClr val="E2F4F8"/>
          </a:solidFill>
          <a:ln w="12700">
            <a:solidFill>
              <a:srgbClr val="E2F4F8"/>
            </a:solidFill>
            <a:prstDash val="solid"/>
          </a:ln>
        </p:spPr>
      </p:sp>
      <p:sp>
        <p:nvSpPr>
          <p:cNvPr id="256" name="Shape 254"/>
          <p:cNvSpPr/>
          <p:nvPr/>
        </p:nvSpPr>
        <p:spPr>
          <a:xfrm>
            <a:off x="5175504" y="4043477"/>
            <a:ext cx="224028" cy="51206"/>
          </a:xfrm>
          <a:prstGeom prst="rect">
            <a:avLst/>
          </a:prstGeom>
          <a:solidFill>
            <a:srgbClr val="0090B0"/>
          </a:solidFill>
          <a:ln w="12700">
            <a:solidFill>
              <a:srgbClr val="0090B0"/>
            </a:solidFill>
            <a:prstDash val="solid"/>
          </a:ln>
        </p:spPr>
      </p:sp>
      <p:sp>
        <p:nvSpPr>
          <p:cNvPr id="257" name="Shape 255"/>
          <p:cNvSpPr/>
          <p:nvPr/>
        </p:nvSpPr>
        <p:spPr>
          <a:xfrm>
            <a:off x="1965960" y="4109314"/>
            <a:ext cx="224028" cy="51206"/>
          </a:xfrm>
          <a:prstGeom prst="rect">
            <a:avLst/>
          </a:prstGeom>
          <a:solidFill>
            <a:srgbClr val="E4EBF3"/>
          </a:solidFill>
          <a:ln w="12700">
            <a:solidFill>
              <a:srgbClr val="E4EBF3"/>
            </a:solidFill>
            <a:prstDash val="solid"/>
          </a:ln>
        </p:spPr>
      </p:sp>
      <p:sp>
        <p:nvSpPr>
          <p:cNvPr id="258" name="Shape 256"/>
          <p:cNvSpPr/>
          <p:nvPr/>
        </p:nvSpPr>
        <p:spPr>
          <a:xfrm>
            <a:off x="2212848" y="4109314"/>
            <a:ext cx="224028" cy="51206"/>
          </a:xfrm>
          <a:prstGeom prst="rect">
            <a:avLst/>
          </a:prstGeom>
          <a:solidFill>
            <a:srgbClr val="16305B"/>
          </a:solidFill>
          <a:ln w="12700">
            <a:solidFill>
              <a:srgbClr val="16305B"/>
            </a:solidFill>
            <a:prstDash val="solid"/>
          </a:ln>
        </p:spPr>
      </p:sp>
      <p:sp>
        <p:nvSpPr>
          <p:cNvPr id="259" name="Shape 257"/>
          <p:cNvSpPr/>
          <p:nvPr/>
        </p:nvSpPr>
        <p:spPr>
          <a:xfrm>
            <a:off x="2459736" y="4109314"/>
            <a:ext cx="224028" cy="51206"/>
          </a:xfrm>
          <a:prstGeom prst="rect">
            <a:avLst/>
          </a:prstGeom>
          <a:solidFill>
            <a:srgbClr val="E4EBF3"/>
          </a:solidFill>
          <a:ln w="12700">
            <a:solidFill>
              <a:srgbClr val="E4EBF3"/>
            </a:solidFill>
            <a:prstDash val="solid"/>
          </a:ln>
        </p:spPr>
      </p:sp>
      <p:sp>
        <p:nvSpPr>
          <p:cNvPr id="260" name="Shape 258"/>
          <p:cNvSpPr/>
          <p:nvPr/>
        </p:nvSpPr>
        <p:spPr>
          <a:xfrm>
            <a:off x="2706624" y="4109314"/>
            <a:ext cx="224028" cy="51206"/>
          </a:xfrm>
          <a:prstGeom prst="rect">
            <a:avLst/>
          </a:prstGeom>
          <a:solidFill>
            <a:srgbClr val="8FB0D4"/>
          </a:solidFill>
          <a:ln w="12700">
            <a:solidFill>
              <a:srgbClr val="8FB0D4"/>
            </a:solidFill>
            <a:prstDash val="solid"/>
          </a:ln>
        </p:spPr>
      </p:sp>
      <p:sp>
        <p:nvSpPr>
          <p:cNvPr id="261" name="Shape 259"/>
          <p:cNvSpPr/>
          <p:nvPr/>
        </p:nvSpPr>
        <p:spPr>
          <a:xfrm>
            <a:off x="2953512" y="4109314"/>
            <a:ext cx="224028" cy="51206"/>
          </a:xfrm>
          <a:prstGeom prst="rect">
            <a:avLst/>
          </a:prstGeom>
          <a:solidFill>
            <a:srgbClr val="E4EBF3"/>
          </a:solidFill>
          <a:ln w="12700">
            <a:solidFill>
              <a:srgbClr val="E4EBF3"/>
            </a:solidFill>
            <a:prstDash val="solid"/>
          </a:ln>
        </p:spPr>
      </p:sp>
      <p:sp>
        <p:nvSpPr>
          <p:cNvPr id="262" name="Shape 260"/>
          <p:cNvSpPr/>
          <p:nvPr/>
        </p:nvSpPr>
        <p:spPr>
          <a:xfrm>
            <a:off x="3200400" y="4109314"/>
            <a:ext cx="224028" cy="51206"/>
          </a:xfrm>
          <a:prstGeom prst="rect">
            <a:avLst/>
          </a:prstGeom>
          <a:solidFill>
            <a:srgbClr val="16305B"/>
          </a:solidFill>
          <a:ln w="12700">
            <a:solidFill>
              <a:srgbClr val="16305B"/>
            </a:solidFill>
            <a:prstDash val="solid"/>
          </a:ln>
        </p:spPr>
      </p:sp>
      <p:sp>
        <p:nvSpPr>
          <p:cNvPr id="263" name="Shape 261"/>
          <p:cNvSpPr/>
          <p:nvPr/>
        </p:nvSpPr>
        <p:spPr>
          <a:xfrm>
            <a:off x="3447288" y="4109314"/>
            <a:ext cx="224028" cy="51206"/>
          </a:xfrm>
          <a:prstGeom prst="rect">
            <a:avLst/>
          </a:prstGeom>
          <a:solidFill>
            <a:srgbClr val="E4EBF3"/>
          </a:solidFill>
          <a:ln w="12700">
            <a:solidFill>
              <a:srgbClr val="E4EBF3"/>
            </a:solidFill>
            <a:prstDash val="solid"/>
          </a:ln>
        </p:spPr>
      </p:sp>
      <p:sp>
        <p:nvSpPr>
          <p:cNvPr id="264" name="Shape 262"/>
          <p:cNvSpPr/>
          <p:nvPr/>
        </p:nvSpPr>
        <p:spPr>
          <a:xfrm>
            <a:off x="3694176" y="4109314"/>
            <a:ext cx="224028" cy="51206"/>
          </a:xfrm>
          <a:prstGeom prst="rect">
            <a:avLst/>
          </a:prstGeom>
          <a:solidFill>
            <a:srgbClr val="E4EBF3"/>
          </a:solidFill>
          <a:ln w="12700">
            <a:solidFill>
              <a:srgbClr val="E4EBF3"/>
            </a:solidFill>
            <a:prstDash val="solid"/>
          </a:ln>
        </p:spPr>
      </p:sp>
      <p:sp>
        <p:nvSpPr>
          <p:cNvPr id="265" name="Shape 263"/>
          <p:cNvSpPr/>
          <p:nvPr/>
        </p:nvSpPr>
        <p:spPr>
          <a:xfrm>
            <a:off x="3941064" y="4109314"/>
            <a:ext cx="224028" cy="51206"/>
          </a:xfrm>
          <a:prstGeom prst="rect">
            <a:avLst/>
          </a:prstGeom>
          <a:solidFill>
            <a:srgbClr val="16305B"/>
          </a:solidFill>
          <a:ln w="12700">
            <a:solidFill>
              <a:srgbClr val="16305B"/>
            </a:solidFill>
            <a:prstDash val="solid"/>
          </a:ln>
        </p:spPr>
      </p:sp>
      <p:sp>
        <p:nvSpPr>
          <p:cNvPr id="266" name="Shape 264"/>
          <p:cNvSpPr/>
          <p:nvPr/>
        </p:nvSpPr>
        <p:spPr>
          <a:xfrm>
            <a:off x="4187952" y="4109314"/>
            <a:ext cx="224028" cy="51206"/>
          </a:xfrm>
          <a:prstGeom prst="rect">
            <a:avLst/>
          </a:prstGeom>
          <a:solidFill>
            <a:srgbClr val="16305B"/>
          </a:solidFill>
          <a:ln w="12700">
            <a:solidFill>
              <a:srgbClr val="16305B"/>
            </a:solidFill>
            <a:prstDash val="solid"/>
          </a:ln>
        </p:spPr>
      </p:sp>
      <p:sp>
        <p:nvSpPr>
          <p:cNvPr id="267" name="Shape 265"/>
          <p:cNvSpPr/>
          <p:nvPr/>
        </p:nvSpPr>
        <p:spPr>
          <a:xfrm>
            <a:off x="4434840" y="4109314"/>
            <a:ext cx="224028" cy="51206"/>
          </a:xfrm>
          <a:prstGeom prst="rect">
            <a:avLst/>
          </a:prstGeom>
          <a:solidFill>
            <a:srgbClr val="16305B"/>
          </a:solidFill>
          <a:ln w="12700">
            <a:solidFill>
              <a:srgbClr val="16305B"/>
            </a:solidFill>
            <a:prstDash val="solid"/>
          </a:ln>
        </p:spPr>
      </p:sp>
      <p:sp>
        <p:nvSpPr>
          <p:cNvPr id="268" name="Shape 266"/>
          <p:cNvSpPr/>
          <p:nvPr/>
        </p:nvSpPr>
        <p:spPr>
          <a:xfrm>
            <a:off x="4681728" y="4109314"/>
            <a:ext cx="224028" cy="51206"/>
          </a:xfrm>
          <a:prstGeom prst="rect">
            <a:avLst/>
          </a:prstGeom>
          <a:solidFill>
            <a:srgbClr val="0090B0"/>
          </a:solidFill>
          <a:ln w="12700">
            <a:solidFill>
              <a:srgbClr val="0090B0"/>
            </a:solidFill>
            <a:prstDash val="solid"/>
          </a:ln>
        </p:spPr>
      </p:sp>
      <p:sp>
        <p:nvSpPr>
          <p:cNvPr id="269" name="Shape 267"/>
          <p:cNvSpPr/>
          <p:nvPr/>
        </p:nvSpPr>
        <p:spPr>
          <a:xfrm>
            <a:off x="4928616" y="4109314"/>
            <a:ext cx="224028" cy="51206"/>
          </a:xfrm>
          <a:prstGeom prst="rect">
            <a:avLst/>
          </a:prstGeom>
          <a:solidFill>
            <a:srgbClr val="E2F4F8"/>
          </a:solidFill>
          <a:ln w="12700">
            <a:solidFill>
              <a:srgbClr val="E2F4F8"/>
            </a:solidFill>
            <a:prstDash val="solid"/>
          </a:ln>
        </p:spPr>
      </p:sp>
      <p:sp>
        <p:nvSpPr>
          <p:cNvPr id="270" name="Shape 268"/>
          <p:cNvSpPr/>
          <p:nvPr/>
        </p:nvSpPr>
        <p:spPr>
          <a:xfrm>
            <a:off x="5175504" y="4109314"/>
            <a:ext cx="224028" cy="51206"/>
          </a:xfrm>
          <a:prstGeom prst="rect">
            <a:avLst/>
          </a:prstGeom>
          <a:solidFill>
            <a:srgbClr val="E2F4F8"/>
          </a:solidFill>
          <a:ln w="12700">
            <a:solidFill>
              <a:srgbClr val="E2F4F8"/>
            </a:solidFill>
            <a:prstDash val="solid"/>
          </a:ln>
        </p:spPr>
      </p:sp>
      <p:sp>
        <p:nvSpPr>
          <p:cNvPr id="271" name="Shape 269"/>
          <p:cNvSpPr/>
          <p:nvPr/>
        </p:nvSpPr>
        <p:spPr>
          <a:xfrm>
            <a:off x="1965960" y="4175150"/>
            <a:ext cx="224028" cy="51206"/>
          </a:xfrm>
          <a:prstGeom prst="rect">
            <a:avLst/>
          </a:prstGeom>
          <a:solidFill>
            <a:srgbClr val="E4EBF3"/>
          </a:solidFill>
          <a:ln w="12700">
            <a:solidFill>
              <a:srgbClr val="E4EBF3"/>
            </a:solidFill>
            <a:prstDash val="solid"/>
          </a:ln>
        </p:spPr>
      </p:sp>
      <p:sp>
        <p:nvSpPr>
          <p:cNvPr id="272" name="Shape 270"/>
          <p:cNvSpPr/>
          <p:nvPr/>
        </p:nvSpPr>
        <p:spPr>
          <a:xfrm>
            <a:off x="2212848" y="4175150"/>
            <a:ext cx="224028" cy="51206"/>
          </a:xfrm>
          <a:prstGeom prst="rect">
            <a:avLst/>
          </a:prstGeom>
          <a:solidFill>
            <a:srgbClr val="E4EBF3"/>
          </a:solidFill>
          <a:ln w="12700">
            <a:solidFill>
              <a:srgbClr val="E4EBF3"/>
            </a:solidFill>
            <a:prstDash val="solid"/>
          </a:ln>
        </p:spPr>
      </p:sp>
      <p:sp>
        <p:nvSpPr>
          <p:cNvPr id="273" name="Shape 271"/>
          <p:cNvSpPr/>
          <p:nvPr/>
        </p:nvSpPr>
        <p:spPr>
          <a:xfrm>
            <a:off x="2459736" y="4175150"/>
            <a:ext cx="224028" cy="51206"/>
          </a:xfrm>
          <a:prstGeom prst="rect">
            <a:avLst/>
          </a:prstGeom>
          <a:solidFill>
            <a:srgbClr val="16305B"/>
          </a:solidFill>
          <a:ln w="12700">
            <a:solidFill>
              <a:srgbClr val="16305B"/>
            </a:solidFill>
            <a:prstDash val="solid"/>
          </a:ln>
        </p:spPr>
      </p:sp>
      <p:sp>
        <p:nvSpPr>
          <p:cNvPr id="274" name="Shape 272"/>
          <p:cNvSpPr/>
          <p:nvPr/>
        </p:nvSpPr>
        <p:spPr>
          <a:xfrm>
            <a:off x="2706624" y="4175150"/>
            <a:ext cx="224028" cy="51206"/>
          </a:xfrm>
          <a:prstGeom prst="rect">
            <a:avLst/>
          </a:prstGeom>
          <a:solidFill>
            <a:srgbClr val="E4EBF3"/>
          </a:solidFill>
          <a:ln w="12700">
            <a:solidFill>
              <a:srgbClr val="E4EBF3"/>
            </a:solidFill>
            <a:prstDash val="solid"/>
          </a:ln>
        </p:spPr>
      </p:sp>
      <p:sp>
        <p:nvSpPr>
          <p:cNvPr id="275" name="Shape 273"/>
          <p:cNvSpPr/>
          <p:nvPr/>
        </p:nvSpPr>
        <p:spPr>
          <a:xfrm>
            <a:off x="2953512" y="4175150"/>
            <a:ext cx="224028" cy="51206"/>
          </a:xfrm>
          <a:prstGeom prst="rect">
            <a:avLst/>
          </a:prstGeom>
          <a:solidFill>
            <a:srgbClr val="8FB0D4"/>
          </a:solidFill>
          <a:ln w="12700">
            <a:solidFill>
              <a:srgbClr val="8FB0D4"/>
            </a:solidFill>
            <a:prstDash val="solid"/>
          </a:ln>
        </p:spPr>
      </p:sp>
      <p:sp>
        <p:nvSpPr>
          <p:cNvPr id="276" name="Shape 274"/>
          <p:cNvSpPr/>
          <p:nvPr/>
        </p:nvSpPr>
        <p:spPr>
          <a:xfrm>
            <a:off x="3200400" y="4175150"/>
            <a:ext cx="224028" cy="51206"/>
          </a:xfrm>
          <a:prstGeom prst="rect">
            <a:avLst/>
          </a:prstGeom>
          <a:solidFill>
            <a:srgbClr val="E4EBF3"/>
          </a:solidFill>
          <a:ln w="12700">
            <a:solidFill>
              <a:srgbClr val="E4EBF3"/>
            </a:solidFill>
            <a:prstDash val="solid"/>
          </a:ln>
        </p:spPr>
      </p:sp>
      <p:sp>
        <p:nvSpPr>
          <p:cNvPr id="277" name="Shape 275"/>
          <p:cNvSpPr/>
          <p:nvPr/>
        </p:nvSpPr>
        <p:spPr>
          <a:xfrm>
            <a:off x="3447288" y="4175150"/>
            <a:ext cx="224028" cy="51206"/>
          </a:xfrm>
          <a:prstGeom prst="rect">
            <a:avLst/>
          </a:prstGeom>
          <a:solidFill>
            <a:srgbClr val="16305B"/>
          </a:solidFill>
          <a:ln w="12700">
            <a:solidFill>
              <a:srgbClr val="16305B"/>
            </a:solidFill>
            <a:prstDash val="solid"/>
          </a:ln>
        </p:spPr>
      </p:sp>
      <p:sp>
        <p:nvSpPr>
          <p:cNvPr id="278" name="Shape 276"/>
          <p:cNvSpPr/>
          <p:nvPr/>
        </p:nvSpPr>
        <p:spPr>
          <a:xfrm>
            <a:off x="3694176" y="4175150"/>
            <a:ext cx="224028" cy="51206"/>
          </a:xfrm>
          <a:prstGeom prst="rect">
            <a:avLst/>
          </a:prstGeom>
          <a:solidFill>
            <a:srgbClr val="E4EBF3"/>
          </a:solidFill>
          <a:ln w="12700">
            <a:solidFill>
              <a:srgbClr val="E4EBF3"/>
            </a:solidFill>
            <a:prstDash val="solid"/>
          </a:ln>
        </p:spPr>
      </p:sp>
      <p:sp>
        <p:nvSpPr>
          <p:cNvPr id="279" name="Shape 277"/>
          <p:cNvSpPr/>
          <p:nvPr/>
        </p:nvSpPr>
        <p:spPr>
          <a:xfrm>
            <a:off x="3941064" y="4175150"/>
            <a:ext cx="224028" cy="51206"/>
          </a:xfrm>
          <a:prstGeom prst="rect">
            <a:avLst/>
          </a:prstGeom>
          <a:solidFill>
            <a:srgbClr val="E4EBF3"/>
          </a:solidFill>
          <a:ln w="12700">
            <a:solidFill>
              <a:srgbClr val="E4EBF3"/>
            </a:solidFill>
            <a:prstDash val="solid"/>
          </a:ln>
        </p:spPr>
      </p:sp>
      <p:sp>
        <p:nvSpPr>
          <p:cNvPr id="280" name="Shape 278"/>
          <p:cNvSpPr/>
          <p:nvPr/>
        </p:nvSpPr>
        <p:spPr>
          <a:xfrm>
            <a:off x="4187952" y="4175150"/>
            <a:ext cx="224028" cy="51206"/>
          </a:xfrm>
          <a:prstGeom prst="rect">
            <a:avLst/>
          </a:prstGeom>
          <a:solidFill>
            <a:srgbClr val="16305B"/>
          </a:solidFill>
          <a:ln w="12700">
            <a:solidFill>
              <a:srgbClr val="16305B"/>
            </a:solidFill>
            <a:prstDash val="solid"/>
          </a:ln>
        </p:spPr>
      </p:sp>
      <p:sp>
        <p:nvSpPr>
          <p:cNvPr id="281" name="Shape 279"/>
          <p:cNvSpPr/>
          <p:nvPr/>
        </p:nvSpPr>
        <p:spPr>
          <a:xfrm>
            <a:off x="4434840" y="4175150"/>
            <a:ext cx="224028" cy="51206"/>
          </a:xfrm>
          <a:prstGeom prst="rect">
            <a:avLst/>
          </a:prstGeom>
          <a:solidFill>
            <a:srgbClr val="16305B"/>
          </a:solidFill>
          <a:ln w="12700">
            <a:solidFill>
              <a:srgbClr val="16305B"/>
            </a:solidFill>
            <a:prstDash val="solid"/>
          </a:ln>
        </p:spPr>
      </p:sp>
      <p:sp>
        <p:nvSpPr>
          <p:cNvPr id="282" name="Shape 280"/>
          <p:cNvSpPr/>
          <p:nvPr/>
        </p:nvSpPr>
        <p:spPr>
          <a:xfrm>
            <a:off x="4681728" y="4175150"/>
            <a:ext cx="224028" cy="51206"/>
          </a:xfrm>
          <a:prstGeom prst="rect">
            <a:avLst/>
          </a:prstGeom>
          <a:solidFill>
            <a:srgbClr val="0090B0"/>
          </a:solidFill>
          <a:ln w="12700">
            <a:solidFill>
              <a:srgbClr val="0090B0"/>
            </a:solidFill>
            <a:prstDash val="solid"/>
          </a:ln>
        </p:spPr>
      </p:sp>
      <p:sp>
        <p:nvSpPr>
          <p:cNvPr id="283" name="Shape 281"/>
          <p:cNvSpPr/>
          <p:nvPr/>
        </p:nvSpPr>
        <p:spPr>
          <a:xfrm>
            <a:off x="4928616" y="4175150"/>
            <a:ext cx="224028" cy="51206"/>
          </a:xfrm>
          <a:prstGeom prst="rect">
            <a:avLst/>
          </a:prstGeom>
          <a:solidFill>
            <a:srgbClr val="0090B0"/>
          </a:solidFill>
          <a:ln w="12700">
            <a:solidFill>
              <a:srgbClr val="0090B0"/>
            </a:solidFill>
            <a:prstDash val="solid"/>
          </a:ln>
        </p:spPr>
      </p:sp>
      <p:sp>
        <p:nvSpPr>
          <p:cNvPr id="284" name="Shape 282"/>
          <p:cNvSpPr/>
          <p:nvPr/>
        </p:nvSpPr>
        <p:spPr>
          <a:xfrm>
            <a:off x="5175504" y="4175150"/>
            <a:ext cx="224028" cy="51206"/>
          </a:xfrm>
          <a:prstGeom prst="rect">
            <a:avLst/>
          </a:prstGeom>
          <a:solidFill>
            <a:srgbClr val="E2F4F8"/>
          </a:solidFill>
          <a:ln w="12700">
            <a:solidFill>
              <a:srgbClr val="E2F4F8"/>
            </a:solidFill>
            <a:prstDash val="solid"/>
          </a:ln>
        </p:spPr>
      </p:sp>
      <p:sp>
        <p:nvSpPr>
          <p:cNvPr id="285" name="Shape 283"/>
          <p:cNvSpPr/>
          <p:nvPr/>
        </p:nvSpPr>
        <p:spPr>
          <a:xfrm>
            <a:off x="1965960" y="4240987"/>
            <a:ext cx="224028" cy="51206"/>
          </a:xfrm>
          <a:prstGeom prst="rect">
            <a:avLst/>
          </a:prstGeom>
          <a:solidFill>
            <a:srgbClr val="E4EBF3"/>
          </a:solidFill>
          <a:ln w="12700">
            <a:solidFill>
              <a:srgbClr val="E4EBF3"/>
            </a:solidFill>
            <a:prstDash val="solid"/>
          </a:ln>
        </p:spPr>
      </p:sp>
      <p:sp>
        <p:nvSpPr>
          <p:cNvPr id="286" name="Shape 284"/>
          <p:cNvSpPr/>
          <p:nvPr/>
        </p:nvSpPr>
        <p:spPr>
          <a:xfrm>
            <a:off x="2212848" y="4240987"/>
            <a:ext cx="224028" cy="51206"/>
          </a:xfrm>
          <a:prstGeom prst="rect">
            <a:avLst/>
          </a:prstGeom>
          <a:solidFill>
            <a:srgbClr val="E4EBF3"/>
          </a:solidFill>
          <a:ln w="12700">
            <a:solidFill>
              <a:srgbClr val="E4EBF3"/>
            </a:solidFill>
            <a:prstDash val="solid"/>
          </a:ln>
        </p:spPr>
      </p:sp>
      <p:sp>
        <p:nvSpPr>
          <p:cNvPr id="287" name="Shape 285"/>
          <p:cNvSpPr/>
          <p:nvPr/>
        </p:nvSpPr>
        <p:spPr>
          <a:xfrm>
            <a:off x="2459736" y="4240987"/>
            <a:ext cx="224028" cy="51206"/>
          </a:xfrm>
          <a:prstGeom prst="rect">
            <a:avLst/>
          </a:prstGeom>
          <a:solidFill>
            <a:srgbClr val="E4EBF3"/>
          </a:solidFill>
          <a:ln w="12700">
            <a:solidFill>
              <a:srgbClr val="E4EBF3"/>
            </a:solidFill>
            <a:prstDash val="solid"/>
          </a:ln>
        </p:spPr>
      </p:sp>
      <p:sp>
        <p:nvSpPr>
          <p:cNvPr id="288" name="Shape 286"/>
          <p:cNvSpPr/>
          <p:nvPr/>
        </p:nvSpPr>
        <p:spPr>
          <a:xfrm>
            <a:off x="2706624" y="4240987"/>
            <a:ext cx="224028" cy="51206"/>
          </a:xfrm>
          <a:prstGeom prst="rect">
            <a:avLst/>
          </a:prstGeom>
          <a:solidFill>
            <a:srgbClr val="16305B"/>
          </a:solidFill>
          <a:ln w="12700">
            <a:solidFill>
              <a:srgbClr val="16305B"/>
            </a:solidFill>
            <a:prstDash val="solid"/>
          </a:ln>
        </p:spPr>
      </p:sp>
      <p:sp>
        <p:nvSpPr>
          <p:cNvPr id="289" name="Shape 287"/>
          <p:cNvSpPr/>
          <p:nvPr/>
        </p:nvSpPr>
        <p:spPr>
          <a:xfrm>
            <a:off x="2953512" y="4240987"/>
            <a:ext cx="224028" cy="51206"/>
          </a:xfrm>
          <a:prstGeom prst="rect">
            <a:avLst/>
          </a:prstGeom>
          <a:solidFill>
            <a:srgbClr val="E4EBF3"/>
          </a:solidFill>
          <a:ln w="12700">
            <a:solidFill>
              <a:srgbClr val="E4EBF3"/>
            </a:solidFill>
            <a:prstDash val="solid"/>
          </a:ln>
        </p:spPr>
      </p:sp>
      <p:sp>
        <p:nvSpPr>
          <p:cNvPr id="290" name="Shape 288"/>
          <p:cNvSpPr/>
          <p:nvPr/>
        </p:nvSpPr>
        <p:spPr>
          <a:xfrm>
            <a:off x="3200400" y="4240987"/>
            <a:ext cx="224028" cy="51206"/>
          </a:xfrm>
          <a:prstGeom prst="rect">
            <a:avLst/>
          </a:prstGeom>
          <a:solidFill>
            <a:srgbClr val="8FB0D4"/>
          </a:solidFill>
          <a:ln w="12700">
            <a:solidFill>
              <a:srgbClr val="8FB0D4"/>
            </a:solidFill>
            <a:prstDash val="solid"/>
          </a:ln>
        </p:spPr>
      </p:sp>
      <p:sp>
        <p:nvSpPr>
          <p:cNvPr id="291" name="Shape 289"/>
          <p:cNvSpPr/>
          <p:nvPr/>
        </p:nvSpPr>
        <p:spPr>
          <a:xfrm>
            <a:off x="3447288" y="4240987"/>
            <a:ext cx="224028" cy="51206"/>
          </a:xfrm>
          <a:prstGeom prst="rect">
            <a:avLst/>
          </a:prstGeom>
          <a:solidFill>
            <a:srgbClr val="E4EBF3"/>
          </a:solidFill>
          <a:ln w="12700">
            <a:solidFill>
              <a:srgbClr val="E4EBF3"/>
            </a:solidFill>
            <a:prstDash val="solid"/>
          </a:ln>
        </p:spPr>
      </p:sp>
      <p:sp>
        <p:nvSpPr>
          <p:cNvPr id="292" name="Shape 290"/>
          <p:cNvSpPr/>
          <p:nvPr/>
        </p:nvSpPr>
        <p:spPr>
          <a:xfrm>
            <a:off x="3694176" y="4240987"/>
            <a:ext cx="224028" cy="51206"/>
          </a:xfrm>
          <a:prstGeom prst="rect">
            <a:avLst/>
          </a:prstGeom>
          <a:solidFill>
            <a:srgbClr val="16305B"/>
          </a:solidFill>
          <a:ln w="12700">
            <a:solidFill>
              <a:srgbClr val="16305B"/>
            </a:solidFill>
            <a:prstDash val="solid"/>
          </a:ln>
        </p:spPr>
      </p:sp>
      <p:sp>
        <p:nvSpPr>
          <p:cNvPr id="293" name="Shape 291"/>
          <p:cNvSpPr/>
          <p:nvPr/>
        </p:nvSpPr>
        <p:spPr>
          <a:xfrm>
            <a:off x="3941064" y="4240987"/>
            <a:ext cx="224028" cy="51206"/>
          </a:xfrm>
          <a:prstGeom prst="rect">
            <a:avLst/>
          </a:prstGeom>
          <a:solidFill>
            <a:srgbClr val="E4EBF3"/>
          </a:solidFill>
          <a:ln w="12700">
            <a:solidFill>
              <a:srgbClr val="E4EBF3"/>
            </a:solidFill>
            <a:prstDash val="solid"/>
          </a:ln>
        </p:spPr>
      </p:sp>
      <p:sp>
        <p:nvSpPr>
          <p:cNvPr id="294" name="Shape 292"/>
          <p:cNvSpPr/>
          <p:nvPr/>
        </p:nvSpPr>
        <p:spPr>
          <a:xfrm>
            <a:off x="4187952" y="4240987"/>
            <a:ext cx="224028" cy="51206"/>
          </a:xfrm>
          <a:prstGeom prst="rect">
            <a:avLst/>
          </a:prstGeom>
          <a:solidFill>
            <a:srgbClr val="E4EBF3"/>
          </a:solidFill>
          <a:ln w="12700">
            <a:solidFill>
              <a:srgbClr val="E4EBF3"/>
            </a:solidFill>
            <a:prstDash val="solid"/>
          </a:ln>
        </p:spPr>
      </p:sp>
      <p:sp>
        <p:nvSpPr>
          <p:cNvPr id="295" name="Shape 293"/>
          <p:cNvSpPr/>
          <p:nvPr/>
        </p:nvSpPr>
        <p:spPr>
          <a:xfrm>
            <a:off x="4434840" y="4240987"/>
            <a:ext cx="224028" cy="51206"/>
          </a:xfrm>
          <a:prstGeom prst="rect">
            <a:avLst/>
          </a:prstGeom>
          <a:solidFill>
            <a:srgbClr val="16305B"/>
          </a:solidFill>
          <a:ln w="12700">
            <a:solidFill>
              <a:srgbClr val="16305B"/>
            </a:solidFill>
            <a:prstDash val="solid"/>
          </a:ln>
        </p:spPr>
      </p:sp>
      <p:sp>
        <p:nvSpPr>
          <p:cNvPr id="296" name="Shape 294"/>
          <p:cNvSpPr/>
          <p:nvPr/>
        </p:nvSpPr>
        <p:spPr>
          <a:xfrm>
            <a:off x="4681728" y="4240987"/>
            <a:ext cx="224028" cy="51206"/>
          </a:xfrm>
          <a:prstGeom prst="rect">
            <a:avLst/>
          </a:prstGeom>
          <a:solidFill>
            <a:srgbClr val="0090B0"/>
          </a:solidFill>
          <a:ln w="12700">
            <a:solidFill>
              <a:srgbClr val="0090B0"/>
            </a:solidFill>
            <a:prstDash val="solid"/>
          </a:ln>
        </p:spPr>
      </p:sp>
      <p:sp>
        <p:nvSpPr>
          <p:cNvPr id="297" name="Shape 295"/>
          <p:cNvSpPr/>
          <p:nvPr/>
        </p:nvSpPr>
        <p:spPr>
          <a:xfrm>
            <a:off x="4928616" y="4240987"/>
            <a:ext cx="224028" cy="51206"/>
          </a:xfrm>
          <a:prstGeom prst="rect">
            <a:avLst/>
          </a:prstGeom>
          <a:solidFill>
            <a:srgbClr val="0090B0"/>
          </a:solidFill>
          <a:ln w="12700">
            <a:solidFill>
              <a:srgbClr val="0090B0"/>
            </a:solidFill>
            <a:prstDash val="solid"/>
          </a:ln>
        </p:spPr>
      </p:sp>
      <p:sp>
        <p:nvSpPr>
          <p:cNvPr id="298" name="Shape 296"/>
          <p:cNvSpPr/>
          <p:nvPr/>
        </p:nvSpPr>
        <p:spPr>
          <a:xfrm>
            <a:off x="5175504" y="4240987"/>
            <a:ext cx="224028" cy="51206"/>
          </a:xfrm>
          <a:prstGeom prst="rect">
            <a:avLst/>
          </a:prstGeom>
          <a:solidFill>
            <a:srgbClr val="0090B0"/>
          </a:solidFill>
          <a:ln w="12700">
            <a:solidFill>
              <a:srgbClr val="0090B0"/>
            </a:solidFill>
            <a:prstDash val="solid"/>
          </a:ln>
        </p:spPr>
      </p:sp>
      <p:sp>
        <p:nvSpPr>
          <p:cNvPr id="299" name="Shape 297"/>
          <p:cNvSpPr/>
          <p:nvPr/>
        </p:nvSpPr>
        <p:spPr>
          <a:xfrm>
            <a:off x="1965960" y="4306824"/>
            <a:ext cx="224028" cy="51206"/>
          </a:xfrm>
          <a:prstGeom prst="rect">
            <a:avLst/>
          </a:prstGeom>
          <a:solidFill>
            <a:srgbClr val="E4EBF3"/>
          </a:solidFill>
          <a:ln w="12700">
            <a:solidFill>
              <a:srgbClr val="E4EBF3"/>
            </a:solidFill>
            <a:prstDash val="solid"/>
          </a:ln>
        </p:spPr>
      </p:sp>
      <p:sp>
        <p:nvSpPr>
          <p:cNvPr id="300" name="Shape 298"/>
          <p:cNvSpPr/>
          <p:nvPr/>
        </p:nvSpPr>
        <p:spPr>
          <a:xfrm>
            <a:off x="2212848" y="4306824"/>
            <a:ext cx="224028" cy="51206"/>
          </a:xfrm>
          <a:prstGeom prst="rect">
            <a:avLst/>
          </a:prstGeom>
          <a:solidFill>
            <a:srgbClr val="16305B"/>
          </a:solidFill>
          <a:ln w="12700">
            <a:solidFill>
              <a:srgbClr val="16305B"/>
            </a:solidFill>
            <a:prstDash val="solid"/>
          </a:ln>
        </p:spPr>
      </p:sp>
      <p:sp>
        <p:nvSpPr>
          <p:cNvPr id="301" name="Shape 299"/>
          <p:cNvSpPr/>
          <p:nvPr/>
        </p:nvSpPr>
        <p:spPr>
          <a:xfrm>
            <a:off x="2459736" y="4306824"/>
            <a:ext cx="224028" cy="51206"/>
          </a:xfrm>
          <a:prstGeom prst="rect">
            <a:avLst/>
          </a:prstGeom>
          <a:solidFill>
            <a:srgbClr val="E4EBF3"/>
          </a:solidFill>
          <a:ln w="12700">
            <a:solidFill>
              <a:srgbClr val="E4EBF3"/>
            </a:solidFill>
            <a:prstDash val="solid"/>
          </a:ln>
        </p:spPr>
      </p:sp>
      <p:sp>
        <p:nvSpPr>
          <p:cNvPr id="302" name="Shape 300"/>
          <p:cNvSpPr/>
          <p:nvPr/>
        </p:nvSpPr>
        <p:spPr>
          <a:xfrm>
            <a:off x="2706624" y="4306824"/>
            <a:ext cx="224028" cy="51206"/>
          </a:xfrm>
          <a:prstGeom prst="rect">
            <a:avLst/>
          </a:prstGeom>
          <a:solidFill>
            <a:srgbClr val="E4EBF3"/>
          </a:solidFill>
          <a:ln w="12700">
            <a:solidFill>
              <a:srgbClr val="E4EBF3"/>
            </a:solidFill>
            <a:prstDash val="solid"/>
          </a:ln>
        </p:spPr>
      </p:sp>
      <p:sp>
        <p:nvSpPr>
          <p:cNvPr id="303" name="Shape 301"/>
          <p:cNvSpPr/>
          <p:nvPr/>
        </p:nvSpPr>
        <p:spPr>
          <a:xfrm>
            <a:off x="2953512" y="4306824"/>
            <a:ext cx="224028" cy="51206"/>
          </a:xfrm>
          <a:prstGeom prst="rect">
            <a:avLst/>
          </a:prstGeom>
          <a:solidFill>
            <a:srgbClr val="16305B"/>
          </a:solidFill>
          <a:ln w="12700">
            <a:solidFill>
              <a:srgbClr val="16305B"/>
            </a:solidFill>
            <a:prstDash val="solid"/>
          </a:ln>
        </p:spPr>
      </p:sp>
      <p:sp>
        <p:nvSpPr>
          <p:cNvPr id="304" name="Shape 302"/>
          <p:cNvSpPr/>
          <p:nvPr/>
        </p:nvSpPr>
        <p:spPr>
          <a:xfrm>
            <a:off x="3200400" y="4306824"/>
            <a:ext cx="224028" cy="51206"/>
          </a:xfrm>
          <a:prstGeom prst="rect">
            <a:avLst/>
          </a:prstGeom>
          <a:solidFill>
            <a:srgbClr val="E4EBF3"/>
          </a:solidFill>
          <a:ln w="12700">
            <a:solidFill>
              <a:srgbClr val="E4EBF3"/>
            </a:solidFill>
            <a:prstDash val="solid"/>
          </a:ln>
        </p:spPr>
      </p:sp>
      <p:sp>
        <p:nvSpPr>
          <p:cNvPr id="305" name="Shape 303"/>
          <p:cNvSpPr/>
          <p:nvPr/>
        </p:nvSpPr>
        <p:spPr>
          <a:xfrm>
            <a:off x="3447288" y="4306824"/>
            <a:ext cx="224028" cy="51206"/>
          </a:xfrm>
          <a:prstGeom prst="rect">
            <a:avLst/>
          </a:prstGeom>
          <a:solidFill>
            <a:srgbClr val="8FB0D4"/>
          </a:solidFill>
          <a:ln w="12700">
            <a:solidFill>
              <a:srgbClr val="8FB0D4"/>
            </a:solidFill>
            <a:prstDash val="solid"/>
          </a:ln>
        </p:spPr>
      </p:sp>
      <p:sp>
        <p:nvSpPr>
          <p:cNvPr id="306" name="Shape 304"/>
          <p:cNvSpPr/>
          <p:nvPr/>
        </p:nvSpPr>
        <p:spPr>
          <a:xfrm>
            <a:off x="3694176" y="4306824"/>
            <a:ext cx="224028" cy="51206"/>
          </a:xfrm>
          <a:prstGeom prst="rect">
            <a:avLst/>
          </a:prstGeom>
          <a:solidFill>
            <a:srgbClr val="E4EBF3"/>
          </a:solidFill>
          <a:ln w="12700">
            <a:solidFill>
              <a:srgbClr val="E4EBF3"/>
            </a:solidFill>
            <a:prstDash val="solid"/>
          </a:ln>
        </p:spPr>
      </p:sp>
      <p:sp>
        <p:nvSpPr>
          <p:cNvPr id="307" name="Shape 305"/>
          <p:cNvSpPr/>
          <p:nvPr/>
        </p:nvSpPr>
        <p:spPr>
          <a:xfrm>
            <a:off x="3941064" y="4306824"/>
            <a:ext cx="224028" cy="51206"/>
          </a:xfrm>
          <a:prstGeom prst="rect">
            <a:avLst/>
          </a:prstGeom>
          <a:solidFill>
            <a:srgbClr val="16305B"/>
          </a:solidFill>
          <a:ln w="12700">
            <a:solidFill>
              <a:srgbClr val="16305B"/>
            </a:solidFill>
            <a:prstDash val="solid"/>
          </a:ln>
        </p:spPr>
      </p:sp>
      <p:sp>
        <p:nvSpPr>
          <p:cNvPr id="308" name="Shape 306"/>
          <p:cNvSpPr/>
          <p:nvPr/>
        </p:nvSpPr>
        <p:spPr>
          <a:xfrm>
            <a:off x="4187952" y="4306824"/>
            <a:ext cx="224028" cy="51206"/>
          </a:xfrm>
          <a:prstGeom prst="rect">
            <a:avLst/>
          </a:prstGeom>
          <a:solidFill>
            <a:srgbClr val="E4EBF3"/>
          </a:solidFill>
          <a:ln w="12700">
            <a:solidFill>
              <a:srgbClr val="E4EBF3"/>
            </a:solidFill>
            <a:prstDash val="solid"/>
          </a:ln>
        </p:spPr>
      </p:sp>
      <p:sp>
        <p:nvSpPr>
          <p:cNvPr id="309" name="Shape 307"/>
          <p:cNvSpPr/>
          <p:nvPr/>
        </p:nvSpPr>
        <p:spPr>
          <a:xfrm>
            <a:off x="4434840" y="4306824"/>
            <a:ext cx="224028" cy="51206"/>
          </a:xfrm>
          <a:prstGeom prst="rect">
            <a:avLst/>
          </a:prstGeom>
          <a:solidFill>
            <a:srgbClr val="E4EBF3"/>
          </a:solidFill>
          <a:ln w="12700">
            <a:solidFill>
              <a:srgbClr val="E4EBF3"/>
            </a:solidFill>
            <a:prstDash val="solid"/>
          </a:ln>
        </p:spPr>
      </p:sp>
      <p:sp>
        <p:nvSpPr>
          <p:cNvPr id="310" name="Shape 308"/>
          <p:cNvSpPr/>
          <p:nvPr/>
        </p:nvSpPr>
        <p:spPr>
          <a:xfrm>
            <a:off x="4681728" y="4306824"/>
            <a:ext cx="224028" cy="51206"/>
          </a:xfrm>
          <a:prstGeom prst="rect">
            <a:avLst/>
          </a:prstGeom>
          <a:solidFill>
            <a:srgbClr val="0090B0"/>
          </a:solidFill>
          <a:ln w="12700">
            <a:solidFill>
              <a:srgbClr val="0090B0"/>
            </a:solidFill>
            <a:prstDash val="solid"/>
          </a:ln>
        </p:spPr>
      </p:sp>
      <p:sp>
        <p:nvSpPr>
          <p:cNvPr id="311" name="Shape 309"/>
          <p:cNvSpPr/>
          <p:nvPr/>
        </p:nvSpPr>
        <p:spPr>
          <a:xfrm>
            <a:off x="4928616" y="4306824"/>
            <a:ext cx="224028" cy="51206"/>
          </a:xfrm>
          <a:prstGeom prst="rect">
            <a:avLst/>
          </a:prstGeom>
          <a:solidFill>
            <a:srgbClr val="0090B0"/>
          </a:solidFill>
          <a:ln w="12700">
            <a:solidFill>
              <a:srgbClr val="0090B0"/>
            </a:solidFill>
            <a:prstDash val="solid"/>
          </a:ln>
        </p:spPr>
      </p:sp>
      <p:sp>
        <p:nvSpPr>
          <p:cNvPr id="312" name="Shape 310"/>
          <p:cNvSpPr/>
          <p:nvPr/>
        </p:nvSpPr>
        <p:spPr>
          <a:xfrm>
            <a:off x="5175504" y="4306824"/>
            <a:ext cx="224028" cy="51206"/>
          </a:xfrm>
          <a:prstGeom prst="rect">
            <a:avLst/>
          </a:prstGeom>
          <a:solidFill>
            <a:srgbClr val="0090B0"/>
          </a:solidFill>
          <a:ln w="12700">
            <a:solidFill>
              <a:srgbClr val="0090B0"/>
            </a:solidFill>
            <a:prstDash val="solid"/>
          </a:ln>
        </p:spPr>
      </p:sp>
      <p:sp>
        <p:nvSpPr>
          <p:cNvPr id="313" name="Shape 311"/>
          <p:cNvSpPr/>
          <p:nvPr/>
        </p:nvSpPr>
        <p:spPr>
          <a:xfrm>
            <a:off x="1965960" y="4372661"/>
            <a:ext cx="224028" cy="51206"/>
          </a:xfrm>
          <a:prstGeom prst="rect">
            <a:avLst/>
          </a:prstGeom>
          <a:solidFill>
            <a:srgbClr val="E4EBF3"/>
          </a:solidFill>
          <a:ln w="12700">
            <a:solidFill>
              <a:srgbClr val="E4EBF3"/>
            </a:solidFill>
            <a:prstDash val="solid"/>
          </a:ln>
        </p:spPr>
      </p:sp>
      <p:sp>
        <p:nvSpPr>
          <p:cNvPr id="314" name="Shape 312"/>
          <p:cNvSpPr/>
          <p:nvPr/>
        </p:nvSpPr>
        <p:spPr>
          <a:xfrm>
            <a:off x="2212848" y="4372661"/>
            <a:ext cx="224028" cy="51206"/>
          </a:xfrm>
          <a:prstGeom prst="rect">
            <a:avLst/>
          </a:prstGeom>
          <a:solidFill>
            <a:srgbClr val="16305B"/>
          </a:solidFill>
          <a:ln w="12700">
            <a:solidFill>
              <a:srgbClr val="16305B"/>
            </a:solidFill>
            <a:prstDash val="solid"/>
          </a:ln>
        </p:spPr>
      </p:sp>
      <p:sp>
        <p:nvSpPr>
          <p:cNvPr id="315" name="Shape 313"/>
          <p:cNvSpPr/>
          <p:nvPr/>
        </p:nvSpPr>
        <p:spPr>
          <a:xfrm>
            <a:off x="2459736" y="4372661"/>
            <a:ext cx="224028" cy="51206"/>
          </a:xfrm>
          <a:prstGeom prst="rect">
            <a:avLst/>
          </a:prstGeom>
          <a:solidFill>
            <a:srgbClr val="16305B"/>
          </a:solidFill>
          <a:ln w="12700">
            <a:solidFill>
              <a:srgbClr val="16305B"/>
            </a:solidFill>
            <a:prstDash val="solid"/>
          </a:ln>
        </p:spPr>
      </p:sp>
      <p:sp>
        <p:nvSpPr>
          <p:cNvPr id="316" name="Shape 314"/>
          <p:cNvSpPr/>
          <p:nvPr/>
        </p:nvSpPr>
        <p:spPr>
          <a:xfrm>
            <a:off x="2706624" y="4372661"/>
            <a:ext cx="224028" cy="51206"/>
          </a:xfrm>
          <a:prstGeom prst="rect">
            <a:avLst/>
          </a:prstGeom>
          <a:solidFill>
            <a:srgbClr val="E4EBF3"/>
          </a:solidFill>
          <a:ln w="12700">
            <a:solidFill>
              <a:srgbClr val="E4EBF3"/>
            </a:solidFill>
            <a:prstDash val="solid"/>
          </a:ln>
        </p:spPr>
      </p:sp>
      <p:sp>
        <p:nvSpPr>
          <p:cNvPr id="317" name="Shape 315"/>
          <p:cNvSpPr/>
          <p:nvPr/>
        </p:nvSpPr>
        <p:spPr>
          <a:xfrm>
            <a:off x="2953512" y="4372661"/>
            <a:ext cx="224028" cy="51206"/>
          </a:xfrm>
          <a:prstGeom prst="rect">
            <a:avLst/>
          </a:prstGeom>
          <a:solidFill>
            <a:srgbClr val="E4EBF3"/>
          </a:solidFill>
          <a:ln w="12700">
            <a:solidFill>
              <a:srgbClr val="E4EBF3"/>
            </a:solidFill>
            <a:prstDash val="solid"/>
          </a:ln>
        </p:spPr>
      </p:sp>
      <p:sp>
        <p:nvSpPr>
          <p:cNvPr id="318" name="Shape 316"/>
          <p:cNvSpPr/>
          <p:nvPr/>
        </p:nvSpPr>
        <p:spPr>
          <a:xfrm>
            <a:off x="3200400" y="4372661"/>
            <a:ext cx="224028" cy="51206"/>
          </a:xfrm>
          <a:prstGeom prst="rect">
            <a:avLst/>
          </a:prstGeom>
          <a:solidFill>
            <a:srgbClr val="16305B"/>
          </a:solidFill>
          <a:ln w="12700">
            <a:solidFill>
              <a:srgbClr val="16305B"/>
            </a:solidFill>
            <a:prstDash val="solid"/>
          </a:ln>
        </p:spPr>
      </p:sp>
      <p:sp>
        <p:nvSpPr>
          <p:cNvPr id="319" name="Shape 317"/>
          <p:cNvSpPr/>
          <p:nvPr/>
        </p:nvSpPr>
        <p:spPr>
          <a:xfrm>
            <a:off x="3447288" y="4372661"/>
            <a:ext cx="224028" cy="51206"/>
          </a:xfrm>
          <a:prstGeom prst="rect">
            <a:avLst/>
          </a:prstGeom>
          <a:solidFill>
            <a:srgbClr val="E4EBF3"/>
          </a:solidFill>
          <a:ln w="12700">
            <a:solidFill>
              <a:srgbClr val="E4EBF3"/>
            </a:solidFill>
            <a:prstDash val="solid"/>
          </a:ln>
        </p:spPr>
      </p:sp>
      <p:sp>
        <p:nvSpPr>
          <p:cNvPr id="320" name="Shape 318"/>
          <p:cNvSpPr/>
          <p:nvPr/>
        </p:nvSpPr>
        <p:spPr>
          <a:xfrm>
            <a:off x="3694176" y="4372661"/>
            <a:ext cx="224028" cy="51206"/>
          </a:xfrm>
          <a:prstGeom prst="rect">
            <a:avLst/>
          </a:prstGeom>
          <a:solidFill>
            <a:srgbClr val="8FB0D4"/>
          </a:solidFill>
          <a:ln w="12700">
            <a:solidFill>
              <a:srgbClr val="8FB0D4"/>
            </a:solidFill>
            <a:prstDash val="solid"/>
          </a:ln>
        </p:spPr>
      </p:sp>
      <p:sp>
        <p:nvSpPr>
          <p:cNvPr id="321" name="Shape 319"/>
          <p:cNvSpPr/>
          <p:nvPr/>
        </p:nvSpPr>
        <p:spPr>
          <a:xfrm>
            <a:off x="3941064" y="4372661"/>
            <a:ext cx="224028" cy="51206"/>
          </a:xfrm>
          <a:prstGeom prst="rect">
            <a:avLst/>
          </a:prstGeom>
          <a:solidFill>
            <a:srgbClr val="E4EBF3"/>
          </a:solidFill>
          <a:ln w="12700">
            <a:solidFill>
              <a:srgbClr val="E4EBF3"/>
            </a:solidFill>
            <a:prstDash val="solid"/>
          </a:ln>
        </p:spPr>
      </p:sp>
      <p:sp>
        <p:nvSpPr>
          <p:cNvPr id="322" name="Shape 320"/>
          <p:cNvSpPr/>
          <p:nvPr/>
        </p:nvSpPr>
        <p:spPr>
          <a:xfrm>
            <a:off x="4187952" y="4372661"/>
            <a:ext cx="224028" cy="51206"/>
          </a:xfrm>
          <a:prstGeom prst="rect">
            <a:avLst/>
          </a:prstGeom>
          <a:solidFill>
            <a:srgbClr val="16305B"/>
          </a:solidFill>
          <a:ln w="12700">
            <a:solidFill>
              <a:srgbClr val="16305B"/>
            </a:solidFill>
            <a:prstDash val="solid"/>
          </a:ln>
        </p:spPr>
      </p:sp>
      <p:sp>
        <p:nvSpPr>
          <p:cNvPr id="323" name="Shape 321"/>
          <p:cNvSpPr/>
          <p:nvPr/>
        </p:nvSpPr>
        <p:spPr>
          <a:xfrm>
            <a:off x="4434840" y="4372661"/>
            <a:ext cx="224028" cy="51206"/>
          </a:xfrm>
          <a:prstGeom prst="rect">
            <a:avLst/>
          </a:prstGeom>
          <a:solidFill>
            <a:srgbClr val="E4EBF3"/>
          </a:solidFill>
          <a:ln w="12700">
            <a:solidFill>
              <a:srgbClr val="E4EBF3"/>
            </a:solidFill>
            <a:prstDash val="solid"/>
          </a:ln>
        </p:spPr>
      </p:sp>
      <p:sp>
        <p:nvSpPr>
          <p:cNvPr id="324" name="Shape 322"/>
          <p:cNvSpPr/>
          <p:nvPr/>
        </p:nvSpPr>
        <p:spPr>
          <a:xfrm>
            <a:off x="4681728" y="4372661"/>
            <a:ext cx="224028" cy="51206"/>
          </a:xfrm>
          <a:prstGeom prst="rect">
            <a:avLst/>
          </a:prstGeom>
          <a:solidFill>
            <a:srgbClr val="E2F4F8"/>
          </a:solidFill>
          <a:ln w="12700">
            <a:solidFill>
              <a:srgbClr val="E2F4F8"/>
            </a:solidFill>
            <a:prstDash val="solid"/>
          </a:ln>
        </p:spPr>
      </p:sp>
      <p:sp>
        <p:nvSpPr>
          <p:cNvPr id="325" name="Shape 323"/>
          <p:cNvSpPr/>
          <p:nvPr/>
        </p:nvSpPr>
        <p:spPr>
          <a:xfrm>
            <a:off x="4928616" y="4372661"/>
            <a:ext cx="224028" cy="51206"/>
          </a:xfrm>
          <a:prstGeom prst="rect">
            <a:avLst/>
          </a:prstGeom>
          <a:solidFill>
            <a:srgbClr val="0090B0"/>
          </a:solidFill>
          <a:ln w="12700">
            <a:solidFill>
              <a:srgbClr val="0090B0"/>
            </a:solidFill>
            <a:prstDash val="solid"/>
          </a:ln>
        </p:spPr>
      </p:sp>
      <p:sp>
        <p:nvSpPr>
          <p:cNvPr id="326" name="Shape 324"/>
          <p:cNvSpPr/>
          <p:nvPr/>
        </p:nvSpPr>
        <p:spPr>
          <a:xfrm>
            <a:off x="5175504" y="4372661"/>
            <a:ext cx="224028" cy="51206"/>
          </a:xfrm>
          <a:prstGeom prst="rect">
            <a:avLst/>
          </a:prstGeom>
          <a:solidFill>
            <a:srgbClr val="0090B0"/>
          </a:solidFill>
          <a:ln w="12700">
            <a:solidFill>
              <a:srgbClr val="0090B0"/>
            </a:solidFill>
            <a:prstDash val="solid"/>
          </a:ln>
        </p:spPr>
      </p:sp>
      <p:sp>
        <p:nvSpPr>
          <p:cNvPr id="327" name="Shape 325"/>
          <p:cNvSpPr/>
          <p:nvPr/>
        </p:nvSpPr>
        <p:spPr>
          <a:xfrm>
            <a:off x="1965960" y="4438498"/>
            <a:ext cx="224028" cy="51206"/>
          </a:xfrm>
          <a:prstGeom prst="rect">
            <a:avLst/>
          </a:prstGeom>
          <a:solidFill>
            <a:srgbClr val="E4EBF3"/>
          </a:solidFill>
          <a:ln w="12700">
            <a:solidFill>
              <a:srgbClr val="E4EBF3"/>
            </a:solidFill>
            <a:prstDash val="solid"/>
          </a:ln>
        </p:spPr>
      </p:sp>
      <p:sp>
        <p:nvSpPr>
          <p:cNvPr id="328" name="Shape 326"/>
          <p:cNvSpPr/>
          <p:nvPr/>
        </p:nvSpPr>
        <p:spPr>
          <a:xfrm>
            <a:off x="2212848" y="4438498"/>
            <a:ext cx="224028" cy="51206"/>
          </a:xfrm>
          <a:prstGeom prst="rect">
            <a:avLst/>
          </a:prstGeom>
          <a:solidFill>
            <a:srgbClr val="16305B"/>
          </a:solidFill>
          <a:ln w="12700">
            <a:solidFill>
              <a:srgbClr val="16305B"/>
            </a:solidFill>
            <a:prstDash val="solid"/>
          </a:ln>
        </p:spPr>
      </p:sp>
      <p:sp>
        <p:nvSpPr>
          <p:cNvPr id="329" name="Shape 327"/>
          <p:cNvSpPr/>
          <p:nvPr/>
        </p:nvSpPr>
        <p:spPr>
          <a:xfrm>
            <a:off x="2459736" y="4438498"/>
            <a:ext cx="224028" cy="51206"/>
          </a:xfrm>
          <a:prstGeom prst="rect">
            <a:avLst/>
          </a:prstGeom>
          <a:solidFill>
            <a:srgbClr val="16305B"/>
          </a:solidFill>
          <a:ln w="12700">
            <a:solidFill>
              <a:srgbClr val="16305B"/>
            </a:solidFill>
            <a:prstDash val="solid"/>
          </a:ln>
        </p:spPr>
      </p:sp>
      <p:sp>
        <p:nvSpPr>
          <p:cNvPr id="330" name="Shape 328"/>
          <p:cNvSpPr/>
          <p:nvPr/>
        </p:nvSpPr>
        <p:spPr>
          <a:xfrm>
            <a:off x="2706624" y="4438498"/>
            <a:ext cx="224028" cy="51206"/>
          </a:xfrm>
          <a:prstGeom prst="rect">
            <a:avLst/>
          </a:prstGeom>
          <a:solidFill>
            <a:srgbClr val="16305B"/>
          </a:solidFill>
          <a:ln w="12700">
            <a:solidFill>
              <a:srgbClr val="16305B"/>
            </a:solidFill>
            <a:prstDash val="solid"/>
          </a:ln>
        </p:spPr>
      </p:sp>
      <p:sp>
        <p:nvSpPr>
          <p:cNvPr id="331" name="Shape 329"/>
          <p:cNvSpPr/>
          <p:nvPr/>
        </p:nvSpPr>
        <p:spPr>
          <a:xfrm>
            <a:off x="2953512" y="4438498"/>
            <a:ext cx="224028" cy="51206"/>
          </a:xfrm>
          <a:prstGeom prst="rect">
            <a:avLst/>
          </a:prstGeom>
          <a:solidFill>
            <a:srgbClr val="E4EBF3"/>
          </a:solidFill>
          <a:ln w="12700">
            <a:solidFill>
              <a:srgbClr val="E4EBF3"/>
            </a:solidFill>
            <a:prstDash val="solid"/>
          </a:ln>
        </p:spPr>
      </p:sp>
      <p:sp>
        <p:nvSpPr>
          <p:cNvPr id="332" name="Shape 330"/>
          <p:cNvSpPr/>
          <p:nvPr/>
        </p:nvSpPr>
        <p:spPr>
          <a:xfrm>
            <a:off x="3200400" y="4438498"/>
            <a:ext cx="224028" cy="51206"/>
          </a:xfrm>
          <a:prstGeom prst="rect">
            <a:avLst/>
          </a:prstGeom>
          <a:solidFill>
            <a:srgbClr val="E4EBF3"/>
          </a:solidFill>
          <a:ln w="12700">
            <a:solidFill>
              <a:srgbClr val="E4EBF3"/>
            </a:solidFill>
            <a:prstDash val="solid"/>
          </a:ln>
        </p:spPr>
      </p:sp>
      <p:sp>
        <p:nvSpPr>
          <p:cNvPr id="333" name="Shape 331"/>
          <p:cNvSpPr/>
          <p:nvPr/>
        </p:nvSpPr>
        <p:spPr>
          <a:xfrm>
            <a:off x="3447288" y="4438498"/>
            <a:ext cx="224028" cy="51206"/>
          </a:xfrm>
          <a:prstGeom prst="rect">
            <a:avLst/>
          </a:prstGeom>
          <a:solidFill>
            <a:srgbClr val="16305B"/>
          </a:solidFill>
          <a:ln w="12700">
            <a:solidFill>
              <a:srgbClr val="16305B"/>
            </a:solidFill>
            <a:prstDash val="solid"/>
          </a:ln>
        </p:spPr>
      </p:sp>
      <p:sp>
        <p:nvSpPr>
          <p:cNvPr id="334" name="Shape 332"/>
          <p:cNvSpPr/>
          <p:nvPr/>
        </p:nvSpPr>
        <p:spPr>
          <a:xfrm>
            <a:off x="3694176" y="4438498"/>
            <a:ext cx="224028" cy="51206"/>
          </a:xfrm>
          <a:prstGeom prst="rect">
            <a:avLst/>
          </a:prstGeom>
          <a:solidFill>
            <a:srgbClr val="E4EBF3"/>
          </a:solidFill>
          <a:ln w="12700">
            <a:solidFill>
              <a:srgbClr val="E4EBF3"/>
            </a:solidFill>
            <a:prstDash val="solid"/>
          </a:ln>
        </p:spPr>
      </p:sp>
      <p:sp>
        <p:nvSpPr>
          <p:cNvPr id="335" name="Shape 333"/>
          <p:cNvSpPr/>
          <p:nvPr/>
        </p:nvSpPr>
        <p:spPr>
          <a:xfrm>
            <a:off x="3941064" y="4438498"/>
            <a:ext cx="224028" cy="51206"/>
          </a:xfrm>
          <a:prstGeom prst="rect">
            <a:avLst/>
          </a:prstGeom>
          <a:solidFill>
            <a:srgbClr val="8FB0D4"/>
          </a:solidFill>
          <a:ln w="12700">
            <a:solidFill>
              <a:srgbClr val="8FB0D4"/>
            </a:solidFill>
            <a:prstDash val="solid"/>
          </a:ln>
        </p:spPr>
      </p:sp>
      <p:sp>
        <p:nvSpPr>
          <p:cNvPr id="336" name="Shape 334"/>
          <p:cNvSpPr/>
          <p:nvPr/>
        </p:nvSpPr>
        <p:spPr>
          <a:xfrm>
            <a:off x="4187952" y="4438498"/>
            <a:ext cx="224028" cy="51206"/>
          </a:xfrm>
          <a:prstGeom prst="rect">
            <a:avLst/>
          </a:prstGeom>
          <a:solidFill>
            <a:srgbClr val="E4EBF3"/>
          </a:solidFill>
          <a:ln w="12700">
            <a:solidFill>
              <a:srgbClr val="E4EBF3"/>
            </a:solidFill>
            <a:prstDash val="solid"/>
          </a:ln>
        </p:spPr>
      </p:sp>
      <p:sp>
        <p:nvSpPr>
          <p:cNvPr id="337" name="Shape 335"/>
          <p:cNvSpPr/>
          <p:nvPr/>
        </p:nvSpPr>
        <p:spPr>
          <a:xfrm>
            <a:off x="4434840" y="4438498"/>
            <a:ext cx="224028" cy="51206"/>
          </a:xfrm>
          <a:prstGeom prst="rect">
            <a:avLst/>
          </a:prstGeom>
          <a:solidFill>
            <a:srgbClr val="16305B"/>
          </a:solidFill>
          <a:ln w="12700">
            <a:solidFill>
              <a:srgbClr val="16305B"/>
            </a:solidFill>
            <a:prstDash val="solid"/>
          </a:ln>
        </p:spPr>
      </p:sp>
      <p:sp>
        <p:nvSpPr>
          <p:cNvPr id="338" name="Shape 336"/>
          <p:cNvSpPr/>
          <p:nvPr/>
        </p:nvSpPr>
        <p:spPr>
          <a:xfrm>
            <a:off x="4681728" y="4438498"/>
            <a:ext cx="224028" cy="51206"/>
          </a:xfrm>
          <a:prstGeom prst="rect">
            <a:avLst/>
          </a:prstGeom>
          <a:solidFill>
            <a:srgbClr val="E2F4F8"/>
          </a:solidFill>
          <a:ln w="12700">
            <a:solidFill>
              <a:srgbClr val="E2F4F8"/>
            </a:solidFill>
            <a:prstDash val="solid"/>
          </a:ln>
        </p:spPr>
      </p:sp>
      <p:sp>
        <p:nvSpPr>
          <p:cNvPr id="339" name="Shape 337"/>
          <p:cNvSpPr/>
          <p:nvPr/>
        </p:nvSpPr>
        <p:spPr>
          <a:xfrm>
            <a:off x="4928616" y="4438498"/>
            <a:ext cx="224028" cy="51206"/>
          </a:xfrm>
          <a:prstGeom prst="rect">
            <a:avLst/>
          </a:prstGeom>
          <a:solidFill>
            <a:srgbClr val="E2F4F8"/>
          </a:solidFill>
          <a:ln w="12700">
            <a:solidFill>
              <a:srgbClr val="E2F4F8"/>
            </a:solidFill>
            <a:prstDash val="solid"/>
          </a:ln>
        </p:spPr>
      </p:sp>
      <p:sp>
        <p:nvSpPr>
          <p:cNvPr id="340" name="Shape 338"/>
          <p:cNvSpPr/>
          <p:nvPr/>
        </p:nvSpPr>
        <p:spPr>
          <a:xfrm>
            <a:off x="5175504" y="4438498"/>
            <a:ext cx="224028" cy="51206"/>
          </a:xfrm>
          <a:prstGeom prst="rect">
            <a:avLst/>
          </a:prstGeom>
          <a:solidFill>
            <a:srgbClr val="0090B0"/>
          </a:solidFill>
          <a:ln w="12700">
            <a:solidFill>
              <a:srgbClr val="0090B0"/>
            </a:solidFill>
            <a:prstDash val="solid"/>
          </a:ln>
        </p:spPr>
      </p:sp>
      <p:sp>
        <p:nvSpPr>
          <p:cNvPr id="341" name="Shape 339"/>
          <p:cNvSpPr/>
          <p:nvPr/>
        </p:nvSpPr>
        <p:spPr>
          <a:xfrm>
            <a:off x="1965960" y="4504334"/>
            <a:ext cx="224028" cy="51206"/>
          </a:xfrm>
          <a:prstGeom prst="rect">
            <a:avLst/>
          </a:prstGeom>
          <a:solidFill>
            <a:srgbClr val="E4EBF3"/>
          </a:solidFill>
          <a:ln w="12700">
            <a:solidFill>
              <a:srgbClr val="E4EBF3"/>
            </a:solidFill>
            <a:prstDash val="solid"/>
          </a:ln>
        </p:spPr>
      </p:sp>
      <p:sp>
        <p:nvSpPr>
          <p:cNvPr id="342" name="Shape 340"/>
          <p:cNvSpPr/>
          <p:nvPr/>
        </p:nvSpPr>
        <p:spPr>
          <a:xfrm>
            <a:off x="2212848" y="4504334"/>
            <a:ext cx="224028" cy="51206"/>
          </a:xfrm>
          <a:prstGeom prst="rect">
            <a:avLst/>
          </a:prstGeom>
          <a:solidFill>
            <a:srgbClr val="16305B"/>
          </a:solidFill>
          <a:ln w="12700">
            <a:solidFill>
              <a:srgbClr val="16305B"/>
            </a:solidFill>
            <a:prstDash val="solid"/>
          </a:ln>
        </p:spPr>
      </p:sp>
      <p:sp>
        <p:nvSpPr>
          <p:cNvPr id="343" name="Shape 341"/>
          <p:cNvSpPr/>
          <p:nvPr/>
        </p:nvSpPr>
        <p:spPr>
          <a:xfrm>
            <a:off x="2459736" y="4504334"/>
            <a:ext cx="224028" cy="51206"/>
          </a:xfrm>
          <a:prstGeom prst="rect">
            <a:avLst/>
          </a:prstGeom>
          <a:solidFill>
            <a:srgbClr val="16305B"/>
          </a:solidFill>
          <a:ln w="12700">
            <a:solidFill>
              <a:srgbClr val="16305B"/>
            </a:solidFill>
            <a:prstDash val="solid"/>
          </a:ln>
        </p:spPr>
      </p:sp>
      <p:sp>
        <p:nvSpPr>
          <p:cNvPr id="344" name="Shape 342"/>
          <p:cNvSpPr/>
          <p:nvPr/>
        </p:nvSpPr>
        <p:spPr>
          <a:xfrm>
            <a:off x="2706624" y="4504334"/>
            <a:ext cx="224028" cy="51206"/>
          </a:xfrm>
          <a:prstGeom prst="rect">
            <a:avLst/>
          </a:prstGeom>
          <a:solidFill>
            <a:srgbClr val="16305B"/>
          </a:solidFill>
          <a:ln w="12700">
            <a:solidFill>
              <a:srgbClr val="16305B"/>
            </a:solidFill>
            <a:prstDash val="solid"/>
          </a:ln>
        </p:spPr>
      </p:sp>
      <p:sp>
        <p:nvSpPr>
          <p:cNvPr id="345" name="Shape 343"/>
          <p:cNvSpPr/>
          <p:nvPr/>
        </p:nvSpPr>
        <p:spPr>
          <a:xfrm>
            <a:off x="2953512" y="4504334"/>
            <a:ext cx="224028" cy="51206"/>
          </a:xfrm>
          <a:prstGeom prst="rect">
            <a:avLst/>
          </a:prstGeom>
          <a:solidFill>
            <a:srgbClr val="16305B"/>
          </a:solidFill>
          <a:ln w="12700">
            <a:solidFill>
              <a:srgbClr val="16305B"/>
            </a:solidFill>
            <a:prstDash val="solid"/>
          </a:ln>
        </p:spPr>
      </p:sp>
      <p:sp>
        <p:nvSpPr>
          <p:cNvPr id="346" name="Shape 344"/>
          <p:cNvSpPr/>
          <p:nvPr/>
        </p:nvSpPr>
        <p:spPr>
          <a:xfrm>
            <a:off x="3200400" y="4504334"/>
            <a:ext cx="224028" cy="51206"/>
          </a:xfrm>
          <a:prstGeom prst="rect">
            <a:avLst/>
          </a:prstGeom>
          <a:solidFill>
            <a:srgbClr val="E4EBF3"/>
          </a:solidFill>
          <a:ln w="12700">
            <a:solidFill>
              <a:srgbClr val="E4EBF3"/>
            </a:solidFill>
            <a:prstDash val="solid"/>
          </a:ln>
        </p:spPr>
      </p:sp>
      <p:sp>
        <p:nvSpPr>
          <p:cNvPr id="347" name="Shape 345"/>
          <p:cNvSpPr/>
          <p:nvPr/>
        </p:nvSpPr>
        <p:spPr>
          <a:xfrm>
            <a:off x="3447288" y="4504334"/>
            <a:ext cx="224028" cy="51206"/>
          </a:xfrm>
          <a:prstGeom prst="rect">
            <a:avLst/>
          </a:prstGeom>
          <a:solidFill>
            <a:srgbClr val="E4EBF3"/>
          </a:solidFill>
          <a:ln w="12700">
            <a:solidFill>
              <a:srgbClr val="E4EBF3"/>
            </a:solidFill>
            <a:prstDash val="solid"/>
          </a:ln>
        </p:spPr>
      </p:sp>
      <p:sp>
        <p:nvSpPr>
          <p:cNvPr id="348" name="Shape 346"/>
          <p:cNvSpPr/>
          <p:nvPr/>
        </p:nvSpPr>
        <p:spPr>
          <a:xfrm>
            <a:off x="3694176" y="4504334"/>
            <a:ext cx="224028" cy="51206"/>
          </a:xfrm>
          <a:prstGeom prst="rect">
            <a:avLst/>
          </a:prstGeom>
          <a:solidFill>
            <a:srgbClr val="16305B"/>
          </a:solidFill>
          <a:ln w="12700">
            <a:solidFill>
              <a:srgbClr val="16305B"/>
            </a:solidFill>
            <a:prstDash val="solid"/>
          </a:ln>
        </p:spPr>
      </p:sp>
      <p:sp>
        <p:nvSpPr>
          <p:cNvPr id="349" name="Shape 347"/>
          <p:cNvSpPr/>
          <p:nvPr/>
        </p:nvSpPr>
        <p:spPr>
          <a:xfrm>
            <a:off x="3941064" y="4504334"/>
            <a:ext cx="224028" cy="51206"/>
          </a:xfrm>
          <a:prstGeom prst="rect">
            <a:avLst/>
          </a:prstGeom>
          <a:solidFill>
            <a:srgbClr val="E4EBF3"/>
          </a:solidFill>
          <a:ln w="12700">
            <a:solidFill>
              <a:srgbClr val="E4EBF3"/>
            </a:solidFill>
            <a:prstDash val="solid"/>
          </a:ln>
        </p:spPr>
      </p:sp>
      <p:sp>
        <p:nvSpPr>
          <p:cNvPr id="350" name="Shape 348"/>
          <p:cNvSpPr/>
          <p:nvPr/>
        </p:nvSpPr>
        <p:spPr>
          <a:xfrm>
            <a:off x="4187952" y="4504334"/>
            <a:ext cx="224028" cy="51206"/>
          </a:xfrm>
          <a:prstGeom prst="rect">
            <a:avLst/>
          </a:prstGeom>
          <a:solidFill>
            <a:srgbClr val="8FB0D4"/>
          </a:solidFill>
          <a:ln w="12700">
            <a:solidFill>
              <a:srgbClr val="8FB0D4"/>
            </a:solidFill>
            <a:prstDash val="solid"/>
          </a:ln>
        </p:spPr>
      </p:sp>
      <p:sp>
        <p:nvSpPr>
          <p:cNvPr id="351" name="Shape 349"/>
          <p:cNvSpPr/>
          <p:nvPr/>
        </p:nvSpPr>
        <p:spPr>
          <a:xfrm>
            <a:off x="4434840" y="4504334"/>
            <a:ext cx="224028" cy="51206"/>
          </a:xfrm>
          <a:prstGeom prst="rect">
            <a:avLst/>
          </a:prstGeom>
          <a:solidFill>
            <a:srgbClr val="E4EBF3"/>
          </a:solidFill>
          <a:ln w="12700">
            <a:solidFill>
              <a:srgbClr val="E4EBF3"/>
            </a:solidFill>
            <a:prstDash val="solid"/>
          </a:ln>
        </p:spPr>
      </p:sp>
      <p:sp>
        <p:nvSpPr>
          <p:cNvPr id="352" name="Shape 350"/>
          <p:cNvSpPr/>
          <p:nvPr/>
        </p:nvSpPr>
        <p:spPr>
          <a:xfrm>
            <a:off x="4681728" y="4504334"/>
            <a:ext cx="224028" cy="51206"/>
          </a:xfrm>
          <a:prstGeom prst="rect">
            <a:avLst/>
          </a:prstGeom>
          <a:solidFill>
            <a:srgbClr val="0090B0"/>
          </a:solidFill>
          <a:ln w="12700">
            <a:solidFill>
              <a:srgbClr val="0090B0"/>
            </a:solidFill>
            <a:prstDash val="solid"/>
          </a:ln>
        </p:spPr>
      </p:sp>
      <p:sp>
        <p:nvSpPr>
          <p:cNvPr id="353" name="Shape 351"/>
          <p:cNvSpPr/>
          <p:nvPr/>
        </p:nvSpPr>
        <p:spPr>
          <a:xfrm>
            <a:off x="4928616" y="4504334"/>
            <a:ext cx="224028" cy="51206"/>
          </a:xfrm>
          <a:prstGeom prst="rect">
            <a:avLst/>
          </a:prstGeom>
          <a:solidFill>
            <a:srgbClr val="E2F4F8"/>
          </a:solidFill>
          <a:ln w="12700">
            <a:solidFill>
              <a:srgbClr val="E2F4F8"/>
            </a:solidFill>
            <a:prstDash val="solid"/>
          </a:ln>
        </p:spPr>
      </p:sp>
      <p:sp>
        <p:nvSpPr>
          <p:cNvPr id="354" name="Shape 352"/>
          <p:cNvSpPr/>
          <p:nvPr/>
        </p:nvSpPr>
        <p:spPr>
          <a:xfrm>
            <a:off x="5175504" y="4504334"/>
            <a:ext cx="224028" cy="51206"/>
          </a:xfrm>
          <a:prstGeom prst="rect">
            <a:avLst/>
          </a:prstGeom>
          <a:solidFill>
            <a:srgbClr val="E2F4F8"/>
          </a:solidFill>
          <a:ln w="12700">
            <a:solidFill>
              <a:srgbClr val="E2F4F8"/>
            </a:solidFill>
            <a:prstDash val="solid"/>
          </a:ln>
        </p:spPr>
      </p:sp>
      <p:sp>
        <p:nvSpPr>
          <p:cNvPr id="355" name="Shape 353"/>
          <p:cNvSpPr/>
          <p:nvPr/>
        </p:nvSpPr>
        <p:spPr>
          <a:xfrm>
            <a:off x="1965960" y="4570171"/>
            <a:ext cx="224028" cy="51206"/>
          </a:xfrm>
          <a:prstGeom prst="rect">
            <a:avLst/>
          </a:prstGeom>
          <a:solidFill>
            <a:srgbClr val="E4EBF3"/>
          </a:solidFill>
          <a:ln w="12700">
            <a:solidFill>
              <a:srgbClr val="E4EBF3"/>
            </a:solidFill>
            <a:prstDash val="solid"/>
          </a:ln>
        </p:spPr>
      </p:sp>
      <p:sp>
        <p:nvSpPr>
          <p:cNvPr id="356" name="Shape 354"/>
          <p:cNvSpPr/>
          <p:nvPr/>
        </p:nvSpPr>
        <p:spPr>
          <a:xfrm>
            <a:off x="2212848" y="4570171"/>
            <a:ext cx="224028" cy="51206"/>
          </a:xfrm>
          <a:prstGeom prst="rect">
            <a:avLst/>
          </a:prstGeom>
          <a:solidFill>
            <a:srgbClr val="E4EBF3"/>
          </a:solidFill>
          <a:ln w="12700">
            <a:solidFill>
              <a:srgbClr val="E4EBF3"/>
            </a:solidFill>
            <a:prstDash val="solid"/>
          </a:ln>
        </p:spPr>
      </p:sp>
      <p:sp>
        <p:nvSpPr>
          <p:cNvPr id="357" name="Shape 355"/>
          <p:cNvSpPr/>
          <p:nvPr/>
        </p:nvSpPr>
        <p:spPr>
          <a:xfrm>
            <a:off x="2459736" y="4570171"/>
            <a:ext cx="224028" cy="51206"/>
          </a:xfrm>
          <a:prstGeom prst="rect">
            <a:avLst/>
          </a:prstGeom>
          <a:solidFill>
            <a:srgbClr val="16305B"/>
          </a:solidFill>
          <a:ln w="12700">
            <a:solidFill>
              <a:srgbClr val="16305B"/>
            </a:solidFill>
            <a:prstDash val="solid"/>
          </a:ln>
        </p:spPr>
      </p:sp>
      <p:sp>
        <p:nvSpPr>
          <p:cNvPr id="358" name="Shape 356"/>
          <p:cNvSpPr/>
          <p:nvPr/>
        </p:nvSpPr>
        <p:spPr>
          <a:xfrm>
            <a:off x="2706624" y="4570171"/>
            <a:ext cx="224028" cy="51206"/>
          </a:xfrm>
          <a:prstGeom prst="rect">
            <a:avLst/>
          </a:prstGeom>
          <a:solidFill>
            <a:srgbClr val="16305B"/>
          </a:solidFill>
          <a:ln w="12700">
            <a:solidFill>
              <a:srgbClr val="16305B"/>
            </a:solidFill>
            <a:prstDash val="solid"/>
          </a:ln>
        </p:spPr>
      </p:sp>
      <p:sp>
        <p:nvSpPr>
          <p:cNvPr id="359" name="Shape 357"/>
          <p:cNvSpPr/>
          <p:nvPr/>
        </p:nvSpPr>
        <p:spPr>
          <a:xfrm>
            <a:off x="2953512" y="4570171"/>
            <a:ext cx="224028" cy="51206"/>
          </a:xfrm>
          <a:prstGeom prst="rect">
            <a:avLst/>
          </a:prstGeom>
          <a:solidFill>
            <a:srgbClr val="16305B"/>
          </a:solidFill>
          <a:ln w="12700">
            <a:solidFill>
              <a:srgbClr val="16305B"/>
            </a:solidFill>
            <a:prstDash val="solid"/>
          </a:ln>
        </p:spPr>
      </p:sp>
      <p:sp>
        <p:nvSpPr>
          <p:cNvPr id="360" name="Shape 358"/>
          <p:cNvSpPr/>
          <p:nvPr/>
        </p:nvSpPr>
        <p:spPr>
          <a:xfrm>
            <a:off x="3200400" y="4570171"/>
            <a:ext cx="224028" cy="51206"/>
          </a:xfrm>
          <a:prstGeom prst="rect">
            <a:avLst/>
          </a:prstGeom>
          <a:solidFill>
            <a:srgbClr val="16305B"/>
          </a:solidFill>
          <a:ln w="12700">
            <a:solidFill>
              <a:srgbClr val="16305B"/>
            </a:solidFill>
            <a:prstDash val="solid"/>
          </a:ln>
        </p:spPr>
      </p:sp>
      <p:sp>
        <p:nvSpPr>
          <p:cNvPr id="361" name="Shape 359"/>
          <p:cNvSpPr/>
          <p:nvPr/>
        </p:nvSpPr>
        <p:spPr>
          <a:xfrm>
            <a:off x="3447288" y="4570171"/>
            <a:ext cx="224028" cy="51206"/>
          </a:xfrm>
          <a:prstGeom prst="rect">
            <a:avLst/>
          </a:prstGeom>
          <a:solidFill>
            <a:srgbClr val="E4EBF3"/>
          </a:solidFill>
          <a:ln w="12700">
            <a:solidFill>
              <a:srgbClr val="E4EBF3"/>
            </a:solidFill>
            <a:prstDash val="solid"/>
          </a:ln>
        </p:spPr>
      </p:sp>
      <p:sp>
        <p:nvSpPr>
          <p:cNvPr id="362" name="Shape 360"/>
          <p:cNvSpPr/>
          <p:nvPr/>
        </p:nvSpPr>
        <p:spPr>
          <a:xfrm>
            <a:off x="3694176" y="4570171"/>
            <a:ext cx="224028" cy="51206"/>
          </a:xfrm>
          <a:prstGeom prst="rect">
            <a:avLst/>
          </a:prstGeom>
          <a:solidFill>
            <a:srgbClr val="E4EBF3"/>
          </a:solidFill>
          <a:ln w="12700">
            <a:solidFill>
              <a:srgbClr val="E4EBF3"/>
            </a:solidFill>
            <a:prstDash val="solid"/>
          </a:ln>
        </p:spPr>
      </p:sp>
      <p:sp>
        <p:nvSpPr>
          <p:cNvPr id="363" name="Shape 361"/>
          <p:cNvSpPr/>
          <p:nvPr/>
        </p:nvSpPr>
        <p:spPr>
          <a:xfrm>
            <a:off x="3941064" y="4570171"/>
            <a:ext cx="224028" cy="51206"/>
          </a:xfrm>
          <a:prstGeom prst="rect">
            <a:avLst/>
          </a:prstGeom>
          <a:solidFill>
            <a:srgbClr val="16305B"/>
          </a:solidFill>
          <a:ln w="12700">
            <a:solidFill>
              <a:srgbClr val="16305B"/>
            </a:solidFill>
            <a:prstDash val="solid"/>
          </a:ln>
        </p:spPr>
      </p:sp>
      <p:sp>
        <p:nvSpPr>
          <p:cNvPr id="364" name="Shape 362"/>
          <p:cNvSpPr/>
          <p:nvPr/>
        </p:nvSpPr>
        <p:spPr>
          <a:xfrm>
            <a:off x="4187952" y="4570171"/>
            <a:ext cx="224028" cy="51206"/>
          </a:xfrm>
          <a:prstGeom prst="rect">
            <a:avLst/>
          </a:prstGeom>
          <a:solidFill>
            <a:srgbClr val="E4EBF3"/>
          </a:solidFill>
          <a:ln w="12700">
            <a:solidFill>
              <a:srgbClr val="E4EBF3"/>
            </a:solidFill>
            <a:prstDash val="solid"/>
          </a:ln>
        </p:spPr>
      </p:sp>
      <p:sp>
        <p:nvSpPr>
          <p:cNvPr id="365" name="Shape 363"/>
          <p:cNvSpPr/>
          <p:nvPr/>
        </p:nvSpPr>
        <p:spPr>
          <a:xfrm>
            <a:off x="4434840" y="4570171"/>
            <a:ext cx="224028" cy="51206"/>
          </a:xfrm>
          <a:prstGeom prst="rect">
            <a:avLst/>
          </a:prstGeom>
          <a:solidFill>
            <a:srgbClr val="8FB0D4"/>
          </a:solidFill>
          <a:ln w="12700">
            <a:solidFill>
              <a:srgbClr val="8FB0D4"/>
            </a:solidFill>
            <a:prstDash val="solid"/>
          </a:ln>
        </p:spPr>
      </p:sp>
      <p:sp>
        <p:nvSpPr>
          <p:cNvPr id="366" name="Shape 364"/>
          <p:cNvSpPr/>
          <p:nvPr/>
        </p:nvSpPr>
        <p:spPr>
          <a:xfrm>
            <a:off x="4681728" y="4570171"/>
            <a:ext cx="224028" cy="51206"/>
          </a:xfrm>
          <a:prstGeom prst="rect">
            <a:avLst/>
          </a:prstGeom>
          <a:solidFill>
            <a:srgbClr val="E2F4F8"/>
          </a:solidFill>
          <a:ln w="12700">
            <a:solidFill>
              <a:srgbClr val="E2F4F8"/>
            </a:solidFill>
            <a:prstDash val="solid"/>
          </a:ln>
        </p:spPr>
      </p:sp>
      <p:sp>
        <p:nvSpPr>
          <p:cNvPr id="367" name="Shape 365"/>
          <p:cNvSpPr/>
          <p:nvPr/>
        </p:nvSpPr>
        <p:spPr>
          <a:xfrm>
            <a:off x="4928616" y="4570171"/>
            <a:ext cx="224028" cy="51206"/>
          </a:xfrm>
          <a:prstGeom prst="rect">
            <a:avLst/>
          </a:prstGeom>
          <a:solidFill>
            <a:srgbClr val="0090B0"/>
          </a:solidFill>
          <a:ln w="12700">
            <a:solidFill>
              <a:srgbClr val="0090B0"/>
            </a:solidFill>
            <a:prstDash val="solid"/>
          </a:ln>
        </p:spPr>
      </p:sp>
      <p:sp>
        <p:nvSpPr>
          <p:cNvPr id="368" name="Shape 366"/>
          <p:cNvSpPr/>
          <p:nvPr/>
        </p:nvSpPr>
        <p:spPr>
          <a:xfrm>
            <a:off x="5175504" y="4570171"/>
            <a:ext cx="224028" cy="51206"/>
          </a:xfrm>
          <a:prstGeom prst="rect">
            <a:avLst/>
          </a:prstGeom>
          <a:solidFill>
            <a:srgbClr val="E2F4F8"/>
          </a:solidFill>
          <a:ln w="12700">
            <a:solidFill>
              <a:srgbClr val="E2F4F8"/>
            </a:solidFill>
            <a:prstDash val="solid"/>
          </a:ln>
        </p:spPr>
      </p:sp>
      <p:sp>
        <p:nvSpPr>
          <p:cNvPr id="369" name="Shape 367"/>
          <p:cNvSpPr/>
          <p:nvPr/>
        </p:nvSpPr>
        <p:spPr>
          <a:xfrm>
            <a:off x="1965960" y="4636008"/>
            <a:ext cx="224028" cy="51206"/>
          </a:xfrm>
          <a:prstGeom prst="rect">
            <a:avLst/>
          </a:prstGeom>
          <a:solidFill>
            <a:srgbClr val="E4EBF3"/>
          </a:solidFill>
          <a:ln w="12700">
            <a:solidFill>
              <a:srgbClr val="E4EBF3"/>
            </a:solidFill>
            <a:prstDash val="solid"/>
          </a:ln>
        </p:spPr>
      </p:sp>
      <p:sp>
        <p:nvSpPr>
          <p:cNvPr id="370" name="Shape 368"/>
          <p:cNvSpPr/>
          <p:nvPr/>
        </p:nvSpPr>
        <p:spPr>
          <a:xfrm>
            <a:off x="2212848" y="4636008"/>
            <a:ext cx="224028" cy="51206"/>
          </a:xfrm>
          <a:prstGeom prst="rect">
            <a:avLst/>
          </a:prstGeom>
          <a:solidFill>
            <a:srgbClr val="E4EBF3"/>
          </a:solidFill>
          <a:ln w="12700">
            <a:solidFill>
              <a:srgbClr val="E4EBF3"/>
            </a:solidFill>
            <a:prstDash val="solid"/>
          </a:ln>
        </p:spPr>
      </p:sp>
      <p:sp>
        <p:nvSpPr>
          <p:cNvPr id="371" name="Shape 369"/>
          <p:cNvSpPr/>
          <p:nvPr/>
        </p:nvSpPr>
        <p:spPr>
          <a:xfrm>
            <a:off x="2459736" y="4636008"/>
            <a:ext cx="224028" cy="51206"/>
          </a:xfrm>
          <a:prstGeom prst="rect">
            <a:avLst/>
          </a:prstGeom>
          <a:solidFill>
            <a:srgbClr val="E4EBF3"/>
          </a:solidFill>
          <a:ln w="12700">
            <a:solidFill>
              <a:srgbClr val="E4EBF3"/>
            </a:solidFill>
            <a:prstDash val="solid"/>
          </a:ln>
        </p:spPr>
      </p:sp>
      <p:sp>
        <p:nvSpPr>
          <p:cNvPr id="372" name="Shape 370"/>
          <p:cNvSpPr/>
          <p:nvPr/>
        </p:nvSpPr>
        <p:spPr>
          <a:xfrm>
            <a:off x="2706624" y="4636008"/>
            <a:ext cx="224028" cy="51206"/>
          </a:xfrm>
          <a:prstGeom prst="rect">
            <a:avLst/>
          </a:prstGeom>
          <a:solidFill>
            <a:srgbClr val="16305B"/>
          </a:solidFill>
          <a:ln w="12700">
            <a:solidFill>
              <a:srgbClr val="16305B"/>
            </a:solidFill>
            <a:prstDash val="solid"/>
          </a:ln>
        </p:spPr>
      </p:sp>
      <p:sp>
        <p:nvSpPr>
          <p:cNvPr id="373" name="Shape 371"/>
          <p:cNvSpPr/>
          <p:nvPr/>
        </p:nvSpPr>
        <p:spPr>
          <a:xfrm>
            <a:off x="2953512" y="4636008"/>
            <a:ext cx="224028" cy="51206"/>
          </a:xfrm>
          <a:prstGeom prst="rect">
            <a:avLst/>
          </a:prstGeom>
          <a:solidFill>
            <a:srgbClr val="16305B"/>
          </a:solidFill>
          <a:ln w="12700">
            <a:solidFill>
              <a:srgbClr val="16305B"/>
            </a:solidFill>
            <a:prstDash val="solid"/>
          </a:ln>
        </p:spPr>
      </p:sp>
      <p:sp>
        <p:nvSpPr>
          <p:cNvPr id="374" name="Shape 372"/>
          <p:cNvSpPr/>
          <p:nvPr/>
        </p:nvSpPr>
        <p:spPr>
          <a:xfrm>
            <a:off x="3200400" y="4636008"/>
            <a:ext cx="224028" cy="51206"/>
          </a:xfrm>
          <a:prstGeom prst="rect">
            <a:avLst/>
          </a:prstGeom>
          <a:solidFill>
            <a:srgbClr val="16305B"/>
          </a:solidFill>
          <a:ln w="12700">
            <a:solidFill>
              <a:srgbClr val="16305B"/>
            </a:solidFill>
            <a:prstDash val="solid"/>
          </a:ln>
        </p:spPr>
      </p:sp>
      <p:sp>
        <p:nvSpPr>
          <p:cNvPr id="375" name="Shape 373"/>
          <p:cNvSpPr/>
          <p:nvPr/>
        </p:nvSpPr>
        <p:spPr>
          <a:xfrm>
            <a:off x="3447288" y="4636008"/>
            <a:ext cx="224028" cy="51206"/>
          </a:xfrm>
          <a:prstGeom prst="rect">
            <a:avLst/>
          </a:prstGeom>
          <a:solidFill>
            <a:srgbClr val="16305B"/>
          </a:solidFill>
          <a:ln w="12700">
            <a:solidFill>
              <a:srgbClr val="16305B"/>
            </a:solidFill>
            <a:prstDash val="solid"/>
          </a:ln>
        </p:spPr>
      </p:sp>
      <p:sp>
        <p:nvSpPr>
          <p:cNvPr id="376" name="Shape 374"/>
          <p:cNvSpPr/>
          <p:nvPr/>
        </p:nvSpPr>
        <p:spPr>
          <a:xfrm>
            <a:off x="3694176" y="4636008"/>
            <a:ext cx="224028" cy="51206"/>
          </a:xfrm>
          <a:prstGeom prst="rect">
            <a:avLst/>
          </a:prstGeom>
          <a:solidFill>
            <a:srgbClr val="E4EBF3"/>
          </a:solidFill>
          <a:ln w="12700">
            <a:solidFill>
              <a:srgbClr val="E4EBF3"/>
            </a:solidFill>
            <a:prstDash val="solid"/>
          </a:ln>
        </p:spPr>
      </p:sp>
      <p:sp>
        <p:nvSpPr>
          <p:cNvPr id="377" name="Shape 375"/>
          <p:cNvSpPr/>
          <p:nvPr/>
        </p:nvSpPr>
        <p:spPr>
          <a:xfrm>
            <a:off x="3941064" y="4636008"/>
            <a:ext cx="224028" cy="51206"/>
          </a:xfrm>
          <a:prstGeom prst="rect">
            <a:avLst/>
          </a:prstGeom>
          <a:solidFill>
            <a:srgbClr val="E4EBF3"/>
          </a:solidFill>
          <a:ln w="12700">
            <a:solidFill>
              <a:srgbClr val="E4EBF3"/>
            </a:solidFill>
            <a:prstDash val="solid"/>
          </a:ln>
        </p:spPr>
      </p:sp>
      <p:sp>
        <p:nvSpPr>
          <p:cNvPr id="378" name="Shape 376"/>
          <p:cNvSpPr/>
          <p:nvPr/>
        </p:nvSpPr>
        <p:spPr>
          <a:xfrm>
            <a:off x="4187952" y="4636008"/>
            <a:ext cx="224028" cy="51206"/>
          </a:xfrm>
          <a:prstGeom prst="rect">
            <a:avLst/>
          </a:prstGeom>
          <a:solidFill>
            <a:srgbClr val="16305B"/>
          </a:solidFill>
          <a:ln w="12700">
            <a:solidFill>
              <a:srgbClr val="16305B"/>
            </a:solidFill>
            <a:prstDash val="solid"/>
          </a:ln>
        </p:spPr>
      </p:sp>
      <p:sp>
        <p:nvSpPr>
          <p:cNvPr id="379" name="Shape 377"/>
          <p:cNvSpPr/>
          <p:nvPr/>
        </p:nvSpPr>
        <p:spPr>
          <a:xfrm>
            <a:off x="4434840" y="4636008"/>
            <a:ext cx="224028" cy="51206"/>
          </a:xfrm>
          <a:prstGeom prst="rect">
            <a:avLst/>
          </a:prstGeom>
          <a:solidFill>
            <a:srgbClr val="E4EBF3"/>
          </a:solidFill>
          <a:ln w="12700">
            <a:solidFill>
              <a:srgbClr val="E4EBF3"/>
            </a:solidFill>
            <a:prstDash val="solid"/>
          </a:ln>
        </p:spPr>
      </p:sp>
      <p:sp>
        <p:nvSpPr>
          <p:cNvPr id="380" name="Shape 378"/>
          <p:cNvSpPr/>
          <p:nvPr/>
        </p:nvSpPr>
        <p:spPr>
          <a:xfrm>
            <a:off x="4681728" y="4636008"/>
            <a:ext cx="224028" cy="51206"/>
          </a:xfrm>
          <a:prstGeom prst="rect">
            <a:avLst/>
          </a:prstGeom>
          <a:solidFill>
            <a:srgbClr val="8DD2E2"/>
          </a:solidFill>
          <a:ln w="12700">
            <a:solidFill>
              <a:srgbClr val="8DD2E2"/>
            </a:solidFill>
            <a:prstDash val="solid"/>
          </a:ln>
        </p:spPr>
      </p:sp>
      <p:sp>
        <p:nvSpPr>
          <p:cNvPr id="381" name="Shape 379"/>
          <p:cNvSpPr/>
          <p:nvPr/>
        </p:nvSpPr>
        <p:spPr>
          <a:xfrm>
            <a:off x="4928616" y="4636008"/>
            <a:ext cx="224028" cy="51206"/>
          </a:xfrm>
          <a:prstGeom prst="rect">
            <a:avLst/>
          </a:prstGeom>
          <a:solidFill>
            <a:srgbClr val="E2F4F8"/>
          </a:solidFill>
          <a:ln w="12700">
            <a:solidFill>
              <a:srgbClr val="E2F4F8"/>
            </a:solidFill>
            <a:prstDash val="solid"/>
          </a:ln>
        </p:spPr>
      </p:sp>
      <p:sp>
        <p:nvSpPr>
          <p:cNvPr id="382" name="Shape 380"/>
          <p:cNvSpPr/>
          <p:nvPr/>
        </p:nvSpPr>
        <p:spPr>
          <a:xfrm>
            <a:off x="5175504" y="4636008"/>
            <a:ext cx="224028" cy="51206"/>
          </a:xfrm>
          <a:prstGeom prst="rect">
            <a:avLst/>
          </a:prstGeom>
          <a:solidFill>
            <a:srgbClr val="0090B0"/>
          </a:solidFill>
          <a:ln w="12700">
            <a:solidFill>
              <a:srgbClr val="0090B0"/>
            </a:solidFill>
            <a:prstDash val="solid"/>
          </a:ln>
        </p:spPr>
      </p:sp>
      <p:sp>
        <p:nvSpPr>
          <p:cNvPr id="383" name="Shape 381"/>
          <p:cNvSpPr/>
          <p:nvPr/>
        </p:nvSpPr>
        <p:spPr>
          <a:xfrm>
            <a:off x="1965960" y="4701845"/>
            <a:ext cx="224028" cy="51206"/>
          </a:xfrm>
          <a:prstGeom prst="rect">
            <a:avLst/>
          </a:prstGeom>
          <a:solidFill>
            <a:srgbClr val="E4EBF3"/>
          </a:solidFill>
          <a:ln w="12700">
            <a:solidFill>
              <a:srgbClr val="E4EBF3"/>
            </a:solidFill>
            <a:prstDash val="solid"/>
          </a:ln>
        </p:spPr>
      </p:sp>
      <p:sp>
        <p:nvSpPr>
          <p:cNvPr id="384" name="Shape 382"/>
          <p:cNvSpPr/>
          <p:nvPr/>
        </p:nvSpPr>
        <p:spPr>
          <a:xfrm>
            <a:off x="2212848" y="4701845"/>
            <a:ext cx="224028" cy="51206"/>
          </a:xfrm>
          <a:prstGeom prst="rect">
            <a:avLst/>
          </a:prstGeom>
          <a:solidFill>
            <a:srgbClr val="16305B"/>
          </a:solidFill>
          <a:ln w="12700">
            <a:solidFill>
              <a:srgbClr val="16305B"/>
            </a:solidFill>
            <a:prstDash val="solid"/>
          </a:ln>
        </p:spPr>
      </p:sp>
      <p:sp>
        <p:nvSpPr>
          <p:cNvPr id="385" name="Shape 383"/>
          <p:cNvSpPr/>
          <p:nvPr/>
        </p:nvSpPr>
        <p:spPr>
          <a:xfrm>
            <a:off x="2459736" y="4701845"/>
            <a:ext cx="224028" cy="51206"/>
          </a:xfrm>
          <a:prstGeom prst="rect">
            <a:avLst/>
          </a:prstGeom>
          <a:solidFill>
            <a:srgbClr val="E4EBF3"/>
          </a:solidFill>
          <a:ln w="12700">
            <a:solidFill>
              <a:srgbClr val="E4EBF3"/>
            </a:solidFill>
            <a:prstDash val="solid"/>
          </a:ln>
        </p:spPr>
      </p:sp>
      <p:sp>
        <p:nvSpPr>
          <p:cNvPr id="386" name="Shape 384"/>
          <p:cNvSpPr/>
          <p:nvPr/>
        </p:nvSpPr>
        <p:spPr>
          <a:xfrm>
            <a:off x="2706624" y="4701845"/>
            <a:ext cx="224028" cy="51206"/>
          </a:xfrm>
          <a:prstGeom prst="rect">
            <a:avLst/>
          </a:prstGeom>
          <a:solidFill>
            <a:srgbClr val="E4EBF3"/>
          </a:solidFill>
          <a:ln w="12700">
            <a:solidFill>
              <a:srgbClr val="E4EBF3"/>
            </a:solidFill>
            <a:prstDash val="solid"/>
          </a:ln>
        </p:spPr>
      </p:sp>
      <p:sp>
        <p:nvSpPr>
          <p:cNvPr id="387" name="Shape 385"/>
          <p:cNvSpPr/>
          <p:nvPr/>
        </p:nvSpPr>
        <p:spPr>
          <a:xfrm>
            <a:off x="2953512" y="4701845"/>
            <a:ext cx="224028" cy="51206"/>
          </a:xfrm>
          <a:prstGeom prst="rect">
            <a:avLst/>
          </a:prstGeom>
          <a:solidFill>
            <a:srgbClr val="16305B"/>
          </a:solidFill>
          <a:ln w="12700">
            <a:solidFill>
              <a:srgbClr val="16305B"/>
            </a:solidFill>
            <a:prstDash val="solid"/>
          </a:ln>
        </p:spPr>
      </p:sp>
      <p:sp>
        <p:nvSpPr>
          <p:cNvPr id="388" name="Shape 386"/>
          <p:cNvSpPr/>
          <p:nvPr/>
        </p:nvSpPr>
        <p:spPr>
          <a:xfrm>
            <a:off x="3200400" y="4701845"/>
            <a:ext cx="224028" cy="51206"/>
          </a:xfrm>
          <a:prstGeom prst="rect">
            <a:avLst/>
          </a:prstGeom>
          <a:solidFill>
            <a:srgbClr val="16305B"/>
          </a:solidFill>
          <a:ln w="12700">
            <a:solidFill>
              <a:srgbClr val="16305B"/>
            </a:solidFill>
            <a:prstDash val="solid"/>
          </a:ln>
        </p:spPr>
      </p:sp>
      <p:sp>
        <p:nvSpPr>
          <p:cNvPr id="389" name="Shape 387"/>
          <p:cNvSpPr/>
          <p:nvPr/>
        </p:nvSpPr>
        <p:spPr>
          <a:xfrm>
            <a:off x="3447288" y="4701845"/>
            <a:ext cx="224028" cy="51206"/>
          </a:xfrm>
          <a:prstGeom prst="rect">
            <a:avLst/>
          </a:prstGeom>
          <a:solidFill>
            <a:srgbClr val="16305B"/>
          </a:solidFill>
          <a:ln w="12700">
            <a:solidFill>
              <a:srgbClr val="16305B"/>
            </a:solidFill>
            <a:prstDash val="solid"/>
          </a:ln>
        </p:spPr>
      </p:sp>
      <p:sp>
        <p:nvSpPr>
          <p:cNvPr id="390" name="Shape 388"/>
          <p:cNvSpPr/>
          <p:nvPr/>
        </p:nvSpPr>
        <p:spPr>
          <a:xfrm>
            <a:off x="3694176" y="4701845"/>
            <a:ext cx="224028" cy="51206"/>
          </a:xfrm>
          <a:prstGeom prst="rect">
            <a:avLst/>
          </a:prstGeom>
          <a:solidFill>
            <a:srgbClr val="16305B"/>
          </a:solidFill>
          <a:ln w="12700">
            <a:solidFill>
              <a:srgbClr val="16305B"/>
            </a:solidFill>
            <a:prstDash val="solid"/>
          </a:ln>
        </p:spPr>
      </p:sp>
      <p:sp>
        <p:nvSpPr>
          <p:cNvPr id="391" name="Shape 389"/>
          <p:cNvSpPr/>
          <p:nvPr/>
        </p:nvSpPr>
        <p:spPr>
          <a:xfrm>
            <a:off x="3941064" y="4701845"/>
            <a:ext cx="224028" cy="51206"/>
          </a:xfrm>
          <a:prstGeom prst="rect">
            <a:avLst/>
          </a:prstGeom>
          <a:solidFill>
            <a:srgbClr val="E4EBF3"/>
          </a:solidFill>
          <a:ln w="12700">
            <a:solidFill>
              <a:srgbClr val="E4EBF3"/>
            </a:solidFill>
            <a:prstDash val="solid"/>
          </a:ln>
        </p:spPr>
      </p:sp>
      <p:sp>
        <p:nvSpPr>
          <p:cNvPr id="392" name="Shape 390"/>
          <p:cNvSpPr/>
          <p:nvPr/>
        </p:nvSpPr>
        <p:spPr>
          <a:xfrm>
            <a:off x="4187952" y="4701845"/>
            <a:ext cx="224028" cy="51206"/>
          </a:xfrm>
          <a:prstGeom prst="rect">
            <a:avLst/>
          </a:prstGeom>
          <a:solidFill>
            <a:srgbClr val="E4EBF3"/>
          </a:solidFill>
          <a:ln w="12700">
            <a:solidFill>
              <a:srgbClr val="E4EBF3"/>
            </a:solidFill>
            <a:prstDash val="solid"/>
          </a:ln>
        </p:spPr>
      </p:sp>
      <p:sp>
        <p:nvSpPr>
          <p:cNvPr id="393" name="Shape 391"/>
          <p:cNvSpPr/>
          <p:nvPr/>
        </p:nvSpPr>
        <p:spPr>
          <a:xfrm>
            <a:off x="4434840" y="4701845"/>
            <a:ext cx="224028" cy="51206"/>
          </a:xfrm>
          <a:prstGeom prst="rect">
            <a:avLst/>
          </a:prstGeom>
          <a:solidFill>
            <a:srgbClr val="16305B"/>
          </a:solidFill>
          <a:ln w="12700">
            <a:solidFill>
              <a:srgbClr val="16305B"/>
            </a:solidFill>
            <a:prstDash val="solid"/>
          </a:ln>
        </p:spPr>
      </p:sp>
      <p:sp>
        <p:nvSpPr>
          <p:cNvPr id="394" name="Shape 392"/>
          <p:cNvSpPr/>
          <p:nvPr/>
        </p:nvSpPr>
        <p:spPr>
          <a:xfrm>
            <a:off x="4681728" y="4701845"/>
            <a:ext cx="224028" cy="51206"/>
          </a:xfrm>
          <a:prstGeom prst="rect">
            <a:avLst/>
          </a:prstGeom>
          <a:solidFill>
            <a:srgbClr val="E2F4F8"/>
          </a:solidFill>
          <a:ln w="12700">
            <a:solidFill>
              <a:srgbClr val="E2F4F8"/>
            </a:solidFill>
            <a:prstDash val="solid"/>
          </a:ln>
        </p:spPr>
      </p:sp>
      <p:sp>
        <p:nvSpPr>
          <p:cNvPr id="395" name="Shape 393"/>
          <p:cNvSpPr/>
          <p:nvPr/>
        </p:nvSpPr>
        <p:spPr>
          <a:xfrm>
            <a:off x="4928616" y="4701845"/>
            <a:ext cx="224028" cy="51206"/>
          </a:xfrm>
          <a:prstGeom prst="rect">
            <a:avLst/>
          </a:prstGeom>
          <a:solidFill>
            <a:srgbClr val="8DD2E2"/>
          </a:solidFill>
          <a:ln w="12700">
            <a:solidFill>
              <a:srgbClr val="8DD2E2"/>
            </a:solidFill>
            <a:prstDash val="solid"/>
          </a:ln>
        </p:spPr>
      </p:sp>
      <p:sp>
        <p:nvSpPr>
          <p:cNvPr id="396" name="Shape 394"/>
          <p:cNvSpPr/>
          <p:nvPr/>
        </p:nvSpPr>
        <p:spPr>
          <a:xfrm>
            <a:off x="5175504" y="4701845"/>
            <a:ext cx="224028" cy="51206"/>
          </a:xfrm>
          <a:prstGeom prst="rect">
            <a:avLst/>
          </a:prstGeom>
          <a:solidFill>
            <a:srgbClr val="E2F4F8"/>
          </a:solidFill>
          <a:ln w="12700">
            <a:solidFill>
              <a:srgbClr val="E2F4F8"/>
            </a:solidFill>
            <a:prstDash val="solid"/>
          </a:ln>
        </p:spPr>
      </p:sp>
      <p:sp>
        <p:nvSpPr>
          <p:cNvPr id="397" name="Shape 395"/>
          <p:cNvSpPr/>
          <p:nvPr/>
        </p:nvSpPr>
        <p:spPr>
          <a:xfrm>
            <a:off x="1965960" y="4767682"/>
            <a:ext cx="224028" cy="51206"/>
          </a:xfrm>
          <a:prstGeom prst="rect">
            <a:avLst/>
          </a:prstGeom>
          <a:solidFill>
            <a:srgbClr val="E4EBF3"/>
          </a:solidFill>
          <a:ln w="12700">
            <a:solidFill>
              <a:srgbClr val="E4EBF3"/>
            </a:solidFill>
            <a:prstDash val="solid"/>
          </a:ln>
        </p:spPr>
      </p:sp>
      <p:sp>
        <p:nvSpPr>
          <p:cNvPr id="398" name="Shape 396"/>
          <p:cNvSpPr/>
          <p:nvPr/>
        </p:nvSpPr>
        <p:spPr>
          <a:xfrm>
            <a:off x="2212848" y="4767682"/>
            <a:ext cx="224028" cy="51206"/>
          </a:xfrm>
          <a:prstGeom prst="rect">
            <a:avLst/>
          </a:prstGeom>
          <a:solidFill>
            <a:srgbClr val="E4EBF3"/>
          </a:solidFill>
          <a:ln w="12700">
            <a:solidFill>
              <a:srgbClr val="E4EBF3"/>
            </a:solidFill>
            <a:prstDash val="solid"/>
          </a:ln>
        </p:spPr>
      </p:sp>
      <p:sp>
        <p:nvSpPr>
          <p:cNvPr id="399" name="Shape 397"/>
          <p:cNvSpPr/>
          <p:nvPr/>
        </p:nvSpPr>
        <p:spPr>
          <a:xfrm>
            <a:off x="2459736" y="4767682"/>
            <a:ext cx="224028" cy="51206"/>
          </a:xfrm>
          <a:prstGeom prst="rect">
            <a:avLst/>
          </a:prstGeom>
          <a:solidFill>
            <a:srgbClr val="16305B"/>
          </a:solidFill>
          <a:ln w="12700">
            <a:solidFill>
              <a:srgbClr val="16305B"/>
            </a:solidFill>
            <a:prstDash val="solid"/>
          </a:ln>
        </p:spPr>
      </p:sp>
      <p:sp>
        <p:nvSpPr>
          <p:cNvPr id="400" name="Shape 398"/>
          <p:cNvSpPr/>
          <p:nvPr/>
        </p:nvSpPr>
        <p:spPr>
          <a:xfrm>
            <a:off x="2706624" y="4767682"/>
            <a:ext cx="224028" cy="51206"/>
          </a:xfrm>
          <a:prstGeom prst="rect">
            <a:avLst/>
          </a:prstGeom>
          <a:solidFill>
            <a:srgbClr val="E4EBF3"/>
          </a:solidFill>
          <a:ln w="12700">
            <a:solidFill>
              <a:srgbClr val="E4EBF3"/>
            </a:solidFill>
            <a:prstDash val="solid"/>
          </a:ln>
        </p:spPr>
      </p:sp>
      <p:sp>
        <p:nvSpPr>
          <p:cNvPr id="401" name="Shape 399"/>
          <p:cNvSpPr/>
          <p:nvPr/>
        </p:nvSpPr>
        <p:spPr>
          <a:xfrm>
            <a:off x="2953512" y="4767682"/>
            <a:ext cx="224028" cy="51206"/>
          </a:xfrm>
          <a:prstGeom prst="rect">
            <a:avLst/>
          </a:prstGeom>
          <a:solidFill>
            <a:srgbClr val="E4EBF3"/>
          </a:solidFill>
          <a:ln w="12700">
            <a:solidFill>
              <a:srgbClr val="E4EBF3"/>
            </a:solidFill>
            <a:prstDash val="solid"/>
          </a:ln>
        </p:spPr>
      </p:sp>
      <p:sp>
        <p:nvSpPr>
          <p:cNvPr id="402" name="Shape 400"/>
          <p:cNvSpPr/>
          <p:nvPr/>
        </p:nvSpPr>
        <p:spPr>
          <a:xfrm>
            <a:off x="3200400" y="4767682"/>
            <a:ext cx="224028" cy="51206"/>
          </a:xfrm>
          <a:prstGeom prst="rect">
            <a:avLst/>
          </a:prstGeom>
          <a:solidFill>
            <a:srgbClr val="16305B"/>
          </a:solidFill>
          <a:ln w="12700">
            <a:solidFill>
              <a:srgbClr val="16305B"/>
            </a:solidFill>
            <a:prstDash val="solid"/>
          </a:ln>
        </p:spPr>
      </p:sp>
      <p:sp>
        <p:nvSpPr>
          <p:cNvPr id="403" name="Shape 401"/>
          <p:cNvSpPr/>
          <p:nvPr/>
        </p:nvSpPr>
        <p:spPr>
          <a:xfrm>
            <a:off x="3447288" y="4767682"/>
            <a:ext cx="224028" cy="51206"/>
          </a:xfrm>
          <a:prstGeom prst="rect">
            <a:avLst/>
          </a:prstGeom>
          <a:solidFill>
            <a:srgbClr val="16305B"/>
          </a:solidFill>
          <a:ln w="12700">
            <a:solidFill>
              <a:srgbClr val="16305B"/>
            </a:solidFill>
            <a:prstDash val="solid"/>
          </a:ln>
        </p:spPr>
      </p:sp>
      <p:sp>
        <p:nvSpPr>
          <p:cNvPr id="404" name="Shape 402"/>
          <p:cNvSpPr/>
          <p:nvPr/>
        </p:nvSpPr>
        <p:spPr>
          <a:xfrm>
            <a:off x="3694176" y="4767682"/>
            <a:ext cx="224028" cy="51206"/>
          </a:xfrm>
          <a:prstGeom prst="rect">
            <a:avLst/>
          </a:prstGeom>
          <a:solidFill>
            <a:srgbClr val="16305B"/>
          </a:solidFill>
          <a:ln w="12700">
            <a:solidFill>
              <a:srgbClr val="16305B"/>
            </a:solidFill>
            <a:prstDash val="solid"/>
          </a:ln>
        </p:spPr>
      </p:sp>
      <p:sp>
        <p:nvSpPr>
          <p:cNvPr id="405" name="Shape 403"/>
          <p:cNvSpPr/>
          <p:nvPr/>
        </p:nvSpPr>
        <p:spPr>
          <a:xfrm>
            <a:off x="3941064" y="4767682"/>
            <a:ext cx="224028" cy="51206"/>
          </a:xfrm>
          <a:prstGeom prst="rect">
            <a:avLst/>
          </a:prstGeom>
          <a:solidFill>
            <a:srgbClr val="16305B"/>
          </a:solidFill>
          <a:ln w="12700">
            <a:solidFill>
              <a:srgbClr val="16305B"/>
            </a:solidFill>
            <a:prstDash val="solid"/>
          </a:ln>
        </p:spPr>
      </p:sp>
      <p:sp>
        <p:nvSpPr>
          <p:cNvPr id="406" name="Shape 404"/>
          <p:cNvSpPr/>
          <p:nvPr/>
        </p:nvSpPr>
        <p:spPr>
          <a:xfrm>
            <a:off x="4187952" y="4767682"/>
            <a:ext cx="224028" cy="51206"/>
          </a:xfrm>
          <a:prstGeom prst="rect">
            <a:avLst/>
          </a:prstGeom>
          <a:solidFill>
            <a:srgbClr val="E4EBF3"/>
          </a:solidFill>
          <a:ln w="12700">
            <a:solidFill>
              <a:srgbClr val="E4EBF3"/>
            </a:solidFill>
            <a:prstDash val="solid"/>
          </a:ln>
        </p:spPr>
      </p:sp>
      <p:sp>
        <p:nvSpPr>
          <p:cNvPr id="407" name="Shape 405"/>
          <p:cNvSpPr/>
          <p:nvPr/>
        </p:nvSpPr>
        <p:spPr>
          <a:xfrm>
            <a:off x="4434840" y="4767682"/>
            <a:ext cx="224028" cy="51206"/>
          </a:xfrm>
          <a:prstGeom prst="rect">
            <a:avLst/>
          </a:prstGeom>
          <a:solidFill>
            <a:srgbClr val="E4EBF3"/>
          </a:solidFill>
          <a:ln w="12700">
            <a:solidFill>
              <a:srgbClr val="E4EBF3"/>
            </a:solidFill>
            <a:prstDash val="solid"/>
          </a:ln>
        </p:spPr>
      </p:sp>
      <p:sp>
        <p:nvSpPr>
          <p:cNvPr id="408" name="Shape 406"/>
          <p:cNvSpPr/>
          <p:nvPr/>
        </p:nvSpPr>
        <p:spPr>
          <a:xfrm>
            <a:off x="4681728" y="4767682"/>
            <a:ext cx="224028" cy="51206"/>
          </a:xfrm>
          <a:prstGeom prst="rect">
            <a:avLst/>
          </a:prstGeom>
          <a:solidFill>
            <a:srgbClr val="0090B0"/>
          </a:solidFill>
          <a:ln w="12700">
            <a:solidFill>
              <a:srgbClr val="0090B0"/>
            </a:solidFill>
            <a:prstDash val="solid"/>
          </a:ln>
        </p:spPr>
      </p:sp>
      <p:sp>
        <p:nvSpPr>
          <p:cNvPr id="409" name="Shape 407"/>
          <p:cNvSpPr/>
          <p:nvPr/>
        </p:nvSpPr>
        <p:spPr>
          <a:xfrm>
            <a:off x="4928616" y="4767682"/>
            <a:ext cx="224028" cy="51206"/>
          </a:xfrm>
          <a:prstGeom prst="rect">
            <a:avLst/>
          </a:prstGeom>
          <a:solidFill>
            <a:srgbClr val="E2F4F8"/>
          </a:solidFill>
          <a:ln w="12700">
            <a:solidFill>
              <a:srgbClr val="E2F4F8"/>
            </a:solidFill>
            <a:prstDash val="solid"/>
          </a:ln>
        </p:spPr>
      </p:sp>
      <p:sp>
        <p:nvSpPr>
          <p:cNvPr id="410" name="Shape 408"/>
          <p:cNvSpPr/>
          <p:nvPr/>
        </p:nvSpPr>
        <p:spPr>
          <a:xfrm>
            <a:off x="5175504" y="4767682"/>
            <a:ext cx="224028" cy="51206"/>
          </a:xfrm>
          <a:prstGeom prst="rect">
            <a:avLst/>
          </a:prstGeom>
          <a:solidFill>
            <a:srgbClr val="8DD2E2"/>
          </a:solidFill>
          <a:ln w="12700">
            <a:solidFill>
              <a:srgbClr val="8DD2E2"/>
            </a:solidFill>
            <a:prstDash val="solid"/>
          </a:ln>
        </p:spPr>
      </p:sp>
      <p:sp>
        <p:nvSpPr>
          <p:cNvPr id="411" name="Shape 409"/>
          <p:cNvSpPr/>
          <p:nvPr/>
        </p:nvSpPr>
        <p:spPr>
          <a:xfrm>
            <a:off x="1965960" y="4879238"/>
            <a:ext cx="224028" cy="51206"/>
          </a:xfrm>
          <a:prstGeom prst="rect">
            <a:avLst/>
          </a:prstGeom>
          <a:solidFill>
            <a:srgbClr val="8FB0D4"/>
          </a:solidFill>
          <a:ln w="12700">
            <a:solidFill>
              <a:srgbClr val="8FB0D4"/>
            </a:solidFill>
            <a:prstDash val="solid"/>
          </a:ln>
        </p:spPr>
      </p:sp>
      <p:sp>
        <p:nvSpPr>
          <p:cNvPr id="412" name="Shape 410"/>
          <p:cNvSpPr/>
          <p:nvPr/>
        </p:nvSpPr>
        <p:spPr>
          <a:xfrm>
            <a:off x="2212848" y="4879238"/>
            <a:ext cx="224028" cy="51206"/>
          </a:xfrm>
          <a:prstGeom prst="rect">
            <a:avLst/>
          </a:prstGeom>
          <a:solidFill>
            <a:srgbClr val="8FB0D4"/>
          </a:solidFill>
          <a:ln w="12700">
            <a:solidFill>
              <a:srgbClr val="8FB0D4"/>
            </a:solidFill>
            <a:prstDash val="solid"/>
          </a:ln>
        </p:spPr>
      </p:sp>
      <p:sp>
        <p:nvSpPr>
          <p:cNvPr id="413" name="Shape 411"/>
          <p:cNvSpPr/>
          <p:nvPr/>
        </p:nvSpPr>
        <p:spPr>
          <a:xfrm>
            <a:off x="2459736" y="4879238"/>
            <a:ext cx="224028" cy="51206"/>
          </a:xfrm>
          <a:prstGeom prst="rect">
            <a:avLst/>
          </a:prstGeom>
          <a:solidFill>
            <a:srgbClr val="8FB0D4"/>
          </a:solidFill>
          <a:ln w="12700">
            <a:solidFill>
              <a:srgbClr val="8FB0D4"/>
            </a:solidFill>
            <a:prstDash val="solid"/>
          </a:ln>
        </p:spPr>
      </p:sp>
      <p:sp>
        <p:nvSpPr>
          <p:cNvPr id="414" name="Shape 412"/>
          <p:cNvSpPr/>
          <p:nvPr/>
        </p:nvSpPr>
        <p:spPr>
          <a:xfrm>
            <a:off x="2706624" y="4879238"/>
            <a:ext cx="224028" cy="51206"/>
          </a:xfrm>
          <a:prstGeom prst="rect">
            <a:avLst/>
          </a:prstGeom>
          <a:solidFill>
            <a:srgbClr val="8FB0D4"/>
          </a:solidFill>
          <a:ln w="12700">
            <a:solidFill>
              <a:srgbClr val="8FB0D4"/>
            </a:solidFill>
            <a:prstDash val="solid"/>
          </a:ln>
        </p:spPr>
      </p:sp>
      <p:sp>
        <p:nvSpPr>
          <p:cNvPr id="415" name="Shape 413"/>
          <p:cNvSpPr/>
          <p:nvPr/>
        </p:nvSpPr>
        <p:spPr>
          <a:xfrm>
            <a:off x="2953512" y="4879238"/>
            <a:ext cx="224028" cy="51206"/>
          </a:xfrm>
          <a:prstGeom prst="rect">
            <a:avLst/>
          </a:prstGeom>
          <a:solidFill>
            <a:srgbClr val="8FB0D4"/>
          </a:solidFill>
          <a:ln w="12700">
            <a:solidFill>
              <a:srgbClr val="8FB0D4"/>
            </a:solidFill>
            <a:prstDash val="solid"/>
          </a:ln>
        </p:spPr>
      </p:sp>
      <p:sp>
        <p:nvSpPr>
          <p:cNvPr id="416" name="Shape 414"/>
          <p:cNvSpPr/>
          <p:nvPr/>
        </p:nvSpPr>
        <p:spPr>
          <a:xfrm>
            <a:off x="3200400" y="4879238"/>
            <a:ext cx="224028" cy="51206"/>
          </a:xfrm>
          <a:prstGeom prst="rect">
            <a:avLst/>
          </a:prstGeom>
          <a:solidFill>
            <a:srgbClr val="8FB0D4"/>
          </a:solidFill>
          <a:ln w="12700">
            <a:solidFill>
              <a:srgbClr val="8FB0D4"/>
            </a:solidFill>
            <a:prstDash val="solid"/>
          </a:ln>
        </p:spPr>
      </p:sp>
      <p:sp>
        <p:nvSpPr>
          <p:cNvPr id="417" name="Shape 415"/>
          <p:cNvSpPr/>
          <p:nvPr/>
        </p:nvSpPr>
        <p:spPr>
          <a:xfrm>
            <a:off x="3447288" y="4879238"/>
            <a:ext cx="224028" cy="51206"/>
          </a:xfrm>
          <a:prstGeom prst="rect">
            <a:avLst/>
          </a:prstGeom>
          <a:solidFill>
            <a:srgbClr val="8FB0D4"/>
          </a:solidFill>
          <a:ln w="12700">
            <a:solidFill>
              <a:srgbClr val="8FB0D4"/>
            </a:solidFill>
            <a:prstDash val="solid"/>
          </a:ln>
        </p:spPr>
      </p:sp>
      <p:sp>
        <p:nvSpPr>
          <p:cNvPr id="418" name="Shape 416"/>
          <p:cNvSpPr/>
          <p:nvPr/>
        </p:nvSpPr>
        <p:spPr>
          <a:xfrm>
            <a:off x="3694176" y="4879238"/>
            <a:ext cx="224028" cy="51206"/>
          </a:xfrm>
          <a:prstGeom prst="rect">
            <a:avLst/>
          </a:prstGeom>
          <a:solidFill>
            <a:srgbClr val="8FB0D4"/>
          </a:solidFill>
          <a:ln w="12700">
            <a:solidFill>
              <a:srgbClr val="8FB0D4"/>
            </a:solidFill>
            <a:prstDash val="solid"/>
          </a:ln>
        </p:spPr>
      </p:sp>
      <p:sp>
        <p:nvSpPr>
          <p:cNvPr id="419" name="Shape 417"/>
          <p:cNvSpPr/>
          <p:nvPr/>
        </p:nvSpPr>
        <p:spPr>
          <a:xfrm>
            <a:off x="3941064" y="4879238"/>
            <a:ext cx="224028" cy="51206"/>
          </a:xfrm>
          <a:prstGeom prst="rect">
            <a:avLst/>
          </a:prstGeom>
          <a:solidFill>
            <a:srgbClr val="8FB0D4"/>
          </a:solidFill>
          <a:ln w="12700">
            <a:solidFill>
              <a:srgbClr val="8FB0D4"/>
            </a:solidFill>
            <a:prstDash val="solid"/>
          </a:ln>
        </p:spPr>
      </p:sp>
      <p:sp>
        <p:nvSpPr>
          <p:cNvPr id="420" name="Shape 418"/>
          <p:cNvSpPr/>
          <p:nvPr/>
        </p:nvSpPr>
        <p:spPr>
          <a:xfrm>
            <a:off x="4187952" y="4879238"/>
            <a:ext cx="224028" cy="51206"/>
          </a:xfrm>
          <a:prstGeom prst="rect">
            <a:avLst/>
          </a:prstGeom>
          <a:solidFill>
            <a:srgbClr val="8FB0D4"/>
          </a:solidFill>
          <a:ln w="12700">
            <a:solidFill>
              <a:srgbClr val="8FB0D4"/>
            </a:solidFill>
            <a:prstDash val="solid"/>
          </a:ln>
        </p:spPr>
      </p:sp>
      <p:sp>
        <p:nvSpPr>
          <p:cNvPr id="421" name="Shape 419"/>
          <p:cNvSpPr/>
          <p:nvPr/>
        </p:nvSpPr>
        <p:spPr>
          <a:xfrm>
            <a:off x="4434840" y="4879238"/>
            <a:ext cx="224028" cy="51206"/>
          </a:xfrm>
          <a:prstGeom prst="rect">
            <a:avLst/>
          </a:prstGeom>
          <a:solidFill>
            <a:srgbClr val="8FB0D4"/>
          </a:solidFill>
          <a:ln w="12700">
            <a:solidFill>
              <a:srgbClr val="8FB0D4"/>
            </a:solidFill>
            <a:prstDash val="solid"/>
          </a:ln>
        </p:spPr>
      </p:sp>
      <p:sp>
        <p:nvSpPr>
          <p:cNvPr id="422" name="Shape 420"/>
          <p:cNvSpPr/>
          <p:nvPr/>
        </p:nvSpPr>
        <p:spPr>
          <a:xfrm>
            <a:off x="4681728" y="4879238"/>
            <a:ext cx="224028" cy="51206"/>
          </a:xfrm>
          <a:prstGeom prst="rect">
            <a:avLst/>
          </a:prstGeom>
          <a:solidFill>
            <a:srgbClr val="8DD2E2"/>
          </a:solidFill>
          <a:ln w="12700">
            <a:solidFill>
              <a:srgbClr val="8DD2E2"/>
            </a:solidFill>
            <a:prstDash val="solid"/>
          </a:ln>
        </p:spPr>
      </p:sp>
      <p:sp>
        <p:nvSpPr>
          <p:cNvPr id="423" name="Shape 421"/>
          <p:cNvSpPr/>
          <p:nvPr/>
        </p:nvSpPr>
        <p:spPr>
          <a:xfrm>
            <a:off x="4928616" y="4879238"/>
            <a:ext cx="224028" cy="51206"/>
          </a:xfrm>
          <a:prstGeom prst="rect">
            <a:avLst/>
          </a:prstGeom>
          <a:solidFill>
            <a:srgbClr val="8DD2E2"/>
          </a:solidFill>
          <a:ln w="12700">
            <a:solidFill>
              <a:srgbClr val="8DD2E2"/>
            </a:solidFill>
            <a:prstDash val="solid"/>
          </a:ln>
        </p:spPr>
      </p:sp>
      <p:sp>
        <p:nvSpPr>
          <p:cNvPr id="424" name="Shape 422"/>
          <p:cNvSpPr/>
          <p:nvPr/>
        </p:nvSpPr>
        <p:spPr>
          <a:xfrm>
            <a:off x="5175504" y="4879238"/>
            <a:ext cx="224028" cy="51206"/>
          </a:xfrm>
          <a:prstGeom prst="rect">
            <a:avLst/>
          </a:prstGeom>
          <a:solidFill>
            <a:srgbClr val="8DD2E2"/>
          </a:solidFill>
          <a:ln w="12700">
            <a:solidFill>
              <a:srgbClr val="8DD2E2"/>
            </a:solidFill>
            <a:prstDash val="solid"/>
          </a:ln>
        </p:spPr>
      </p:sp>
      <p:sp>
        <p:nvSpPr>
          <p:cNvPr id="425" name="Shape 423"/>
          <p:cNvSpPr/>
          <p:nvPr/>
        </p:nvSpPr>
        <p:spPr>
          <a:xfrm>
            <a:off x="1874520" y="2953512"/>
            <a:ext cx="0" cy="894283"/>
          </a:xfrm>
          <a:prstGeom prst="line">
            <a:avLst/>
          </a:prstGeom>
          <a:noFill/>
          <a:ln w="12700">
            <a:solidFill>
              <a:srgbClr val="6B7A8F"/>
            </a:solidFill>
            <a:prstDash val="solid"/>
          </a:ln>
        </p:spPr>
      </p:sp>
      <p:sp>
        <p:nvSpPr>
          <p:cNvPr id="426" name="Text 424"/>
          <p:cNvSpPr txBox="1"/>
          <p:nvPr/>
        </p:nvSpPr>
        <p:spPr>
          <a:xfrm>
            <a:off x="722376" y="3286354"/>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① 기본 14회</a:t>
            </a:r>
            <a:endParaRPr lang="en-US" sz="850" dirty="0"/>
          </a:p>
        </p:txBody>
      </p:sp>
      <p:sp>
        <p:nvSpPr>
          <p:cNvPr id="427" name="Shape 425"/>
          <p:cNvSpPr/>
          <p:nvPr/>
        </p:nvSpPr>
        <p:spPr>
          <a:xfrm>
            <a:off x="1874520" y="3920947"/>
            <a:ext cx="0" cy="894283"/>
          </a:xfrm>
          <a:prstGeom prst="line">
            <a:avLst/>
          </a:prstGeom>
          <a:noFill/>
          <a:ln w="12700">
            <a:solidFill>
              <a:srgbClr val="6B7A8F"/>
            </a:solidFill>
            <a:prstDash val="solid"/>
          </a:ln>
        </p:spPr>
      </p:sp>
      <p:sp>
        <p:nvSpPr>
          <p:cNvPr id="428" name="Text 426"/>
          <p:cNvSpPr txBox="1"/>
          <p:nvPr/>
        </p:nvSpPr>
        <p:spPr>
          <a:xfrm>
            <a:off x="722376" y="4253789"/>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② 거울상 14회</a:t>
            </a:r>
            <a:endParaRPr lang="en-US" sz="850" dirty="0"/>
          </a:p>
        </p:txBody>
      </p:sp>
      <p:sp>
        <p:nvSpPr>
          <p:cNvPr id="429" name="Shape 427"/>
          <p:cNvSpPr/>
          <p:nvPr/>
        </p:nvSpPr>
        <p:spPr>
          <a:xfrm>
            <a:off x="1874520" y="4888382"/>
            <a:ext cx="0" cy="38405"/>
          </a:xfrm>
          <a:prstGeom prst="line">
            <a:avLst/>
          </a:prstGeom>
          <a:noFill/>
          <a:ln w="12700">
            <a:solidFill>
              <a:srgbClr val="6B7A8F"/>
            </a:solidFill>
            <a:prstDash val="solid"/>
          </a:ln>
        </p:spPr>
      </p:sp>
      <p:sp>
        <p:nvSpPr>
          <p:cNvPr id="430" name="Text 428"/>
          <p:cNvSpPr txBox="1"/>
          <p:nvPr/>
        </p:nvSpPr>
        <p:spPr>
          <a:xfrm>
            <a:off x="722376" y="4793285"/>
            <a:ext cx="1143000" cy="237744"/>
          </a:xfrm>
          <a:prstGeom prst="rect">
            <a:avLst/>
          </a:prstGeom>
          <a:noFill/>
          <a:ln/>
        </p:spPr>
        <p:txBody>
          <a:bodyPr wrap="square" lIns="0" tIns="0" rIns="0" bIns="0" rtlCol="0" anchor="ctr"/>
          <a:lstStyle/>
          <a:p>
            <a:pPr algn="r" indent="0" marL="0">
              <a:buNone/>
            </a:pPr>
            <a:r>
              <a:rPr lang="en-US" sz="850" b="1" dirty="0">
                <a:solidFill>
                  <a:srgbClr val="16305B"/>
                </a:solidFill>
                <a:latin typeface="Malgun Gothic" pitchFamily="34" charset="0"/>
                <a:ea typeface="Malgun Gothic" pitchFamily="34" charset="-122"/>
                <a:cs typeface="Malgun Gothic" pitchFamily="34" charset="-120"/>
              </a:rPr>
              <a:t>③ 중심점 1회</a:t>
            </a:r>
            <a:endParaRPr lang="en-US" sz="850" dirty="0"/>
          </a:p>
        </p:txBody>
      </p:sp>
      <p:sp>
        <p:nvSpPr>
          <p:cNvPr id="431" name="Shape 429"/>
          <p:cNvSpPr/>
          <p:nvPr/>
        </p:nvSpPr>
        <p:spPr>
          <a:xfrm>
            <a:off x="1965960" y="5027371"/>
            <a:ext cx="182880" cy="128016"/>
          </a:xfrm>
          <a:prstGeom prst="rect">
            <a:avLst/>
          </a:prstGeom>
          <a:solidFill>
            <a:srgbClr val="E4EBF3"/>
          </a:solidFill>
          <a:ln w="12700">
            <a:solidFill>
              <a:srgbClr val="E4EBF3"/>
            </a:solidFill>
            <a:prstDash val="solid"/>
          </a:ln>
        </p:spPr>
      </p:sp>
      <p:sp>
        <p:nvSpPr>
          <p:cNvPr id="432" name="Text 430"/>
          <p:cNvSpPr txBox="1"/>
          <p:nvPr/>
        </p:nvSpPr>
        <p:spPr>
          <a:xfrm>
            <a:off x="220370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최소값</a:t>
            </a:r>
            <a:endParaRPr lang="en-US" sz="850" dirty="0"/>
          </a:p>
        </p:txBody>
      </p:sp>
      <p:sp>
        <p:nvSpPr>
          <p:cNvPr id="433" name="Shape 431"/>
          <p:cNvSpPr/>
          <p:nvPr/>
        </p:nvSpPr>
        <p:spPr>
          <a:xfrm>
            <a:off x="2926080" y="5027371"/>
            <a:ext cx="182880" cy="128016"/>
          </a:xfrm>
          <a:prstGeom prst="rect">
            <a:avLst/>
          </a:prstGeom>
          <a:solidFill>
            <a:srgbClr val="8FB0D4"/>
          </a:solidFill>
          <a:ln w="12700">
            <a:solidFill>
              <a:srgbClr val="8FB0D4"/>
            </a:solidFill>
            <a:prstDash val="solid"/>
          </a:ln>
        </p:spPr>
      </p:sp>
      <p:sp>
        <p:nvSpPr>
          <p:cNvPr id="434" name="Text 432"/>
          <p:cNvSpPr txBox="1"/>
          <p:nvPr/>
        </p:nvSpPr>
        <p:spPr>
          <a:xfrm>
            <a:off x="316382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중간값</a:t>
            </a:r>
            <a:endParaRPr lang="en-US" sz="850" dirty="0"/>
          </a:p>
        </p:txBody>
      </p:sp>
      <p:sp>
        <p:nvSpPr>
          <p:cNvPr id="435" name="Shape 433"/>
          <p:cNvSpPr/>
          <p:nvPr/>
        </p:nvSpPr>
        <p:spPr>
          <a:xfrm>
            <a:off x="3886200" y="5027371"/>
            <a:ext cx="182880" cy="128016"/>
          </a:xfrm>
          <a:prstGeom prst="rect">
            <a:avLst/>
          </a:prstGeom>
          <a:solidFill>
            <a:srgbClr val="16305B"/>
          </a:solidFill>
          <a:ln w="12700">
            <a:solidFill>
              <a:srgbClr val="16305B"/>
            </a:solidFill>
            <a:prstDash val="solid"/>
          </a:ln>
        </p:spPr>
      </p:sp>
      <p:sp>
        <p:nvSpPr>
          <p:cNvPr id="436" name="Text 434"/>
          <p:cNvSpPr txBox="1"/>
          <p:nvPr/>
        </p:nvSpPr>
        <p:spPr>
          <a:xfrm>
            <a:off x="4123944" y="4981651"/>
            <a:ext cx="68580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최대값</a:t>
            </a:r>
            <a:endParaRPr lang="en-US" sz="850" dirty="0"/>
          </a:p>
        </p:txBody>
      </p:sp>
      <p:sp>
        <p:nvSpPr>
          <p:cNvPr id="437" name="Text 435"/>
          <p:cNvSpPr txBox="1"/>
          <p:nvPr/>
        </p:nvSpPr>
        <p:spPr>
          <a:xfrm>
            <a:off x="813816" y="5310835"/>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①  </a:t>
            </a:r>
            <a:pPr indent="0" marL="0">
              <a:buNone/>
            </a:pPr>
            <a:r>
              <a:rPr lang="en-US" sz="900" dirty="0">
                <a:solidFill>
                  <a:srgbClr val="1C2733"/>
                </a:solidFill>
                <a:latin typeface="Malgun Gothic" pitchFamily="34" charset="0"/>
                <a:ea typeface="Malgun Gothic" pitchFamily="34" charset="-122"/>
                <a:cs typeface="Malgun Gothic" pitchFamily="34" charset="-120"/>
              </a:rPr>
              <a:t>한 줄 = 해석 1회. 매번 변수 하나만 중간값, 나머지는 최소 · 최대값</a:t>
            </a:r>
            <a:endParaRPr lang="en-US" sz="900" dirty="0"/>
          </a:p>
        </p:txBody>
      </p:sp>
      <p:sp>
        <p:nvSpPr>
          <p:cNvPr id="438" name="Text 436"/>
          <p:cNvSpPr txBox="1"/>
          <p:nvPr/>
        </p:nvSpPr>
        <p:spPr>
          <a:xfrm>
            <a:off x="813816" y="5557723"/>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②  </a:t>
            </a:r>
            <a:pPr indent="0" marL="0">
              <a:buNone/>
            </a:pPr>
            <a:r>
              <a:rPr lang="en-US" sz="900" dirty="0">
                <a:solidFill>
                  <a:srgbClr val="1C2733"/>
                </a:solidFill>
                <a:latin typeface="Malgun Gothic" pitchFamily="34" charset="0"/>
                <a:ea typeface="Malgun Gothic" pitchFamily="34" charset="-122"/>
                <a:cs typeface="Malgun Gothic" pitchFamily="34" charset="-120"/>
              </a:rPr>
              <a:t>①을 정반대(최소 ↔ 최대)로 뒤집어 한 번 더</a:t>
            </a:r>
            <a:endParaRPr lang="en-US" sz="900" dirty="0"/>
          </a:p>
        </p:txBody>
      </p:sp>
      <p:sp>
        <p:nvSpPr>
          <p:cNvPr id="439" name="Text 437"/>
          <p:cNvSpPr txBox="1"/>
          <p:nvPr/>
        </p:nvSpPr>
        <p:spPr>
          <a:xfrm>
            <a:off x="813816" y="5804611"/>
            <a:ext cx="48463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③  </a:t>
            </a:r>
            <a:pPr indent="0" marL="0">
              <a:buNone/>
            </a:pPr>
            <a:r>
              <a:rPr lang="en-US" sz="900" dirty="0">
                <a:solidFill>
                  <a:srgbClr val="1C2733"/>
                </a:solidFill>
                <a:latin typeface="Malgun Gothic" pitchFamily="34" charset="0"/>
                <a:ea typeface="Malgun Gothic" pitchFamily="34" charset="-122"/>
                <a:cs typeface="Malgun Gothic" pitchFamily="34" charset="-120"/>
              </a:rPr>
              <a:t>모든 변수 중간값으로 한 번</a:t>
            </a:r>
            <a:endParaRPr lang="en-US" sz="900" dirty="0"/>
          </a:p>
        </p:txBody>
      </p:sp>
      <p:sp>
        <p:nvSpPr>
          <p:cNvPr id="440" name="Shape 438"/>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41" name="Shape 439"/>
          <p:cNvSpPr/>
          <p:nvPr/>
        </p:nvSpPr>
        <p:spPr>
          <a:xfrm>
            <a:off x="6592824" y="1463040"/>
            <a:ext cx="82296" cy="182880"/>
          </a:xfrm>
          <a:prstGeom prst="rect">
            <a:avLst/>
          </a:prstGeom>
          <a:solidFill>
            <a:srgbClr val="00A3C4"/>
          </a:solidFill>
          <a:ln w="12700">
            <a:solidFill>
              <a:srgbClr val="00A3C4"/>
            </a:solidFill>
            <a:prstDash val="solid"/>
          </a:ln>
        </p:spPr>
      </p:sp>
      <p:sp>
        <p:nvSpPr>
          <p:cNvPr id="442" name="Text 440"/>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가짜 인자로 잡음 수준 추정</a:t>
            </a:r>
            <a:endParaRPr lang="en-US" sz="1300" dirty="0"/>
          </a:p>
        </p:txBody>
      </p:sp>
      <p:sp>
        <p:nvSpPr>
          <p:cNvPr id="443" name="Text 441"/>
          <p:cNvSpPr txBox="1"/>
          <p:nvPr/>
        </p:nvSpPr>
        <p:spPr>
          <a:xfrm>
            <a:off x="6647688" y="1755648"/>
            <a:ext cx="4846320" cy="274320"/>
          </a:xfrm>
          <a:prstGeom prst="rect">
            <a:avLst/>
          </a:prstGeom>
          <a:noFill/>
          <a:ln/>
        </p:spPr>
        <p:txBody>
          <a:bodyPr wrap="square" lIns="0" tIns="0" rIns="0" bIns="0" rtlCol="0" anchor="ctr"/>
          <a:lstStyle/>
          <a:p>
            <a:pPr indent="0" marL="0">
              <a:buNone/>
            </a:pPr>
            <a:r>
              <a:rPr lang="en-US" sz="920" b="1" dirty="0">
                <a:solidFill>
                  <a:srgbClr val="0088A6"/>
                </a:solidFill>
                <a:latin typeface="Malgun Gothic" pitchFamily="34" charset="0"/>
                <a:ea typeface="Malgun Gothic" pitchFamily="34" charset="-122"/>
                <a:cs typeface="Malgun Gothic" pitchFamily="34" charset="-120"/>
              </a:rPr>
              <a:t>가짜 인자</a:t>
            </a:r>
            <a:pPr indent="0" marL="0">
              <a:buNone/>
            </a:pPr>
            <a:r>
              <a:rPr lang="en-US" sz="920" dirty="0">
                <a:solidFill>
                  <a:srgbClr val="1C2733"/>
                </a:solidFill>
                <a:latin typeface="Malgun Gothic" pitchFamily="34" charset="0"/>
                <a:ea typeface="Malgun Gothic" pitchFamily="34" charset="-122"/>
                <a:cs typeface="Malgun Gothic" pitchFamily="34" charset="-120"/>
              </a:rPr>
              <a:t> = 표에 칸만 있고 형상은 바꾸지 않는 빈 변수 → 효과가 0이어야 정상</a:t>
            </a:r>
            <a:endParaRPr lang="en-US" sz="920" dirty="0"/>
          </a:p>
        </p:txBody>
      </p:sp>
      <p:sp>
        <p:nvSpPr>
          <p:cNvPr id="444" name="Text 442"/>
          <p:cNvSpPr txBox="1"/>
          <p:nvPr/>
        </p:nvSpPr>
        <p:spPr>
          <a:xfrm>
            <a:off x="6647688" y="2084832"/>
            <a:ext cx="4846320" cy="237744"/>
          </a:xfrm>
          <a:prstGeom prst="rect">
            <a:avLst/>
          </a:prstGeom>
          <a:noFill/>
          <a:ln/>
        </p:spPr>
        <p:txBody>
          <a:bodyPr wrap="square" lIns="0" tIns="0" rIns="0" bIns="0" rtlCol="0" anchor="ct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최고온도 예시  —  최대값 13회 평균과 최소값 13회 평균의 차이</a:t>
            </a:r>
            <a:endParaRPr lang="en-US" sz="950" dirty="0"/>
          </a:p>
        </p:txBody>
      </p:sp>
      <p:sp>
        <p:nvSpPr>
          <p:cNvPr id="445" name="Text 443"/>
          <p:cNvSpPr txBox="1"/>
          <p:nvPr/>
        </p:nvSpPr>
        <p:spPr>
          <a:xfrm>
            <a:off x="6647688" y="2395728"/>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p>
        </p:txBody>
      </p:sp>
      <p:sp>
        <p:nvSpPr>
          <p:cNvPr id="446" name="Shape 444"/>
          <p:cNvSpPr/>
          <p:nvPr/>
        </p:nvSpPr>
        <p:spPr>
          <a:xfrm>
            <a:off x="7836408" y="2441448"/>
            <a:ext cx="2822067" cy="146304"/>
          </a:xfrm>
          <a:prstGeom prst="rect">
            <a:avLst/>
          </a:prstGeom>
          <a:solidFill>
            <a:srgbClr val="16305B"/>
          </a:solidFill>
          <a:ln w="12700">
            <a:solidFill>
              <a:srgbClr val="16305B"/>
            </a:solidFill>
            <a:prstDash val="solid"/>
          </a:ln>
        </p:spPr>
      </p:sp>
      <p:sp>
        <p:nvSpPr>
          <p:cNvPr id="447" name="Text 445"/>
          <p:cNvSpPr txBox="1"/>
          <p:nvPr/>
        </p:nvSpPr>
        <p:spPr>
          <a:xfrm>
            <a:off x="10731627" y="2395728"/>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2.47 ℃</a:t>
            </a:r>
            <a:endParaRPr lang="en-US" sz="900" dirty="0"/>
          </a:p>
        </p:txBody>
      </p:sp>
      <p:sp>
        <p:nvSpPr>
          <p:cNvPr id="448" name="Text 446"/>
          <p:cNvSpPr txBox="1"/>
          <p:nvPr/>
        </p:nvSpPr>
        <p:spPr>
          <a:xfrm>
            <a:off x="6647688" y="2697480"/>
            <a:ext cx="1115568" cy="237744"/>
          </a:xfrm>
          <a:prstGeom prst="rect">
            <a:avLst/>
          </a:prstGeom>
          <a:noFill/>
          <a:ln/>
        </p:spPr>
        <p:txBody>
          <a:bodyPr wrap="square" lIns="0" tIns="0" rIns="0" bIns="0" rtlCol="0" anchor="ctr"/>
          <a:lstStyle/>
          <a:p>
            <a:pPr algn="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p>
        </p:txBody>
      </p:sp>
      <p:sp>
        <p:nvSpPr>
          <p:cNvPr id="449" name="Shape 447"/>
          <p:cNvSpPr/>
          <p:nvPr/>
        </p:nvSpPr>
        <p:spPr>
          <a:xfrm>
            <a:off x="7836408" y="2743200"/>
            <a:ext cx="1692783" cy="146304"/>
          </a:xfrm>
          <a:prstGeom prst="rect">
            <a:avLst/>
          </a:prstGeom>
          <a:solidFill>
            <a:srgbClr val="16305B"/>
          </a:solidFill>
          <a:ln w="12700">
            <a:solidFill>
              <a:srgbClr val="16305B"/>
            </a:solidFill>
            <a:prstDash val="solid"/>
          </a:ln>
        </p:spPr>
      </p:sp>
      <p:sp>
        <p:nvSpPr>
          <p:cNvPr id="450" name="Text 448"/>
          <p:cNvSpPr txBox="1"/>
          <p:nvPr/>
        </p:nvSpPr>
        <p:spPr>
          <a:xfrm>
            <a:off x="9602343" y="2697480"/>
            <a:ext cx="731520" cy="237744"/>
          </a:xfrm>
          <a:prstGeom prst="rect">
            <a:avLst/>
          </a:prstGeom>
          <a:noFill/>
          <a:ln/>
        </p:spPr>
        <p:txBody>
          <a:bodyPr wrap="square" lIns="0" tIns="0" rIns="0" bIns="0" rtlCol="0" anchor="ct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1.48 ℃</a:t>
            </a:r>
            <a:endParaRPr lang="en-US" sz="900" dirty="0"/>
          </a:p>
        </p:txBody>
      </p:sp>
      <p:sp>
        <p:nvSpPr>
          <p:cNvPr id="451" name="Text 449"/>
          <p:cNvSpPr txBox="1"/>
          <p:nvPr/>
        </p:nvSpPr>
        <p:spPr>
          <a:xfrm>
            <a:off x="6647688" y="2999232"/>
            <a:ext cx="1115568" cy="23774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p>
        </p:txBody>
      </p:sp>
      <p:sp>
        <p:nvSpPr>
          <p:cNvPr id="452" name="Shape 450"/>
          <p:cNvSpPr/>
          <p:nvPr/>
        </p:nvSpPr>
        <p:spPr>
          <a:xfrm>
            <a:off x="7836408" y="3044952"/>
            <a:ext cx="213741" cy="146304"/>
          </a:xfrm>
          <a:prstGeom prst="rect">
            <a:avLst/>
          </a:prstGeom>
          <a:solidFill>
            <a:srgbClr val="B9C7D8"/>
          </a:solidFill>
          <a:ln w="12700">
            <a:solidFill>
              <a:srgbClr val="B9C7D8"/>
            </a:solidFill>
            <a:prstDash val="solid"/>
          </a:ln>
        </p:spPr>
      </p:sp>
      <p:sp>
        <p:nvSpPr>
          <p:cNvPr id="453" name="Text 451"/>
          <p:cNvSpPr txBox="1"/>
          <p:nvPr/>
        </p:nvSpPr>
        <p:spPr>
          <a:xfrm>
            <a:off x="8226093" y="2999232"/>
            <a:ext cx="731520" cy="237744"/>
          </a:xfrm>
          <a:prstGeom prst="rect">
            <a:avLst/>
          </a:prstGeom>
          <a:noFill/>
          <a:ln/>
        </p:spPr>
        <p:txBody>
          <a:bodyPr wrap="square" lIns="0" tIns="0" rIns="0" bIns="0" rtlCol="0" anchor="ct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0.19 ℃</a:t>
            </a:r>
            <a:endParaRPr lang="en-US" sz="900" dirty="0"/>
          </a:p>
        </p:txBody>
      </p:sp>
      <p:sp>
        <p:nvSpPr>
          <p:cNvPr id="454" name="Text 452"/>
          <p:cNvSpPr txBox="1"/>
          <p:nvPr/>
        </p:nvSpPr>
        <p:spPr>
          <a:xfrm>
            <a:off x="6647688" y="3300984"/>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p>
        </p:txBody>
      </p:sp>
      <p:sp>
        <p:nvSpPr>
          <p:cNvPr id="455" name="Shape 453"/>
          <p:cNvSpPr/>
          <p:nvPr/>
        </p:nvSpPr>
        <p:spPr>
          <a:xfrm>
            <a:off x="7836408" y="3346704"/>
            <a:ext cx="170307" cy="146304"/>
          </a:xfrm>
          <a:prstGeom prst="rect">
            <a:avLst/>
          </a:prstGeom>
          <a:solidFill>
            <a:srgbClr val="00A3C4"/>
          </a:solidFill>
          <a:ln w="12700">
            <a:solidFill>
              <a:srgbClr val="00A3C4"/>
            </a:solidFill>
            <a:prstDash val="solid"/>
          </a:ln>
        </p:spPr>
      </p:sp>
      <p:sp>
        <p:nvSpPr>
          <p:cNvPr id="456" name="Text 454"/>
          <p:cNvSpPr txBox="1"/>
          <p:nvPr/>
        </p:nvSpPr>
        <p:spPr>
          <a:xfrm>
            <a:off x="8226093" y="3300984"/>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0.15 ℃</a:t>
            </a:r>
            <a:endParaRPr lang="en-US" sz="900" dirty="0"/>
          </a:p>
        </p:txBody>
      </p:sp>
      <p:sp>
        <p:nvSpPr>
          <p:cNvPr id="457" name="Text 455"/>
          <p:cNvSpPr txBox="1"/>
          <p:nvPr/>
        </p:nvSpPr>
        <p:spPr>
          <a:xfrm>
            <a:off x="6647688" y="3602736"/>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p>
        </p:txBody>
      </p:sp>
      <p:sp>
        <p:nvSpPr>
          <p:cNvPr id="458" name="Shape 456"/>
          <p:cNvSpPr/>
          <p:nvPr/>
        </p:nvSpPr>
        <p:spPr>
          <a:xfrm>
            <a:off x="7836408" y="3648456"/>
            <a:ext cx="24003" cy="146304"/>
          </a:xfrm>
          <a:prstGeom prst="rect">
            <a:avLst/>
          </a:prstGeom>
          <a:solidFill>
            <a:srgbClr val="00A3C4"/>
          </a:solidFill>
          <a:ln w="12700">
            <a:solidFill>
              <a:srgbClr val="00A3C4"/>
            </a:solidFill>
            <a:prstDash val="solid"/>
          </a:ln>
        </p:spPr>
      </p:sp>
      <p:sp>
        <p:nvSpPr>
          <p:cNvPr id="459" name="Text 457"/>
          <p:cNvSpPr txBox="1"/>
          <p:nvPr/>
        </p:nvSpPr>
        <p:spPr>
          <a:xfrm>
            <a:off x="8226093" y="3602736"/>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0.02 ℃</a:t>
            </a:r>
            <a:endParaRPr lang="en-US" sz="900" dirty="0"/>
          </a:p>
        </p:txBody>
      </p:sp>
      <p:sp>
        <p:nvSpPr>
          <p:cNvPr id="460" name="Text 458"/>
          <p:cNvSpPr txBox="1"/>
          <p:nvPr/>
        </p:nvSpPr>
        <p:spPr>
          <a:xfrm>
            <a:off x="6647688" y="3904488"/>
            <a:ext cx="1115568" cy="237744"/>
          </a:xfrm>
          <a:prstGeom prst="rect">
            <a:avLst/>
          </a:prstGeom>
          <a:noFill/>
          <a:ln/>
        </p:spPr>
        <p:txBody>
          <a:bodyPr wrap="square" lIns="0" tIns="0" rIns="0" bIns="0" rtlCol="0" anchor="ctr"/>
          <a:lstStyle/>
          <a:p>
            <a:pPr algn="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p>
        </p:txBody>
      </p:sp>
      <p:sp>
        <p:nvSpPr>
          <p:cNvPr id="461" name="Shape 459"/>
          <p:cNvSpPr/>
          <p:nvPr/>
        </p:nvSpPr>
        <p:spPr>
          <a:xfrm>
            <a:off x="7836408" y="3950208"/>
            <a:ext cx="22860" cy="146304"/>
          </a:xfrm>
          <a:prstGeom prst="rect">
            <a:avLst/>
          </a:prstGeom>
          <a:solidFill>
            <a:srgbClr val="00A3C4"/>
          </a:solidFill>
          <a:ln w="12700">
            <a:solidFill>
              <a:srgbClr val="00A3C4"/>
            </a:solidFill>
            <a:prstDash val="solid"/>
          </a:ln>
        </p:spPr>
      </p:sp>
      <p:sp>
        <p:nvSpPr>
          <p:cNvPr id="462" name="Text 460"/>
          <p:cNvSpPr txBox="1"/>
          <p:nvPr/>
        </p:nvSpPr>
        <p:spPr>
          <a:xfrm>
            <a:off x="8226093" y="3904488"/>
            <a:ext cx="731520" cy="237744"/>
          </a:xfrm>
          <a:prstGeom prst="rect">
            <a:avLst/>
          </a:prstGeom>
          <a:noFill/>
          <a:ln/>
        </p:spPr>
        <p:txBody>
          <a:bodyPr wrap="square" lIns="0" tIns="0" rIns="0" bIns="0" rtlCol="0" anchor="ctr"/>
          <a:lstStyle/>
          <a:p>
            <a:pPr indent="0" marL="0">
              <a:buNone/>
            </a:pPr>
            <a:r>
              <a:rPr lang="en-US" sz="900" b="1" dirty="0">
                <a:solidFill>
                  <a:srgbClr val="00A3C4"/>
                </a:solidFill>
                <a:latin typeface="Malgun Gothic" pitchFamily="34" charset="0"/>
                <a:ea typeface="Malgun Gothic" pitchFamily="34" charset="-122"/>
                <a:cs typeface="Malgun Gothic" pitchFamily="34" charset="-120"/>
              </a:rPr>
              <a:t>0.01 ℃</a:t>
            </a:r>
            <a:endParaRPr lang="en-US" sz="900" dirty="0"/>
          </a:p>
        </p:txBody>
      </p:sp>
      <p:sp>
        <p:nvSpPr>
          <p:cNvPr id="463" name="Shape 461"/>
          <p:cNvSpPr/>
          <p:nvPr/>
        </p:nvSpPr>
        <p:spPr>
          <a:xfrm>
            <a:off x="8152941" y="2359152"/>
            <a:ext cx="0" cy="1847088"/>
          </a:xfrm>
          <a:prstGeom prst="line">
            <a:avLst/>
          </a:prstGeom>
          <a:noFill/>
          <a:ln w="12700">
            <a:solidFill>
              <a:srgbClr val="0088A6"/>
            </a:solidFill>
            <a:prstDash val="dash"/>
          </a:ln>
        </p:spPr>
      </p:sp>
      <p:sp>
        <p:nvSpPr>
          <p:cNvPr id="464" name="Text 462"/>
          <p:cNvSpPr txBox="1"/>
          <p:nvPr/>
        </p:nvSpPr>
        <p:spPr>
          <a:xfrm>
            <a:off x="8189517" y="4187952"/>
            <a:ext cx="1463040" cy="201168"/>
          </a:xfrm>
          <a:prstGeom prst="rect">
            <a:avLst/>
          </a:prstGeom>
          <a:noFill/>
          <a:ln/>
        </p:spPr>
        <p:txBody>
          <a:bodyPr wrap="square" lIns="0" tIns="0" rIns="0" bIns="0" rtlCol="0" anchor="ctr"/>
          <a:lstStyle/>
          <a:p>
            <a:pPr indent="0" marL="0">
              <a:buNone/>
            </a:pPr>
            <a:r>
              <a:rPr lang="en-US" sz="800" b="1" dirty="0">
                <a:solidFill>
                  <a:srgbClr val="0088A6"/>
                </a:solidFill>
                <a:latin typeface="Malgun Gothic" pitchFamily="34" charset="0"/>
                <a:ea typeface="Malgun Gothic" pitchFamily="34" charset="-122"/>
                <a:cs typeface="Malgun Gothic" pitchFamily="34" charset="-120"/>
              </a:rPr>
              <a:t>판정 문턱 (p = 0.05)</a:t>
            </a:r>
            <a:endParaRPr lang="en-US" sz="800" dirty="0"/>
          </a:p>
        </p:txBody>
      </p:sp>
      <p:sp>
        <p:nvSpPr>
          <p:cNvPr id="465" name="Text 463"/>
          <p:cNvSpPr txBox="1"/>
          <p:nvPr/>
        </p:nvSpPr>
        <p:spPr>
          <a:xfrm>
            <a:off x="6647688" y="4443984"/>
            <a:ext cx="4846320" cy="731520"/>
          </a:xfrm>
          <a:prstGeom prst="rect">
            <a:avLst/>
          </a:prstGeom>
          <a:noFill/>
          <a:ln/>
        </p:spPr>
        <p:txBody>
          <a:bodyPr wrap="square" lIns="0" tIns="0" rIns="0" bIns="0" rtlCol="0" anchor="ctr"/>
          <a:lstStyle/>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가짜 인자 3개로 잡음 수준 0.09 ℃ 산정 → × 3.18 = 판정 문턱 0.28 ℃</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개수 2.47 ℃ → 문턱보다 훨씬 큼 → 영향 있음</a:t>
            </a:r>
            <a:endParaRPr lang="en-US" sz="900" dirty="0"/>
          </a:p>
          <a:p>
            <a:pPr marL="342900" indent="-342900">
              <a:lnSpc>
                <a:spcPct val="110000"/>
              </a:lnSpc>
              <a:spcAft>
                <a:spcPts val="2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1차 핀 두께 0.19 ℃ → 문턱 안쪽 → 최고온도에는 영향 없음</a:t>
            </a:r>
            <a:endParaRPr lang="en-US" sz="900" dirty="0"/>
          </a:p>
        </p:txBody>
      </p:sp>
      <p:sp>
        <p:nvSpPr>
          <p:cNvPr id="466" name="Shape 464"/>
          <p:cNvSpPr/>
          <p:nvPr/>
        </p:nvSpPr>
        <p:spPr>
          <a:xfrm>
            <a:off x="6647688" y="5266944"/>
            <a:ext cx="4846320" cy="868680"/>
          </a:xfrm>
          <a:prstGeom prst="roundRect">
            <a:avLst>
              <a:gd name="adj" fmla="val 6316"/>
            </a:avLst>
          </a:prstGeom>
          <a:solidFill>
            <a:srgbClr val="EEF2F7"/>
          </a:solidFill>
          <a:ln w="12700">
            <a:solidFill>
              <a:srgbClr val="EEF2F7"/>
            </a:solidFill>
            <a:prstDash val="solid"/>
          </a:ln>
        </p:spPr>
      </p:sp>
      <p:sp>
        <p:nvSpPr>
          <p:cNvPr id="467" name="Text 465"/>
          <p:cNvSpPr txBox="1"/>
          <p:nvPr/>
        </p:nvSpPr>
        <p:spPr>
          <a:xfrm>
            <a:off x="6793992" y="5266944"/>
            <a:ext cx="4572000" cy="868680"/>
          </a:xfrm>
          <a:prstGeom prst="rect">
            <a:avLst/>
          </a:prstGeom>
          <a:noFill/>
          <a:ln/>
        </p:spPr>
        <p:txBody>
          <a:bodyPr wrap="square" lIns="0" tIns="0" rIns="0" bIns="0" rtlCol="0" anchor="ctr"/>
          <a:lstStyle/>
          <a:p>
            <a:pPr indent="0" marL="0">
              <a:lnSpc>
                <a:spcPct val="120000"/>
              </a:lnSpc>
              <a:buNone/>
            </a:pPr>
            <a:r>
              <a:rPr lang="en-US" sz="880" b="1" dirty="0">
                <a:solidFill>
                  <a:srgbClr val="16305B"/>
                </a:solidFill>
                <a:latin typeface="Malgun Gothic" pitchFamily="34" charset="0"/>
                <a:ea typeface="Malgun Gothic" pitchFamily="34" charset="-122"/>
                <a:cs typeface="Malgun Gothic" pitchFamily="34" charset="-120"/>
              </a:rPr>
              <a:t>판정 규칙  —  실험 전에 고정</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① 통계적 유의성  p ≤ 0.05 : 가짜 인자(잡음) 수준보다 확실히 큰가</a:t>
            </a:r>
            <a:endParaRPr lang="en-US" sz="880" dirty="0"/>
          </a:p>
          <a:p>
            <a:pPr indent="0" marL="0">
              <a:lnSpc>
                <a:spcPct val="120000"/>
              </a:lnSpc>
              <a:buNone/>
            </a:pPr>
            <a:r>
              <a:rPr lang="en-US" sz="880" dirty="0">
                <a:solidFill>
                  <a:srgbClr val="1C2733"/>
                </a:solidFill>
                <a:latin typeface="Malgun Gothic" pitchFamily="34" charset="0"/>
                <a:ea typeface="Malgun Gothic" pitchFamily="34" charset="-122"/>
                <a:cs typeface="Malgun Gothic" pitchFamily="34" charset="-120"/>
              </a:rPr>
              <a:t>② 분산 기여율  ≥ 2% : 응답 변동의 2% 이상을 차지할 만큼 큰가</a:t>
            </a:r>
            <a:endParaRPr lang="en-US" sz="880" dirty="0"/>
          </a:p>
          <a:p>
            <a:pPr indent="0" marL="0">
              <a:lnSpc>
                <a:spcPct val="120000"/>
              </a:lnSpc>
              <a:buNone/>
            </a:pPr>
            <a:r>
              <a:rPr lang="en-US" sz="880" b="1" dirty="0">
                <a:solidFill>
                  <a:srgbClr val="0088A6"/>
                </a:solidFill>
                <a:latin typeface="Malgun Gothic" pitchFamily="34" charset="0"/>
                <a:ea typeface="Malgun Gothic" pitchFamily="34" charset="-122"/>
                <a:cs typeface="Malgun Gothic" pitchFamily="34" charset="-120"/>
              </a:rPr>
              <a:t>→ 둘 다 만족하면 '영향 있음', 응답 7개 모두에서 영향 없으면 고정</a:t>
            </a:r>
            <a:endParaRPr lang="en-US" sz="8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선별 결과 및 활성 변수 확정</a:t>
            </a:r>
            <a:endParaRPr lang="en-US" sz="2200" dirty="0"/>
          </a:p>
        </p:txBody>
      </p:sp>
      <p:sp>
        <p:nvSpPr>
          <p:cNvPr id="6" name="Shape 4"/>
          <p:cNvSpPr/>
          <p:nvPr/>
        </p:nvSpPr>
        <p:spPr>
          <a:xfrm>
            <a:off x="502920" y="1188720"/>
            <a:ext cx="11183112"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변수별 분산 기여율 (%)  —  DSD 29회</a:t>
            </a:r>
            <a:endParaRPr lang="en-US" sz="1300" dirty="0"/>
          </a:p>
        </p:txBody>
      </p:sp>
      <p:sp>
        <p:nvSpPr>
          <p:cNvPr id="9" name="Text 7"/>
          <p:cNvSpPr txBox="1"/>
          <p:nvPr/>
        </p:nvSpPr>
        <p:spPr>
          <a:xfrm>
            <a:off x="5623560" y="1389888"/>
            <a:ext cx="5760720" cy="329184"/>
          </a:xfrm>
          <a:prstGeom prst="rect">
            <a:avLst/>
          </a:prstGeom>
          <a:noFill/>
          <a:ln/>
        </p:spPr>
        <p:txBody>
          <a:bodyPr wrap="square" lIns="0" tIns="0" rIns="0" bIns="0" rtlCol="0" anchor="ctr"/>
          <a:lstStyle/>
          <a:p>
            <a:pPr algn="r" indent="0" marL="0">
              <a:buNone/>
            </a:pPr>
            <a:r>
              <a:rPr lang="en-US" sz="900" dirty="0">
                <a:solidFill>
                  <a:srgbClr val="6B7A8F"/>
                </a:solidFill>
                <a:latin typeface="Malgun Gothic" pitchFamily="34" charset="0"/>
                <a:ea typeface="Malgun Gothic" pitchFamily="34" charset="-122"/>
                <a:cs typeface="Malgun Gothic" pitchFamily="34" charset="-120"/>
              </a:rPr>
              <a:t>분산 기여율 = 응답 변동 중 그 변수가 설명하는 비율</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1810512"/>
          <a:ext cx="10561320" cy="914400"/>
        </p:xfrm>
        <a:graphic>
          <a:graphicData uri="http://schemas.openxmlformats.org/drawingml/2006/table">
            <a:tbl>
              <a:tblPr/>
              <a:tblGrid>
                <a:gridCol w="1600200"/>
                <a:gridCol w="1051560"/>
                <a:gridCol w="1051560"/>
                <a:gridCol w="1051560"/>
                <a:gridCol w="1051560"/>
                <a:gridCol w="1051560"/>
                <a:gridCol w="1051560"/>
                <a:gridCol w="1051560"/>
                <a:gridCol w="1600200"/>
              </a:tblGrid>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설계변수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판정</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EF2F7"/>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입구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3C8D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1D6E3"/>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입구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150°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CC1D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FD4E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11.1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DC2D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84.2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4D8E5"/>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4.1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3.5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7DBE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ADEEA"/>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중간 각도</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5.6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115°</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중간 입구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5.4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0D5E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8.0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8CCD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BE0EB"/>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21.6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899FB6"/>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출구 유로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0.7</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9.8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1.6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3F5F8"/>
                    </a:solidFill>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고정  →  35 mm</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E8F6FA"/>
                    </a:solidFill>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3.6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CB2C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55.9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7E94AD"/>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03963"/>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52.3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1F3962"/>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35.1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A7291"/>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두께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0.4</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0.3</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2.6</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0.2</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12.9</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A7BCCE"/>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r h="26060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4.8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C3D7E4"/>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37.0</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546C8C"/>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18.8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92A8BE"/>
                    </a:solidFill>
                  </a:tcPr>
                </a:tc>
                <a:tc>
                  <a:txBody>
                    <a:bodyPr/>
                    <a:lstStyle/>
                    <a:p>
                      <a:pPr algn="ctr" indent="0" marL="0">
                        <a:buNone/>
                      </a:pPr>
                      <a:r>
                        <a:rPr lang="en-US" sz="950" dirty="0">
                          <a:solidFill>
                            <a:srgbClr val="A9B3C1"/>
                          </a:solidFill>
                          <a:latin typeface="Malgun Gothic" pitchFamily="34" charset="0"/>
                          <a:ea typeface="Malgun Gothic" pitchFamily="34" charset="-122"/>
                          <a:cs typeface="Malgun Gothic" pitchFamily="34" charset="-120"/>
                        </a:rPr>
                        <a:t>0.1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50.8</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243E66"/>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B4C9D8"/>
                    </a:solidFill>
                  </a:tcPr>
                </a:tc>
                <a:tc>
                  <a:txBody>
                    <a:bodyPr/>
                    <a:lstStyle/>
                    <a:p>
                      <a:pPr algn="ctr" indent="0" marL="0">
                        <a:buNone/>
                      </a:pPr>
                      <a:r>
                        <a:rPr lang="en-US" sz="950" b="1" dirty="0">
                          <a:solidFill>
                            <a:srgbClr val="FFFFFF"/>
                          </a:solidFill>
                          <a:latin typeface="Malgun Gothic" pitchFamily="34" charset="0"/>
                          <a:ea typeface="Malgun Gothic" pitchFamily="34" charset="-122"/>
                          <a:cs typeface="Malgun Gothic" pitchFamily="34" charset="-120"/>
                        </a:rPr>
                        <a:t>29.1</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solidFill>
                      <a:srgbClr val="6F86A2"/>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활성</a:t>
                      </a:r>
                      <a:endParaRPr lang="en-US" sz="950" dirty="0">
                        <a:latin typeface="Malgun Gothic" charset="0"/>
                        <a:ea typeface="Malgun Gothic" charset="0"/>
                        <a:cs typeface="Malgun Gothic" charset="0"/>
                      </a:endParaRPr>
                    </a:p>
                  </a:txBody>
                  <a:tcPr marL="50800" marR="50800" marT="12700" marB="127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DDE3EB"/>
                      </a:solidFill>
                      <a:prstDash val="solid"/>
                      <a:round/>
                      <a:headEnd type="none" w="med" len="med"/>
                      <a:tailEnd type="none" w="med" len="med"/>
                    </a:lnB>
                  </a:tcPr>
                </a:tc>
              </a:tr>
            </a:tbl>
          </a:graphicData>
        </a:graphic>
      </p:graphicFrame>
      <p:sp>
        <p:nvSpPr>
          <p:cNvPr id="11" name="Text 8"/>
          <p:cNvSpPr txBox="1"/>
          <p:nvPr/>
        </p:nvSpPr>
        <p:spPr>
          <a:xfrm>
            <a:off x="813816" y="5010912"/>
            <a:ext cx="10561320" cy="237744"/>
          </a:xfrm>
          <a:prstGeom prst="rect">
            <a:avLst/>
          </a:prstGeom>
          <a:noFill/>
          <a:ln/>
        </p:spPr>
        <p:txBody>
          <a:bodyPr wrap="square" lIns="0" tIns="0" rIns="0" bIns="0" rtlCol="0" anchor="ctr"/>
          <a:lstStyle/>
          <a:p>
            <a:pPr indent="0" marL="0">
              <a:buNone/>
            </a:pPr>
            <a:r>
              <a:rPr lang="en-US" sz="880" i="1" dirty="0">
                <a:solidFill>
                  <a:srgbClr val="6B7A8F"/>
                </a:solidFill>
                <a:latin typeface="Malgun Gothic" pitchFamily="34" charset="0"/>
                <a:ea typeface="Malgun Gothic" pitchFamily="34" charset="-122"/>
                <a:cs typeface="Malgun Gothic" pitchFamily="34" charset="-120"/>
              </a:rPr>
              <a:t>색 칸 = 영향 인정 (p ≤ 0.05 그리고 기여율 ≥ 2%)  ·  회색 숫자 = 영향 없음  ·  고정값: 주효과가 유의한 목적함수(차압)가 유리한 끝값, 없으면 범위 중앙</a:t>
            </a:r>
            <a:endParaRPr lang="en-US" sz="880" dirty="0"/>
          </a:p>
        </p:txBody>
      </p:sp>
      <p:sp>
        <p:nvSpPr>
          <p:cNvPr id="12" name="Shape 9"/>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832104" y="5724144"/>
            <a:ext cx="64008" cy="164592"/>
          </a:xfrm>
          <a:prstGeom prst="rect">
            <a:avLst/>
          </a:prstGeom>
          <a:solidFill>
            <a:srgbClr val="00A3C4"/>
          </a:solidFill>
          <a:ln w="12700">
            <a:solidFill>
              <a:srgbClr val="00A3C4"/>
            </a:solidFill>
            <a:prstDash val="solid"/>
          </a:ln>
        </p:spPr>
      </p:sp>
      <p:sp>
        <p:nvSpPr>
          <p:cNvPr id="14" name="Text 11"/>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1차 핀 개수</a:t>
            </a:r>
            <a:endParaRPr lang="en-US" sz="1050" dirty="0"/>
          </a:p>
        </p:txBody>
      </p:sp>
      <p:sp>
        <p:nvSpPr>
          <p:cNvPr id="15" name="Text 12"/>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차압 56% · 최고온도 52% · 1차 균일도 52%</a:t>
            </a:r>
            <a:endParaRPr lang="en-US" sz="950" dirty="0"/>
          </a:p>
        </p:txBody>
      </p:sp>
      <p:sp>
        <p:nvSpPr>
          <p:cNvPr id="16" name="Shape 13"/>
          <p:cNvSpPr/>
          <p:nvPr/>
        </p:nvSpPr>
        <p:spPr>
          <a:xfrm>
            <a:off x="4489704" y="5724144"/>
            <a:ext cx="64008" cy="164592"/>
          </a:xfrm>
          <a:prstGeom prst="rect">
            <a:avLst/>
          </a:prstGeom>
          <a:solidFill>
            <a:srgbClr val="00A3C4"/>
          </a:solidFill>
          <a:ln w="12700">
            <a:solidFill>
              <a:srgbClr val="00A3C4"/>
            </a:solidFill>
            <a:prstDash val="solid"/>
          </a:ln>
        </p:spPr>
      </p:sp>
      <p:sp>
        <p:nvSpPr>
          <p:cNvPr id="17" name="Text 14"/>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2차 핀 개수</a:t>
            </a:r>
            <a:endParaRPr lang="en-US" sz="1050" dirty="0"/>
          </a:p>
        </p:txBody>
      </p:sp>
      <p:sp>
        <p:nvSpPr>
          <p:cNvPr id="18" name="Text 15"/>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온도편차 37% · 2차 균일도 51%</a:t>
            </a:r>
            <a:endParaRPr lang="en-US" sz="950" dirty="0"/>
          </a:p>
        </p:txBody>
      </p:sp>
      <p:sp>
        <p:nvSpPr>
          <p:cNvPr id="19" name="Shape 16"/>
          <p:cNvSpPr/>
          <p:nvPr/>
        </p:nvSpPr>
        <p:spPr>
          <a:xfrm>
            <a:off x="8147304" y="5724144"/>
            <a:ext cx="64008" cy="164592"/>
          </a:xfrm>
          <a:prstGeom prst="rect">
            <a:avLst/>
          </a:prstGeom>
          <a:solidFill>
            <a:srgbClr val="00A3C4"/>
          </a:solidFill>
          <a:ln w="12700">
            <a:solidFill>
              <a:srgbClr val="00A3C4"/>
            </a:solidFill>
            <a:prstDash val="solid"/>
          </a:ln>
        </p:spPr>
      </p:sp>
      <p:sp>
        <p:nvSpPr>
          <p:cNvPr id="20" name="Text 17"/>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분기 입구 두께</a:t>
            </a:r>
            <a:endParaRPr lang="en-US" sz="1050" dirty="0"/>
          </a:p>
        </p:txBody>
      </p:sp>
      <p:sp>
        <p:nvSpPr>
          <p:cNvPr id="21" name="Text 18"/>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분기비 84% — 전원모듈로 가는 유량을 사실상 결정</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실험계획법 기반 자동해석 및 데이터 확보</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활성 변수 실험계획  —  OLHD (최적라틴방격법)</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실험점 분포  —  80점</a:t>
            </a:r>
            <a:endParaRPr lang="en-US" sz="1300" dirty="0"/>
          </a:p>
        </p:txBody>
      </p:sp>
      <p:sp>
        <p:nvSpPr>
          <p:cNvPr id="9" name="Text 7"/>
          <p:cNvSpPr txBox="1"/>
          <p:nvPr/>
        </p:nvSpPr>
        <p:spPr>
          <a:xfrm>
            <a:off x="667512"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1차 핀 개수 × 두께</a:t>
            </a:r>
            <a:endParaRPr lang="en-US" sz="950" dirty="0"/>
          </a:p>
        </p:txBody>
      </p:sp>
      <p:graphicFrame>
        <p:nvGraphicFramePr>
          <p:cNvPr id="10" name="Chart 0" descr=""/>
          <p:cNvGraphicFramePr/>
          <p:nvPr/>
        </p:nvGraphicFramePr>
        <p:xfrm>
          <a:off x="667512" y="2103120"/>
          <a:ext cx="2514600" cy="283464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3246120" y="1865376"/>
            <a:ext cx="2514600" cy="237744"/>
          </a:xfrm>
          <a:prstGeom prst="rect">
            <a:avLst/>
          </a:prstGeom>
          <a:noFill/>
          <a:ln/>
        </p:spPr>
        <p:txBody>
          <a:bodyPr wrap="square" lIns="0" tIns="0" rIns="0" bIns="0" rtlCol="0" anchor="ct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입구 유로 × 분기 입구 두께</a:t>
            </a:r>
            <a:endParaRPr lang="en-US" sz="950" dirty="0"/>
          </a:p>
        </p:txBody>
      </p:sp>
      <p:graphicFrame>
        <p:nvGraphicFramePr>
          <p:cNvPr id="12" name="Chart 1" descr=""/>
          <p:cNvGraphicFramePr/>
          <p:nvPr/>
        </p:nvGraphicFramePr>
        <p:xfrm>
          <a:off x="3246120" y="2103120"/>
          <a:ext cx="2514600" cy="283464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813816" y="5138928"/>
            <a:ext cx="4846320" cy="822960"/>
          </a:xfrm>
          <a:prstGeom prst="rect">
            <a:avLst/>
          </a:prstGeom>
          <a:noFill/>
          <a:ln/>
        </p:spPr>
        <p:txBody>
          <a:bodyPr wrap="square" lIns="0" tIns="0" rIns="0" bIns="0" rtlCol="0" anchor="ctr"/>
          <a:lstStyle/>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왼쪽: 핀 갭 제약(핀이 많을수록 두께 상한이 낮아짐) 영역 안에만 분포</a:t>
            </a:r>
            <a:endParaRPr lang="en-US" sz="900" dirty="0"/>
          </a:p>
          <a:p>
            <a:pPr marL="342900" indent="-342900">
              <a:lnSpc>
                <a:spcPct val="115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오른쪽: 제약이 없는 변수 쌍은 설계공간 전체에 고르게 분포</a:t>
            </a:r>
            <a:endParaRPr lang="en-US" sz="900" dirty="0"/>
          </a:p>
        </p:txBody>
      </p:sp>
      <p:sp>
        <p:nvSpPr>
          <p:cNvPr id="14" name="Shape 10"/>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1"/>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2"/>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실험계획 요약</a:t>
            </a:r>
            <a:endParaRPr lang="en-US" sz="1300" dirty="0"/>
          </a:p>
        </p:txBody>
      </p:sp>
      <p:sp>
        <p:nvSpPr>
          <p:cNvPr id="17" name="Shape 13"/>
          <p:cNvSpPr/>
          <p:nvPr/>
        </p:nvSpPr>
        <p:spPr>
          <a:xfrm>
            <a:off x="6647688" y="1883664"/>
            <a:ext cx="1481328" cy="914400"/>
          </a:xfrm>
          <a:prstGeom prst="roundRect">
            <a:avLst>
              <a:gd name="adj" fmla="val 7000"/>
            </a:avLst>
          </a:prstGeom>
          <a:solidFill>
            <a:srgbClr val="EEF2F7"/>
          </a:solidFill>
          <a:ln w="12700">
            <a:solidFill>
              <a:srgbClr val="EEF2F7"/>
            </a:solidFill>
            <a:prstDash val="solid"/>
          </a:ln>
        </p:spPr>
      </p:sp>
      <p:sp>
        <p:nvSpPr>
          <p:cNvPr id="18" name="Text 14"/>
          <p:cNvSpPr txBox="1"/>
          <p:nvPr/>
        </p:nvSpPr>
        <p:spPr>
          <a:xfrm>
            <a:off x="664768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8</a:t>
            </a:r>
            <a:endParaRPr lang="en-US" sz="2600" dirty="0"/>
          </a:p>
        </p:txBody>
      </p:sp>
      <p:sp>
        <p:nvSpPr>
          <p:cNvPr id="19" name="Text 15"/>
          <p:cNvSpPr txBox="1"/>
          <p:nvPr/>
        </p:nvSpPr>
        <p:spPr>
          <a:xfrm>
            <a:off x="664768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활성 변수</a:t>
            </a:r>
            <a:endParaRPr lang="en-US" sz="900" dirty="0"/>
          </a:p>
        </p:txBody>
      </p:sp>
      <p:sp>
        <p:nvSpPr>
          <p:cNvPr id="20" name="Shape 16"/>
          <p:cNvSpPr/>
          <p:nvPr/>
        </p:nvSpPr>
        <p:spPr>
          <a:xfrm>
            <a:off x="8293608" y="1883664"/>
            <a:ext cx="1481328" cy="914400"/>
          </a:xfrm>
          <a:prstGeom prst="roundRect">
            <a:avLst>
              <a:gd name="adj" fmla="val 7000"/>
            </a:avLst>
          </a:prstGeom>
          <a:solidFill>
            <a:srgbClr val="16305B"/>
          </a:solidFill>
          <a:ln w="12700">
            <a:solidFill>
              <a:srgbClr val="16305B"/>
            </a:solidFill>
            <a:prstDash val="solid"/>
          </a:ln>
        </p:spPr>
      </p:sp>
      <p:sp>
        <p:nvSpPr>
          <p:cNvPr id="21" name="Text 17"/>
          <p:cNvSpPr txBox="1"/>
          <p:nvPr/>
        </p:nvSpPr>
        <p:spPr>
          <a:xfrm>
            <a:off x="8293608" y="1920240"/>
            <a:ext cx="1481328" cy="530352"/>
          </a:xfrm>
          <a:prstGeom prst="rect">
            <a:avLst/>
          </a:prstGeom>
          <a:noFill/>
          <a:ln/>
        </p:spPr>
        <p:txBody>
          <a:bodyPr wrap="square" lIns="0" tIns="0" rIns="0" bIns="0" rtlCol="0" anchor="ctr"/>
          <a:lstStyle/>
          <a:p>
            <a:pPr algn="ctr" indent="0" marL="0">
              <a:buNone/>
            </a:pPr>
            <a:r>
              <a:rPr lang="en-US" sz="2600" b="1" dirty="0">
                <a:solidFill>
                  <a:srgbClr val="FFFFFF"/>
                </a:solidFill>
                <a:latin typeface="Malgun Gothic" pitchFamily="34" charset="0"/>
                <a:ea typeface="Malgun Gothic" pitchFamily="34" charset="-122"/>
                <a:cs typeface="Malgun Gothic" pitchFamily="34" charset="-120"/>
              </a:rPr>
              <a:t>80</a:t>
            </a:r>
            <a:endParaRPr lang="en-US" sz="2600" dirty="0"/>
          </a:p>
        </p:txBody>
      </p:sp>
      <p:sp>
        <p:nvSpPr>
          <p:cNvPr id="22" name="Text 18"/>
          <p:cNvSpPr txBox="1"/>
          <p:nvPr/>
        </p:nvSpPr>
        <p:spPr>
          <a:xfrm>
            <a:off x="8293608" y="2450592"/>
            <a:ext cx="1481328" cy="274320"/>
          </a:xfrm>
          <a:prstGeom prst="rect">
            <a:avLst/>
          </a:prstGeom>
          <a:noFill/>
          <a:ln/>
        </p:spPr>
        <p:txBody>
          <a:bodyPr wrap="square" lIns="0" tIns="0" rIns="0" bIns="0" rtlCol="0" anchor="ctr"/>
          <a:lstStyle/>
          <a:p>
            <a:pPr algn="ctr" indent="0" marL="0">
              <a:buNone/>
            </a:pPr>
            <a:r>
              <a:rPr lang="en-US" sz="900" dirty="0">
                <a:solidFill>
                  <a:srgbClr val="CFE0F2"/>
                </a:solidFill>
                <a:latin typeface="Malgun Gothic" pitchFamily="34" charset="0"/>
                <a:ea typeface="Malgun Gothic" pitchFamily="34" charset="-122"/>
                <a:cs typeface="Malgun Gothic" pitchFamily="34" charset="-120"/>
              </a:rPr>
              <a:t>실험점 (10 × 8)</a:t>
            </a:r>
            <a:endParaRPr lang="en-US" sz="900" dirty="0"/>
          </a:p>
        </p:txBody>
      </p:sp>
      <p:sp>
        <p:nvSpPr>
          <p:cNvPr id="23" name="Shape 19"/>
          <p:cNvSpPr/>
          <p:nvPr/>
        </p:nvSpPr>
        <p:spPr>
          <a:xfrm>
            <a:off x="9939528" y="1883664"/>
            <a:ext cx="1481328" cy="914400"/>
          </a:xfrm>
          <a:prstGeom prst="roundRect">
            <a:avLst>
              <a:gd name="adj" fmla="val 7000"/>
            </a:avLst>
          </a:prstGeom>
          <a:solidFill>
            <a:srgbClr val="EEF2F7"/>
          </a:solidFill>
          <a:ln w="12700">
            <a:solidFill>
              <a:srgbClr val="EEF2F7"/>
            </a:solidFill>
            <a:prstDash val="solid"/>
          </a:ln>
        </p:spPr>
      </p:sp>
      <p:sp>
        <p:nvSpPr>
          <p:cNvPr id="24" name="Text 20"/>
          <p:cNvSpPr txBox="1"/>
          <p:nvPr/>
        </p:nvSpPr>
        <p:spPr>
          <a:xfrm>
            <a:off x="9939528" y="1920240"/>
            <a:ext cx="1481328" cy="530352"/>
          </a:xfrm>
          <a:prstGeom prst="rect">
            <a:avLst/>
          </a:prstGeom>
          <a:noFill/>
          <a:ln/>
        </p:spPr>
        <p:txBody>
          <a:bodyPr wrap="square" lIns="0" tIns="0" rIns="0" bIns="0" rtlCol="0" anchor="ctr"/>
          <a:lstStyle/>
          <a:p>
            <a:pPr algn="ctr" indent="0" marL="0">
              <a:buNone/>
            </a:pPr>
            <a:r>
              <a:rPr lang="en-US" sz="2600" b="1" dirty="0">
                <a:solidFill>
                  <a:srgbClr val="16305B"/>
                </a:solidFill>
                <a:latin typeface="Malgun Gothic" pitchFamily="34" charset="0"/>
                <a:ea typeface="Malgun Gothic" pitchFamily="34" charset="-122"/>
                <a:cs typeface="Malgun Gothic" pitchFamily="34" charset="-120"/>
              </a:rPr>
              <a:t>3</a:t>
            </a:r>
            <a:endParaRPr lang="en-US" sz="2600" dirty="0"/>
          </a:p>
        </p:txBody>
      </p:sp>
      <p:sp>
        <p:nvSpPr>
          <p:cNvPr id="25" name="Text 21"/>
          <p:cNvSpPr txBox="1"/>
          <p:nvPr/>
        </p:nvSpPr>
        <p:spPr>
          <a:xfrm>
            <a:off x="9939528" y="2450592"/>
            <a:ext cx="1481328" cy="274320"/>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고정 변수</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647688" y="2999232"/>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구분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유로 · 분기 입구 · 중간 유로 · 중간 입구 두께</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1차 · 2차 핀 두께 ·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고정 변수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입구 각도 150° · 중간 각도 115° · 출구 유로 35 mm</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실험계획법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최적라틴방격법(OLHD) — 각 변수 범위를 80구간으로 나눠</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구간마다 한 점씩 + 점 간 최소 거리 최대화 → 균일 분포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7" name="Shape 22"/>
          <p:cNvSpPr/>
          <p:nvPr/>
        </p:nvSpPr>
        <p:spPr>
          <a:xfrm>
            <a:off x="6647688" y="4864608"/>
            <a:ext cx="4846320" cy="1097280"/>
          </a:xfrm>
          <a:prstGeom prst="roundRect">
            <a:avLst>
              <a:gd name="adj" fmla="val 5000"/>
            </a:avLst>
          </a:prstGeom>
          <a:solidFill>
            <a:srgbClr val="E8F6FA"/>
          </a:solidFill>
          <a:ln w="9525">
            <a:solidFill>
              <a:srgbClr val="00A3C4"/>
            </a:solidFill>
            <a:prstDash val="solid"/>
          </a:ln>
        </p:spPr>
      </p:sp>
      <p:sp>
        <p:nvSpPr>
          <p:cNvPr id="28" name="Text 23"/>
          <p:cNvSpPr txBox="1"/>
          <p:nvPr/>
        </p:nvSpPr>
        <p:spPr>
          <a:xfrm>
            <a:off x="6793992" y="4864608"/>
            <a:ext cx="4572000" cy="1097280"/>
          </a:xfrm>
          <a:prstGeom prst="rect">
            <a:avLst/>
          </a:prstGeom>
          <a:noFill/>
          <a:ln/>
        </p:spPr>
        <p:txBody>
          <a:bodyPr wrap="square" lIns="0" tIns="0" rIns="0" bIns="0" rtlCol="0" anchor="ctr"/>
          <a:lstStyle/>
          <a:p>
            <a:pPr indent="0" marL="0">
              <a:lnSpc>
                <a:spcPct val="120000"/>
              </a:lnSpc>
              <a:spcAft>
                <a:spcPts val="200"/>
              </a:spcAft>
              <a:buNone/>
            </a:pPr>
            <a:r>
              <a:rPr lang="en-US" sz="930" b="1" dirty="0">
                <a:solidFill>
                  <a:srgbClr val="16305B"/>
                </a:solidFill>
                <a:latin typeface="Malgun Gothic" pitchFamily="34" charset="0"/>
                <a:ea typeface="Malgun Gothic" pitchFamily="34" charset="-122"/>
                <a:cs typeface="Malgun Gothic" pitchFamily="34" charset="-120"/>
              </a:rPr>
              <a:t>핀 개수를 먼저 고르게 배치</a:t>
            </a:r>
            <a:endParaRPr lang="en-US" sz="930" dirty="0"/>
          </a:p>
          <a:p>
            <a:pPr indent="0" marL="0">
              <a:lnSpc>
                <a:spcPct val="120000"/>
              </a:lnSpc>
              <a:spcAft>
                <a:spcPts val="200"/>
              </a:spcAft>
              <a:buNone/>
            </a:pPr>
            <a:r>
              <a:rPr lang="en-US" sz="930" dirty="0">
                <a:solidFill>
                  <a:srgbClr val="1C2733"/>
                </a:solidFill>
                <a:latin typeface="Malgun Gothic" pitchFamily="34" charset="0"/>
                <a:ea typeface="Malgun Gothic" pitchFamily="34" charset="-122"/>
                <a:cs typeface="Malgun Gothic" pitchFamily="34" charset="-120"/>
              </a:rPr>
              <a:t>핀 개수가 가장 중요한 변수라서 10~24개 전 범위에 고르게 먼저 두고, 두께는 그 개수에서 만들 수 있는 범위로 맞춤</a:t>
            </a:r>
            <a:endParaRPr lang="en-US" sz="930" dirty="0"/>
          </a:p>
          <a:p>
            <a:pPr indent="0" marL="0">
              <a:lnSpc>
                <a:spcPct val="120000"/>
              </a:lnSpc>
              <a:spcAft>
                <a:spcPts val="200"/>
              </a:spcAft>
              <a:buNone/>
            </a:pPr>
            <a:r>
              <a:rPr lang="en-US" sz="930" dirty="0">
                <a:solidFill>
                  <a:srgbClr val="6B7A8F"/>
                </a:solidFill>
                <a:latin typeface="Malgun Gothic" pitchFamily="34" charset="0"/>
                <a:ea typeface="Malgun Gothic" pitchFamily="34" charset="-122"/>
                <a:cs typeface="Malgun Gothic" pitchFamily="34" charset="-120"/>
              </a:rPr>
              <a:t>두께를 먼저 정하면 22~24개 설계가 80점 중 1~2점밖에 안 나옴</a:t>
            </a:r>
            <a:endParaRPr lang="en-US" sz="93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대리모델  —  가우시안 프로세스 회귀 (GPR)</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개념  —  예측값과 불확실성을 함께 제공</a:t>
            </a:r>
            <a:endParaRPr lang="en-US" sz="1300" dirty="0"/>
          </a:p>
        </p:txBody>
      </p:sp>
      <p:sp>
        <p:nvSpPr>
          <p:cNvPr id="9" name="Shape 7"/>
          <p:cNvSpPr/>
          <p:nvPr/>
        </p:nvSpPr>
        <p:spPr>
          <a:xfrm>
            <a:off x="1005840" y="2057400"/>
            <a:ext cx="4480560" cy="2514600"/>
          </a:xfrm>
          <a:prstGeom prst="rect">
            <a:avLst/>
          </a:prstGeom>
          <a:solidFill>
            <a:srgbClr val="FAFBFD"/>
          </a:solidFill>
          <a:ln w="9525">
            <a:solidFill>
              <a:srgbClr val="DDE3EB"/>
            </a:solidFill>
            <a:prstDash val="solid"/>
          </a:ln>
        </p:spPr>
      </p:sp>
      <p:sp>
        <p:nvSpPr>
          <p:cNvPr id="10" name="Shape 8"/>
          <p:cNvSpPr/>
          <p:nvPr/>
        </p:nvSpPr>
        <p:spPr>
          <a:xfrm>
            <a:off x="1005840" y="2057400"/>
            <a:ext cx="4480560" cy="2514600"/>
          </a:xfrm>
          <a:custGeom>
            <a:avLst/>
            <a:gdLst/>
            <a:ahLst/>
            <a:cxnLst/>
            <a:rect l="l" t="t" r="r" b="b"/>
            <a:pathLst>
              <a:path w="4480560" h="2514600">
                <a:moveTo>
                  <a:pt x="0" y="1105074"/>
                </a:moveTo>
                <a:lnTo>
                  <a:pt x="56007" y="1213199"/>
                </a:lnTo>
                <a:lnTo>
                  <a:pt x="112014" y="1320925"/>
                </a:lnTo>
                <a:lnTo>
                  <a:pt x="168021" y="1424712"/>
                </a:lnTo>
                <a:lnTo>
                  <a:pt x="224028" y="1520172"/>
                </a:lnTo>
                <a:lnTo>
                  <a:pt x="280035" y="1386990"/>
                </a:lnTo>
                <a:lnTo>
                  <a:pt x="336042" y="1257524"/>
                </a:lnTo>
                <a:lnTo>
                  <a:pt x="392049" y="1136714"/>
                </a:lnTo>
                <a:lnTo>
                  <a:pt x="448056" y="1028762"/>
                </a:lnTo>
                <a:lnTo>
                  <a:pt x="504063" y="937158"/>
                </a:lnTo>
                <a:lnTo>
                  <a:pt x="560070" y="864720"/>
                </a:lnTo>
                <a:lnTo>
                  <a:pt x="616077" y="813620"/>
                </a:lnTo>
                <a:lnTo>
                  <a:pt x="672084" y="785388"/>
                </a:lnTo>
                <a:lnTo>
                  <a:pt x="728091" y="780880"/>
                </a:lnTo>
                <a:lnTo>
                  <a:pt x="784098" y="800197"/>
                </a:lnTo>
                <a:lnTo>
                  <a:pt x="840105" y="842546"/>
                </a:lnTo>
                <a:lnTo>
                  <a:pt x="896112" y="906037"/>
                </a:lnTo>
                <a:lnTo>
                  <a:pt x="952119" y="987421"/>
                </a:lnTo>
                <a:lnTo>
                  <a:pt x="1008126" y="1005237"/>
                </a:lnTo>
                <a:lnTo>
                  <a:pt x="1064133" y="923038"/>
                </a:lnTo>
                <a:lnTo>
                  <a:pt x="1120140" y="862076"/>
                </a:lnTo>
                <a:lnTo>
                  <a:pt x="1176147" y="826137"/>
                </a:lnTo>
                <a:lnTo>
                  <a:pt x="1232154" y="817439"/>
                </a:lnTo>
                <a:lnTo>
                  <a:pt x="1288161" y="836889"/>
                </a:lnTo>
                <a:lnTo>
                  <a:pt x="1344168" y="884243"/>
                </a:lnTo>
                <a:lnTo>
                  <a:pt x="1400175" y="958189"/>
                </a:lnTo>
                <a:lnTo>
                  <a:pt x="1456182" y="1056356"/>
                </a:lnTo>
                <a:lnTo>
                  <a:pt x="1512189" y="1175251"/>
                </a:lnTo>
                <a:lnTo>
                  <a:pt x="1568196" y="1310141"/>
                </a:lnTo>
                <a:lnTo>
                  <a:pt x="1624203" y="1454902"/>
                </a:lnTo>
                <a:lnTo>
                  <a:pt x="1680210" y="1601853"/>
                </a:lnTo>
                <a:lnTo>
                  <a:pt x="1736217" y="1655180"/>
                </a:lnTo>
                <a:lnTo>
                  <a:pt x="1792224" y="1657313"/>
                </a:lnTo>
                <a:lnTo>
                  <a:pt x="1848231" y="1674708"/>
                </a:lnTo>
                <a:lnTo>
                  <a:pt x="1904238" y="1709987"/>
                </a:lnTo>
                <a:lnTo>
                  <a:pt x="1960245" y="1763408"/>
                </a:lnTo>
                <a:lnTo>
                  <a:pt x="2016252" y="1833013"/>
                </a:lnTo>
                <a:lnTo>
                  <a:pt x="2072259" y="1914790"/>
                </a:lnTo>
                <a:lnTo>
                  <a:pt x="2128266" y="1934481"/>
                </a:lnTo>
                <a:lnTo>
                  <a:pt x="2184273" y="1835888"/>
                </a:lnTo>
                <a:lnTo>
                  <a:pt x="2240280" y="1719351"/>
                </a:lnTo>
                <a:lnTo>
                  <a:pt x="2296287" y="1591132"/>
                </a:lnTo>
                <a:lnTo>
                  <a:pt x="2352294" y="1456538"/>
                </a:lnTo>
                <a:lnTo>
                  <a:pt x="2408301" y="1319897"/>
                </a:lnTo>
                <a:lnTo>
                  <a:pt x="2464308" y="1184619"/>
                </a:lnTo>
                <a:lnTo>
                  <a:pt x="2520315" y="1053297"/>
                </a:lnTo>
                <a:lnTo>
                  <a:pt x="2576322" y="927834"/>
                </a:lnTo>
                <a:lnTo>
                  <a:pt x="2632329" y="809576"/>
                </a:lnTo>
                <a:lnTo>
                  <a:pt x="2688336" y="699433"/>
                </a:lnTo>
                <a:lnTo>
                  <a:pt x="2744343" y="597994"/>
                </a:lnTo>
                <a:lnTo>
                  <a:pt x="2800350" y="505625"/>
                </a:lnTo>
                <a:lnTo>
                  <a:pt x="2856357" y="422557"/>
                </a:lnTo>
                <a:lnTo>
                  <a:pt x="2912364" y="348954"/>
                </a:lnTo>
                <a:lnTo>
                  <a:pt x="2968371" y="284966"/>
                </a:lnTo>
                <a:lnTo>
                  <a:pt x="3024378" y="230775"/>
                </a:lnTo>
                <a:lnTo>
                  <a:pt x="3080385" y="186613"/>
                </a:lnTo>
                <a:lnTo>
                  <a:pt x="3136392" y="152779"/>
                </a:lnTo>
                <a:lnTo>
                  <a:pt x="3192399" y="129630"/>
                </a:lnTo>
                <a:lnTo>
                  <a:pt x="3248406" y="117554"/>
                </a:lnTo>
                <a:lnTo>
                  <a:pt x="3304413" y="116931"/>
                </a:lnTo>
                <a:lnTo>
                  <a:pt x="3360420" y="128059"/>
                </a:lnTo>
                <a:lnTo>
                  <a:pt x="3416427" y="151065"/>
                </a:lnTo>
                <a:lnTo>
                  <a:pt x="3472434" y="185772"/>
                </a:lnTo>
                <a:lnTo>
                  <a:pt x="3528441" y="231540"/>
                </a:lnTo>
                <a:lnTo>
                  <a:pt x="3584448" y="287065"/>
                </a:lnTo>
                <a:lnTo>
                  <a:pt x="3640455" y="350135"/>
                </a:lnTo>
                <a:lnTo>
                  <a:pt x="3696462" y="417337"/>
                </a:lnTo>
                <a:lnTo>
                  <a:pt x="3752469" y="370188"/>
                </a:lnTo>
                <a:lnTo>
                  <a:pt x="3808476" y="263714"/>
                </a:lnTo>
                <a:lnTo>
                  <a:pt x="3864483" y="182621"/>
                </a:lnTo>
                <a:lnTo>
                  <a:pt x="3920490" y="130079"/>
                </a:lnTo>
                <a:lnTo>
                  <a:pt x="3976497" y="107874"/>
                </a:lnTo>
                <a:lnTo>
                  <a:pt x="4032504" y="116581"/>
                </a:lnTo>
                <a:lnTo>
                  <a:pt x="4088511" y="155639"/>
                </a:lnTo>
                <a:lnTo>
                  <a:pt x="4144518" y="223332"/>
                </a:lnTo>
                <a:lnTo>
                  <a:pt x="4200525" y="316679"/>
                </a:lnTo>
                <a:lnTo>
                  <a:pt x="4256532" y="431228"/>
                </a:lnTo>
                <a:lnTo>
                  <a:pt x="4312539" y="355739"/>
                </a:lnTo>
                <a:lnTo>
                  <a:pt x="4368546" y="279962"/>
                </a:lnTo>
                <a:lnTo>
                  <a:pt x="4424553" y="207683"/>
                </a:lnTo>
                <a:lnTo>
                  <a:pt x="4480560" y="141382"/>
                </a:lnTo>
                <a:lnTo>
                  <a:pt x="4480560" y="981540"/>
                </a:lnTo>
                <a:lnTo>
                  <a:pt x="4424553" y="840944"/>
                </a:lnTo>
                <a:lnTo>
                  <a:pt x="4368546" y="699317"/>
                </a:lnTo>
                <a:lnTo>
                  <a:pt x="4312539" y="560941"/>
                </a:lnTo>
                <a:lnTo>
                  <a:pt x="4256532" y="431251"/>
                </a:lnTo>
                <a:lnTo>
                  <a:pt x="4200525" y="501223"/>
                </a:lnTo>
                <a:lnTo>
                  <a:pt x="4144518" y="560234"/>
                </a:lnTo>
                <a:lnTo>
                  <a:pt x="4088511" y="604058"/>
                </a:lnTo>
                <a:lnTo>
                  <a:pt x="4032504" y="629854"/>
                </a:lnTo>
                <a:lnTo>
                  <a:pt x="3976497" y="636140"/>
                </a:lnTo>
                <a:lnTo>
                  <a:pt x="3920490" y="622788"/>
                </a:lnTo>
                <a:lnTo>
                  <a:pt x="3864483" y="591012"/>
                </a:lnTo>
                <a:lnTo>
                  <a:pt x="3808476" y="543367"/>
                </a:lnTo>
                <a:lnTo>
                  <a:pt x="3752469" y="483742"/>
                </a:lnTo>
                <a:lnTo>
                  <a:pt x="3696462" y="497220"/>
                </a:lnTo>
                <a:lnTo>
                  <a:pt x="3640455" y="638482"/>
                </a:lnTo>
                <a:lnTo>
                  <a:pt x="3584448" y="787897"/>
                </a:lnTo>
                <a:lnTo>
                  <a:pt x="3528441" y="940455"/>
                </a:lnTo>
                <a:lnTo>
                  <a:pt x="3472434" y="1092192"/>
                </a:lnTo>
                <a:lnTo>
                  <a:pt x="3416427" y="1240096"/>
                </a:lnTo>
                <a:lnTo>
                  <a:pt x="3360420" y="1381973"/>
                </a:lnTo>
                <a:lnTo>
                  <a:pt x="3304413" y="1516314"/>
                </a:lnTo>
                <a:lnTo>
                  <a:pt x="3248406" y="1642144"/>
                </a:lnTo>
                <a:lnTo>
                  <a:pt x="3192399" y="1758897"/>
                </a:lnTo>
                <a:lnTo>
                  <a:pt x="3136392" y="1866293"/>
                </a:lnTo>
                <a:lnTo>
                  <a:pt x="3080385" y="1964235"/>
                </a:lnTo>
                <a:lnTo>
                  <a:pt x="3024378" y="2052723"/>
                </a:lnTo>
                <a:lnTo>
                  <a:pt x="2968371" y="2131776"/>
                </a:lnTo>
                <a:lnTo>
                  <a:pt x="2912364" y="2201379"/>
                </a:lnTo>
                <a:lnTo>
                  <a:pt x="2856357" y="2261434"/>
                </a:lnTo>
                <a:lnTo>
                  <a:pt x="2800350" y="2311731"/>
                </a:lnTo>
                <a:lnTo>
                  <a:pt x="2744343" y="2351931"/>
                </a:lnTo>
                <a:lnTo>
                  <a:pt x="2688336" y="2381567"/>
                </a:lnTo>
                <a:lnTo>
                  <a:pt x="2632329" y="2400054"/>
                </a:lnTo>
                <a:lnTo>
                  <a:pt x="2576322" y="2406726"/>
                </a:lnTo>
                <a:lnTo>
                  <a:pt x="2520315" y="2400896"/>
                </a:lnTo>
                <a:lnTo>
                  <a:pt x="2464308" y="2381933"/>
                </a:lnTo>
                <a:lnTo>
                  <a:pt x="2408301" y="2349385"/>
                </a:lnTo>
                <a:lnTo>
                  <a:pt x="2352294" y="2303132"/>
                </a:lnTo>
                <a:lnTo>
                  <a:pt x="2296287" y="2243585"/>
                </a:lnTo>
                <a:lnTo>
                  <a:pt x="2240280" y="2171936"/>
                </a:lnTo>
                <a:lnTo>
                  <a:pt x="2184273" y="2090463"/>
                </a:lnTo>
                <a:lnTo>
                  <a:pt x="2128266" y="2002891"/>
                </a:lnTo>
                <a:lnTo>
                  <a:pt x="2072259" y="2008097"/>
                </a:lnTo>
                <a:lnTo>
                  <a:pt x="2016252" y="2050146"/>
                </a:lnTo>
                <a:lnTo>
                  <a:pt x="1960245" y="2056679"/>
                </a:lnTo>
                <a:lnTo>
                  <a:pt x="1904238" y="2026558"/>
                </a:lnTo>
                <a:lnTo>
                  <a:pt x="1848231" y="1961152"/>
                </a:lnTo>
                <a:lnTo>
                  <a:pt x="1792224" y="1864177"/>
                </a:lnTo>
                <a:lnTo>
                  <a:pt x="1736217" y="1741636"/>
                </a:lnTo>
                <a:lnTo>
                  <a:pt x="1680210" y="1663196"/>
                </a:lnTo>
                <a:lnTo>
                  <a:pt x="1624203" y="1674293"/>
                </a:lnTo>
                <a:lnTo>
                  <a:pt x="1568196" y="1681918"/>
                </a:lnTo>
                <a:lnTo>
                  <a:pt x="1512189" y="1681016"/>
                </a:lnTo>
                <a:lnTo>
                  <a:pt x="1456182" y="1667950"/>
                </a:lnTo>
                <a:lnTo>
                  <a:pt x="1400175" y="1640386"/>
                </a:lnTo>
                <a:lnTo>
                  <a:pt x="1344168" y="1597184"/>
                </a:lnTo>
                <a:lnTo>
                  <a:pt x="1288161" y="1538313"/>
                </a:lnTo>
                <a:lnTo>
                  <a:pt x="1232154" y="1464803"/>
                </a:lnTo>
                <a:lnTo>
                  <a:pt x="1176147" y="1378726"/>
                </a:lnTo>
                <a:lnTo>
                  <a:pt x="1120140" y="1283208"/>
                </a:lnTo>
                <a:lnTo>
                  <a:pt x="1064133" y="1182450"/>
                </a:lnTo>
                <a:lnTo>
                  <a:pt x="1008126" y="1081741"/>
                </a:lnTo>
                <a:lnTo>
                  <a:pt x="952119" y="1102987"/>
                </a:lnTo>
                <a:lnTo>
                  <a:pt x="896112" y="1209130"/>
                </a:lnTo>
                <a:lnTo>
                  <a:pt x="840105" y="1316882"/>
                </a:lnTo>
                <a:lnTo>
                  <a:pt x="784098" y="1420384"/>
                </a:lnTo>
                <a:lnTo>
                  <a:pt x="728091" y="1514682"/>
                </a:lnTo>
                <a:lnTo>
                  <a:pt x="672084" y="1595675"/>
                </a:lnTo>
                <a:lnTo>
                  <a:pt x="616077" y="1660043"/>
                </a:lnTo>
                <a:lnTo>
                  <a:pt x="560070" y="1705191"/>
                </a:lnTo>
                <a:lnTo>
                  <a:pt x="504063" y="1729212"/>
                </a:lnTo>
                <a:lnTo>
                  <a:pt x="448056" y="1730904"/>
                </a:lnTo>
                <a:lnTo>
                  <a:pt x="392049" y="1709827"/>
                </a:lnTo>
                <a:lnTo>
                  <a:pt x="336042" y="1666434"/>
                </a:lnTo>
                <a:lnTo>
                  <a:pt x="280035" y="1602256"/>
                </a:lnTo>
                <a:lnTo>
                  <a:pt x="224028" y="1520195"/>
                </a:lnTo>
                <a:lnTo>
                  <a:pt x="168021" y="1651567"/>
                </a:lnTo>
                <a:lnTo>
                  <a:pt x="112014" y="1776273"/>
                </a:lnTo>
                <a:lnTo>
                  <a:pt x="56007" y="1891088"/>
                </a:lnTo>
                <a:lnTo>
                  <a:pt x="0" y="1994170"/>
                </a:lnTo>
                <a:close/>
              </a:path>
            </a:pathLst>
          </a:custGeom>
          <a:solidFill>
            <a:srgbClr val="00A3C4">
              <a:alpha val="28000"/>
            </a:srgbClr>
          </a:solidFill>
          <a:ln w="12700">
            <a:solidFill>
              <a:srgbClr val="00A3C4">
                <a:alpha val="0"/>
              </a:srgbClr>
            </a:solidFill>
            <a:prstDash val="solid"/>
          </a:ln>
        </p:spPr>
      </p:sp>
      <p:sp>
        <p:nvSpPr>
          <p:cNvPr id="11" name="Shape 9"/>
          <p:cNvSpPr/>
          <p:nvPr/>
        </p:nvSpPr>
        <p:spPr>
          <a:xfrm>
            <a:off x="1005840" y="2057400"/>
            <a:ext cx="4480560" cy="2514600"/>
          </a:xfrm>
          <a:custGeom>
            <a:avLst/>
            <a:gdLst/>
            <a:ahLst/>
            <a:cxnLst/>
            <a:rect l="l" t="t" r="r" b="b"/>
            <a:pathLst>
              <a:path w="4480560" h="2514600">
                <a:moveTo>
                  <a:pt x="0" y="1549622"/>
                </a:moveTo>
                <a:lnTo>
                  <a:pt x="56007" y="1552144"/>
                </a:lnTo>
                <a:lnTo>
                  <a:pt x="112014" y="1548599"/>
                </a:lnTo>
                <a:lnTo>
                  <a:pt x="168021" y="1538139"/>
                </a:lnTo>
                <a:lnTo>
                  <a:pt x="224028" y="1520183"/>
                </a:lnTo>
                <a:lnTo>
                  <a:pt x="280035" y="1494623"/>
                </a:lnTo>
                <a:lnTo>
                  <a:pt x="336042" y="1461979"/>
                </a:lnTo>
                <a:lnTo>
                  <a:pt x="392049" y="1423271"/>
                </a:lnTo>
                <a:lnTo>
                  <a:pt x="448056" y="1379833"/>
                </a:lnTo>
                <a:lnTo>
                  <a:pt x="504063" y="1333185"/>
                </a:lnTo>
                <a:lnTo>
                  <a:pt x="560070" y="1284955"/>
                </a:lnTo>
                <a:lnTo>
                  <a:pt x="616077" y="1236831"/>
                </a:lnTo>
                <a:lnTo>
                  <a:pt x="672084" y="1190531"/>
                </a:lnTo>
                <a:lnTo>
                  <a:pt x="728091" y="1147781"/>
                </a:lnTo>
                <a:lnTo>
                  <a:pt x="784098" y="1110290"/>
                </a:lnTo>
                <a:lnTo>
                  <a:pt x="840105" y="1079714"/>
                </a:lnTo>
                <a:lnTo>
                  <a:pt x="896112" y="1057583"/>
                </a:lnTo>
                <a:lnTo>
                  <a:pt x="952119" y="1045204"/>
                </a:lnTo>
                <a:lnTo>
                  <a:pt x="1008126" y="1043489"/>
                </a:lnTo>
                <a:lnTo>
                  <a:pt x="1064133" y="1052744"/>
                </a:lnTo>
                <a:lnTo>
                  <a:pt x="1120140" y="1072642"/>
                </a:lnTo>
                <a:lnTo>
                  <a:pt x="1176147" y="1102431"/>
                </a:lnTo>
                <a:lnTo>
                  <a:pt x="1232154" y="1141121"/>
                </a:lnTo>
                <a:lnTo>
                  <a:pt x="1288161" y="1187601"/>
                </a:lnTo>
                <a:lnTo>
                  <a:pt x="1344168" y="1240714"/>
                </a:lnTo>
                <a:lnTo>
                  <a:pt x="1400175" y="1299288"/>
                </a:lnTo>
                <a:lnTo>
                  <a:pt x="1456182" y="1362153"/>
                </a:lnTo>
                <a:lnTo>
                  <a:pt x="1512189" y="1428133"/>
                </a:lnTo>
                <a:lnTo>
                  <a:pt x="1568196" y="1496029"/>
                </a:lnTo>
                <a:lnTo>
                  <a:pt x="1624203" y="1564598"/>
                </a:lnTo>
                <a:lnTo>
                  <a:pt x="1680210" y="1632524"/>
                </a:lnTo>
                <a:lnTo>
                  <a:pt x="1736217" y="1698408"/>
                </a:lnTo>
                <a:lnTo>
                  <a:pt x="1792224" y="1760745"/>
                </a:lnTo>
                <a:lnTo>
                  <a:pt x="1848231" y="1817930"/>
                </a:lnTo>
                <a:lnTo>
                  <a:pt x="1904238" y="1868272"/>
                </a:lnTo>
                <a:lnTo>
                  <a:pt x="1960245" y="1910043"/>
                </a:lnTo>
                <a:lnTo>
                  <a:pt x="2016252" y="1941579"/>
                </a:lnTo>
                <a:lnTo>
                  <a:pt x="2072259" y="1961443"/>
                </a:lnTo>
                <a:lnTo>
                  <a:pt x="2128266" y="1968686"/>
                </a:lnTo>
                <a:lnTo>
                  <a:pt x="2184273" y="1963175"/>
                </a:lnTo>
                <a:lnTo>
                  <a:pt x="2240280" y="1945643"/>
                </a:lnTo>
                <a:lnTo>
                  <a:pt x="2296287" y="1917358"/>
                </a:lnTo>
                <a:lnTo>
                  <a:pt x="2352294" y="1879835"/>
                </a:lnTo>
                <a:lnTo>
                  <a:pt x="2408301" y="1834641"/>
                </a:lnTo>
                <a:lnTo>
                  <a:pt x="2464308" y="1783276"/>
                </a:lnTo>
                <a:lnTo>
                  <a:pt x="2520315" y="1727096"/>
                </a:lnTo>
                <a:lnTo>
                  <a:pt x="2576322" y="1667280"/>
                </a:lnTo>
                <a:lnTo>
                  <a:pt x="2632329" y="1604815"/>
                </a:lnTo>
                <a:lnTo>
                  <a:pt x="2688336" y="1540500"/>
                </a:lnTo>
                <a:lnTo>
                  <a:pt x="2744343" y="1474962"/>
                </a:lnTo>
                <a:lnTo>
                  <a:pt x="2800350" y="1408678"/>
                </a:lnTo>
                <a:lnTo>
                  <a:pt x="2856357" y="1341996"/>
                </a:lnTo>
                <a:lnTo>
                  <a:pt x="2912364" y="1275167"/>
                </a:lnTo>
                <a:lnTo>
                  <a:pt x="2968371" y="1208371"/>
                </a:lnTo>
                <a:lnTo>
                  <a:pt x="3024378" y="1141749"/>
                </a:lnTo>
                <a:lnTo>
                  <a:pt x="3080385" y="1075424"/>
                </a:lnTo>
                <a:lnTo>
                  <a:pt x="3136392" y="1009536"/>
                </a:lnTo>
                <a:lnTo>
                  <a:pt x="3192399" y="944264"/>
                </a:lnTo>
                <a:lnTo>
                  <a:pt x="3248406" y="879849"/>
                </a:lnTo>
                <a:lnTo>
                  <a:pt x="3304413" y="816622"/>
                </a:lnTo>
                <a:lnTo>
                  <a:pt x="3360420" y="755016"/>
                </a:lnTo>
                <a:lnTo>
                  <a:pt x="3416427" y="695580"/>
                </a:lnTo>
                <a:lnTo>
                  <a:pt x="3472434" y="638982"/>
                </a:lnTo>
                <a:lnTo>
                  <a:pt x="3528441" y="585997"/>
                </a:lnTo>
                <a:lnTo>
                  <a:pt x="3584448" y="537481"/>
                </a:lnTo>
                <a:lnTo>
                  <a:pt x="3640455" y="494309"/>
                </a:lnTo>
                <a:lnTo>
                  <a:pt x="3696462" y="457279"/>
                </a:lnTo>
                <a:lnTo>
                  <a:pt x="3752469" y="426965"/>
                </a:lnTo>
                <a:lnTo>
                  <a:pt x="3808476" y="403541"/>
                </a:lnTo>
                <a:lnTo>
                  <a:pt x="3864483" y="386817"/>
                </a:lnTo>
                <a:lnTo>
                  <a:pt x="3920490" y="376433"/>
                </a:lnTo>
                <a:lnTo>
                  <a:pt x="3976497" y="372007"/>
                </a:lnTo>
                <a:lnTo>
                  <a:pt x="4032504" y="373217"/>
                </a:lnTo>
                <a:lnTo>
                  <a:pt x="4088511" y="379849"/>
                </a:lnTo>
                <a:lnTo>
                  <a:pt x="4144518" y="391783"/>
                </a:lnTo>
                <a:lnTo>
                  <a:pt x="4200525" y="408951"/>
                </a:lnTo>
                <a:lnTo>
                  <a:pt x="4256532" y="431240"/>
                </a:lnTo>
                <a:lnTo>
                  <a:pt x="4312539" y="458340"/>
                </a:lnTo>
                <a:lnTo>
                  <a:pt x="4368546" y="489640"/>
                </a:lnTo>
                <a:lnTo>
                  <a:pt x="4424553" y="524314"/>
                </a:lnTo>
                <a:lnTo>
                  <a:pt x="4480560" y="561461"/>
                </a:lnTo>
              </a:path>
            </a:pathLst>
          </a:custGeom>
          <a:noFill/>
          <a:ln w="25400">
            <a:solidFill>
              <a:srgbClr val="16305B"/>
            </a:solidFill>
            <a:prstDash val="solid"/>
          </a:ln>
        </p:spPr>
      </p:sp>
      <p:sp>
        <p:nvSpPr>
          <p:cNvPr id="12" name="Shape 10"/>
          <p:cNvSpPr/>
          <p:nvPr/>
        </p:nvSpPr>
        <p:spPr>
          <a:xfrm>
            <a:off x="1165860" y="3513575"/>
            <a:ext cx="128016" cy="128016"/>
          </a:xfrm>
          <a:prstGeom prst="ellipse">
            <a:avLst/>
          </a:prstGeom>
          <a:solidFill>
            <a:srgbClr val="FFFFFF"/>
          </a:solidFill>
          <a:ln w="19050">
            <a:solidFill>
              <a:srgbClr val="16305B"/>
            </a:solidFill>
            <a:prstDash val="solid"/>
          </a:ln>
        </p:spPr>
      </p:sp>
      <p:sp>
        <p:nvSpPr>
          <p:cNvPr id="13" name="Shape 11"/>
          <p:cNvSpPr/>
          <p:nvPr/>
        </p:nvSpPr>
        <p:spPr>
          <a:xfrm>
            <a:off x="1927555" y="3036252"/>
            <a:ext cx="128016" cy="128016"/>
          </a:xfrm>
          <a:prstGeom prst="ellipse">
            <a:avLst/>
          </a:prstGeom>
          <a:solidFill>
            <a:srgbClr val="FFFFFF"/>
          </a:solidFill>
          <a:ln w="19050">
            <a:solidFill>
              <a:srgbClr val="16305B"/>
            </a:solidFill>
            <a:prstDash val="solid"/>
          </a:ln>
        </p:spPr>
      </p:sp>
      <p:sp>
        <p:nvSpPr>
          <p:cNvPr id="14" name="Shape 12"/>
          <p:cNvSpPr/>
          <p:nvPr/>
        </p:nvSpPr>
        <p:spPr>
          <a:xfrm>
            <a:off x="2644445" y="3652597"/>
            <a:ext cx="128016" cy="128016"/>
          </a:xfrm>
          <a:prstGeom prst="ellipse">
            <a:avLst/>
          </a:prstGeom>
          <a:solidFill>
            <a:srgbClr val="FFFFFF"/>
          </a:solidFill>
          <a:ln w="19050">
            <a:solidFill>
              <a:srgbClr val="16305B"/>
            </a:solidFill>
            <a:prstDash val="solid"/>
          </a:ln>
        </p:spPr>
      </p:sp>
      <p:sp>
        <p:nvSpPr>
          <p:cNvPr id="15" name="Shape 13"/>
          <p:cNvSpPr/>
          <p:nvPr/>
        </p:nvSpPr>
        <p:spPr>
          <a:xfrm>
            <a:off x="3047695" y="3960726"/>
            <a:ext cx="128016" cy="128016"/>
          </a:xfrm>
          <a:prstGeom prst="ellipse">
            <a:avLst/>
          </a:prstGeom>
          <a:solidFill>
            <a:srgbClr val="FFFFFF"/>
          </a:solidFill>
          <a:ln w="19050">
            <a:solidFill>
              <a:srgbClr val="16305B"/>
            </a:solidFill>
            <a:prstDash val="solid"/>
          </a:ln>
        </p:spPr>
      </p:sp>
      <p:sp>
        <p:nvSpPr>
          <p:cNvPr id="16" name="Shape 14"/>
          <p:cNvSpPr/>
          <p:nvPr/>
        </p:nvSpPr>
        <p:spPr>
          <a:xfrm>
            <a:off x="4660697" y="2437719"/>
            <a:ext cx="128016" cy="128016"/>
          </a:xfrm>
          <a:prstGeom prst="ellipse">
            <a:avLst/>
          </a:prstGeom>
          <a:solidFill>
            <a:srgbClr val="FFFFFF"/>
          </a:solidFill>
          <a:ln w="19050">
            <a:solidFill>
              <a:srgbClr val="16305B"/>
            </a:solidFill>
            <a:prstDash val="solid"/>
          </a:ln>
        </p:spPr>
      </p:sp>
      <p:sp>
        <p:nvSpPr>
          <p:cNvPr id="17" name="Shape 15"/>
          <p:cNvSpPr/>
          <p:nvPr/>
        </p:nvSpPr>
        <p:spPr>
          <a:xfrm>
            <a:off x="5198364" y="2424632"/>
            <a:ext cx="128016" cy="128016"/>
          </a:xfrm>
          <a:prstGeom prst="ellipse">
            <a:avLst/>
          </a:prstGeom>
          <a:solidFill>
            <a:srgbClr val="FFFFFF"/>
          </a:solidFill>
          <a:ln w="19050">
            <a:solidFill>
              <a:srgbClr val="16305B"/>
            </a:solidFill>
            <a:prstDash val="solid"/>
          </a:ln>
        </p:spPr>
      </p:sp>
      <p:sp>
        <p:nvSpPr>
          <p:cNvPr id="18" name="Text 16"/>
          <p:cNvSpPr txBox="1"/>
          <p:nvPr/>
        </p:nvSpPr>
        <p:spPr>
          <a:xfrm>
            <a:off x="3514954" y="2148840"/>
            <a:ext cx="1554480" cy="402336"/>
          </a:xfrm>
          <a:prstGeom prst="rect">
            <a:avLst/>
          </a:prstGeom>
          <a:noFill/>
          <a:ln/>
        </p:spPr>
        <p:txBody>
          <a:bodyPr wrap="square" lIns="0" tIns="0" rIns="0" bIns="0" rtlCol="0" anchor="ctr"/>
          <a:lstStyle/>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실험점 사이가 멀수록</a:t>
            </a:r>
            <a:endParaRPr lang="en-US" sz="850" dirty="0"/>
          </a:p>
          <a:p>
            <a:pPr indent="0" marL="0">
              <a:lnSpc>
                <a:spcPct val="110000"/>
              </a:lnSpc>
              <a:buNone/>
            </a:pPr>
            <a:r>
              <a:rPr lang="en-US" sz="850" b="1" dirty="0">
                <a:solidFill>
                  <a:srgbClr val="0088A6"/>
                </a:solidFill>
                <a:latin typeface="Malgun Gothic" pitchFamily="34" charset="0"/>
                <a:ea typeface="Malgun Gothic" pitchFamily="34" charset="-122"/>
                <a:cs typeface="Malgun Gothic" pitchFamily="34" charset="-120"/>
              </a:rPr>
              <a:t>불확실성이 커짐</a:t>
            </a:r>
            <a:endParaRPr lang="en-US" sz="850" dirty="0"/>
          </a:p>
        </p:txBody>
      </p:sp>
      <p:sp>
        <p:nvSpPr>
          <p:cNvPr id="19" name="Text 17"/>
          <p:cNvSpPr txBox="1"/>
          <p:nvPr/>
        </p:nvSpPr>
        <p:spPr>
          <a:xfrm>
            <a:off x="1005840" y="4608576"/>
            <a:ext cx="4480560" cy="201168"/>
          </a:xfrm>
          <a:prstGeom prst="rect">
            <a:avLst/>
          </a:prstGeom>
          <a:noFill/>
          <a:ln/>
        </p:spPr>
        <p:txBody>
          <a:bodyPr wrap="square" lIns="0" tIns="0" rIns="0" bIns="0" rtlCol="0" anchor="ctr"/>
          <a:lstStyle/>
          <a:p>
            <a:pPr algn="ctr" indent="0" marL="0">
              <a:buNone/>
            </a:pPr>
            <a:r>
              <a:rPr lang="en-US" sz="850" dirty="0">
                <a:solidFill>
                  <a:srgbClr val="6B7A8F"/>
                </a:solidFill>
                <a:latin typeface="Malgun Gothic" pitchFamily="34" charset="0"/>
                <a:ea typeface="Malgun Gothic" pitchFamily="34" charset="-122"/>
                <a:cs typeface="Malgun Gothic" pitchFamily="34" charset="-120"/>
              </a:rPr>
              <a:t>설계변수</a:t>
            </a:r>
            <a:endParaRPr lang="en-US" sz="850" dirty="0"/>
          </a:p>
        </p:txBody>
      </p:sp>
      <p:sp>
        <p:nvSpPr>
          <p:cNvPr id="20" name="Shape 18"/>
          <p:cNvSpPr/>
          <p:nvPr/>
        </p:nvSpPr>
        <p:spPr>
          <a:xfrm>
            <a:off x="1005840" y="5001768"/>
            <a:ext cx="118872" cy="118872"/>
          </a:xfrm>
          <a:prstGeom prst="ellipse">
            <a:avLst/>
          </a:prstGeom>
          <a:solidFill>
            <a:srgbClr val="FFFFFF"/>
          </a:solidFill>
          <a:ln w="19050">
            <a:solidFill>
              <a:srgbClr val="16305B"/>
            </a:solidFill>
            <a:prstDash val="solid"/>
          </a:ln>
        </p:spPr>
      </p:sp>
      <p:sp>
        <p:nvSpPr>
          <p:cNvPr id="21" name="Text 19"/>
          <p:cNvSpPr txBox="1"/>
          <p:nvPr/>
        </p:nvSpPr>
        <p:spPr>
          <a:xfrm>
            <a:off x="1188720" y="4956048"/>
            <a:ext cx="155448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해석 결과 (학습 데이터)</a:t>
            </a:r>
            <a:endParaRPr lang="en-US" sz="850" dirty="0"/>
          </a:p>
        </p:txBody>
      </p:sp>
      <p:sp>
        <p:nvSpPr>
          <p:cNvPr id="22" name="Shape 20"/>
          <p:cNvSpPr/>
          <p:nvPr/>
        </p:nvSpPr>
        <p:spPr>
          <a:xfrm>
            <a:off x="2743200" y="5065776"/>
            <a:ext cx="274320" cy="0"/>
          </a:xfrm>
          <a:prstGeom prst="line">
            <a:avLst/>
          </a:prstGeom>
          <a:noFill/>
          <a:ln w="25400">
            <a:solidFill>
              <a:srgbClr val="16305B"/>
            </a:solidFill>
            <a:prstDash val="solid"/>
          </a:ln>
        </p:spPr>
      </p:sp>
      <p:sp>
        <p:nvSpPr>
          <p:cNvPr id="23" name="Text 21"/>
          <p:cNvSpPr txBox="1"/>
          <p:nvPr/>
        </p:nvSpPr>
        <p:spPr>
          <a:xfrm>
            <a:off x="3081528" y="4956048"/>
            <a:ext cx="73152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예측 평균</a:t>
            </a:r>
            <a:endParaRPr lang="en-US" sz="850" dirty="0"/>
          </a:p>
        </p:txBody>
      </p:sp>
      <p:sp>
        <p:nvSpPr>
          <p:cNvPr id="24" name="Shape 22"/>
          <p:cNvSpPr/>
          <p:nvPr/>
        </p:nvSpPr>
        <p:spPr>
          <a:xfrm>
            <a:off x="3749040" y="4992624"/>
            <a:ext cx="274320" cy="146304"/>
          </a:xfrm>
          <a:prstGeom prst="rect">
            <a:avLst/>
          </a:prstGeom>
          <a:solidFill>
            <a:srgbClr val="00A3C4">
              <a:alpha val="28000"/>
            </a:srgbClr>
          </a:solidFill>
          <a:ln w="12700">
            <a:solidFill>
              <a:srgbClr val="00A3C4">
                <a:alpha val="0"/>
              </a:srgbClr>
            </a:solidFill>
            <a:prstDash val="solid"/>
          </a:ln>
        </p:spPr>
      </p:sp>
      <p:sp>
        <p:nvSpPr>
          <p:cNvPr id="25" name="Text 23"/>
          <p:cNvSpPr txBox="1"/>
          <p:nvPr/>
        </p:nvSpPr>
        <p:spPr>
          <a:xfrm>
            <a:off x="4087368" y="4956048"/>
            <a:ext cx="1463040" cy="219456"/>
          </a:xfrm>
          <a:prstGeom prst="rect">
            <a:avLst/>
          </a:prstGeom>
          <a:noFill/>
          <a:ln/>
        </p:spPr>
        <p:txBody>
          <a:bodyPr wrap="square" lIns="0" tIns="0" rIns="0" bIns="0" rtlCol="0" anchor="ctr"/>
          <a:lstStyle/>
          <a:p>
            <a:pPr indent="0" marL="0">
              <a:buNone/>
            </a:pPr>
            <a:r>
              <a:rPr lang="en-US" sz="850" dirty="0">
                <a:solidFill>
                  <a:srgbClr val="1C2733"/>
                </a:solidFill>
                <a:latin typeface="Malgun Gothic" pitchFamily="34" charset="0"/>
                <a:ea typeface="Malgun Gothic" pitchFamily="34" charset="-122"/>
                <a:cs typeface="Malgun Gothic" pitchFamily="34" charset="-120"/>
              </a:rPr>
              <a:t>불확실성 (±2σ, 약 95%)</a:t>
            </a:r>
            <a:endParaRPr lang="en-US" sz="850" dirty="0"/>
          </a:p>
        </p:txBody>
      </p:sp>
      <p:sp>
        <p:nvSpPr>
          <p:cNvPr id="26" name="Shape 24"/>
          <p:cNvSpPr/>
          <p:nvPr/>
        </p:nvSpPr>
        <p:spPr>
          <a:xfrm>
            <a:off x="813816" y="5321808"/>
            <a:ext cx="4846320" cy="658368"/>
          </a:xfrm>
          <a:prstGeom prst="roundRect">
            <a:avLst>
              <a:gd name="adj" fmla="val 8333"/>
            </a:avLst>
          </a:prstGeom>
          <a:solidFill>
            <a:srgbClr val="EEF2F7"/>
          </a:solidFill>
          <a:ln w="12700">
            <a:solidFill>
              <a:srgbClr val="EEF2F7"/>
            </a:solidFill>
            <a:prstDash val="solid"/>
          </a:ln>
        </p:spPr>
      </p:sp>
      <p:sp>
        <p:nvSpPr>
          <p:cNvPr id="27" name="Text 25"/>
          <p:cNvSpPr txBox="1"/>
          <p:nvPr/>
        </p:nvSpPr>
        <p:spPr>
          <a:xfrm>
            <a:off x="960120" y="5321808"/>
            <a:ext cx="4572000" cy="658368"/>
          </a:xfrm>
          <a:prstGeom prst="rect">
            <a:avLst/>
          </a:prstGeom>
          <a:noFill/>
          <a:ln/>
        </p:spPr>
        <p:txBody>
          <a:bodyPr wrap="square" lIns="0" tIns="0" rIns="0" bIns="0" rtlCol="0" anchor="ctr"/>
          <a:lstStyle/>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해석(1회 약 17분) 없이도 아무 설계나 성능을 수 초 안에 예측하고,</a:t>
            </a:r>
            <a:endParaRPr lang="en-US" sz="950" dirty="0"/>
          </a:p>
          <a:p>
            <a:pPr indent="0" marL="0">
              <a:lnSpc>
                <a:spcPct val="120000"/>
              </a:lnSpc>
              <a:buNone/>
            </a:pPr>
            <a:r>
              <a:rPr lang="en-US" sz="950" dirty="0">
                <a:solidFill>
                  <a:srgbClr val="16305B"/>
                </a:solidFill>
                <a:latin typeface="Malgun Gothic" pitchFamily="34" charset="0"/>
                <a:ea typeface="Malgun Gothic" pitchFamily="34" charset="-122"/>
                <a:cs typeface="Malgun Gothic" pitchFamily="34" charset="-120"/>
              </a:rPr>
              <a:t>그 예측을 얼마나 믿을 수 있는지까지 함께 알려줌</a:t>
            </a:r>
            <a:endParaRPr lang="en-US" sz="950" dirty="0"/>
          </a:p>
        </p:txBody>
      </p:sp>
      <p:sp>
        <p:nvSpPr>
          <p:cNvPr id="28" name="Shape 26"/>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9" name="Shape 27"/>
          <p:cNvSpPr/>
          <p:nvPr/>
        </p:nvSpPr>
        <p:spPr>
          <a:xfrm>
            <a:off x="6592824" y="1463040"/>
            <a:ext cx="82296" cy="182880"/>
          </a:xfrm>
          <a:prstGeom prst="rect">
            <a:avLst/>
          </a:prstGeom>
          <a:solidFill>
            <a:srgbClr val="00A3C4"/>
          </a:solidFill>
          <a:ln w="12700">
            <a:solidFill>
              <a:srgbClr val="00A3C4"/>
            </a:solidFill>
            <a:prstDash val="solid"/>
          </a:ln>
        </p:spPr>
      </p:sp>
      <p:sp>
        <p:nvSpPr>
          <p:cNvPr id="30" name="Text 28"/>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GPR을 쓴 이유</a:t>
            </a:r>
            <a:endParaRPr lang="en-US" sz="1300" dirty="0"/>
          </a:p>
        </p:txBody>
      </p:sp>
      <p:sp>
        <p:nvSpPr>
          <p:cNvPr id="31" name="Shape 29"/>
          <p:cNvSpPr/>
          <p:nvPr/>
        </p:nvSpPr>
        <p:spPr>
          <a:xfrm>
            <a:off x="6665976" y="1956816"/>
            <a:ext cx="64008" cy="237744"/>
          </a:xfrm>
          <a:prstGeom prst="rect">
            <a:avLst/>
          </a:prstGeom>
          <a:solidFill>
            <a:srgbClr val="16305B"/>
          </a:solidFill>
          <a:ln w="12700">
            <a:solidFill>
              <a:srgbClr val="16305B"/>
            </a:solidFill>
            <a:prstDash val="solid"/>
          </a:ln>
        </p:spPr>
      </p:sp>
      <p:sp>
        <p:nvSpPr>
          <p:cNvPr id="32" name="Text 30"/>
          <p:cNvSpPr txBox="1"/>
          <p:nvPr/>
        </p:nvSpPr>
        <p:spPr>
          <a:xfrm>
            <a:off x="6839712" y="18653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예측값 + 불확실성</a:t>
            </a:r>
            <a:endParaRPr lang="en-US" sz="1000" dirty="0"/>
          </a:p>
        </p:txBody>
      </p:sp>
      <p:sp>
        <p:nvSpPr>
          <p:cNvPr id="33" name="Text 31"/>
          <p:cNvSpPr txBox="1"/>
          <p:nvPr/>
        </p:nvSpPr>
        <p:spPr>
          <a:xfrm>
            <a:off x="8531352" y="18653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예측과 함께 신뢰구간을 제공</a:t>
            </a:r>
            <a:endParaRPr lang="en-US" sz="930" dirty="0"/>
          </a:p>
        </p:txBody>
      </p:sp>
      <p:sp>
        <p:nvSpPr>
          <p:cNvPr id="34" name="Shape 32"/>
          <p:cNvSpPr/>
          <p:nvPr/>
        </p:nvSpPr>
        <p:spPr>
          <a:xfrm>
            <a:off x="6665976" y="2414016"/>
            <a:ext cx="64008" cy="237744"/>
          </a:xfrm>
          <a:prstGeom prst="rect">
            <a:avLst/>
          </a:prstGeom>
          <a:solidFill>
            <a:srgbClr val="16305B"/>
          </a:solidFill>
          <a:ln w="12700">
            <a:solidFill>
              <a:srgbClr val="16305B"/>
            </a:solidFill>
            <a:prstDash val="solid"/>
          </a:ln>
        </p:spPr>
      </p:sp>
      <p:sp>
        <p:nvSpPr>
          <p:cNvPr id="35" name="Text 33"/>
          <p:cNvSpPr txBox="1"/>
          <p:nvPr/>
        </p:nvSpPr>
        <p:spPr>
          <a:xfrm>
            <a:off x="6839712" y="23225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적은 데이터로 학습</a:t>
            </a:r>
            <a:endParaRPr lang="en-US" sz="1000" dirty="0"/>
          </a:p>
        </p:txBody>
      </p:sp>
      <p:sp>
        <p:nvSpPr>
          <p:cNvPr id="36" name="Text 34"/>
          <p:cNvSpPr txBox="1"/>
          <p:nvPr/>
        </p:nvSpPr>
        <p:spPr>
          <a:xfrm>
            <a:off x="8531352" y="23225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해석 수십 ~ 수백 점 규모에 적합</a:t>
            </a:r>
            <a:endParaRPr lang="en-US" sz="930" dirty="0"/>
          </a:p>
        </p:txBody>
      </p:sp>
      <p:sp>
        <p:nvSpPr>
          <p:cNvPr id="37" name="Shape 35"/>
          <p:cNvSpPr/>
          <p:nvPr/>
        </p:nvSpPr>
        <p:spPr>
          <a:xfrm>
            <a:off x="6665976" y="2871216"/>
            <a:ext cx="64008" cy="237744"/>
          </a:xfrm>
          <a:prstGeom prst="rect">
            <a:avLst/>
          </a:prstGeom>
          <a:solidFill>
            <a:srgbClr val="16305B"/>
          </a:solidFill>
          <a:ln w="12700">
            <a:solidFill>
              <a:srgbClr val="16305B"/>
            </a:solidFill>
            <a:prstDash val="solid"/>
          </a:ln>
        </p:spPr>
      </p:sp>
      <p:sp>
        <p:nvSpPr>
          <p:cNvPr id="38" name="Text 36"/>
          <p:cNvSpPr txBox="1"/>
          <p:nvPr/>
        </p:nvSpPr>
        <p:spPr>
          <a:xfrm>
            <a:off x="6839712" y="27797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민감도 해석</a:t>
            </a:r>
            <a:endParaRPr lang="en-US" sz="1000" dirty="0"/>
          </a:p>
        </p:txBody>
      </p:sp>
      <p:sp>
        <p:nvSpPr>
          <p:cNvPr id="39" name="Text 37"/>
          <p:cNvSpPr txBox="1"/>
          <p:nvPr/>
        </p:nvSpPr>
        <p:spPr>
          <a:xfrm>
            <a:off x="8531352" y="27797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학습된 모델로 Sobol 지수 · 교호작용 산출 (03)</a:t>
            </a:r>
            <a:endParaRPr lang="en-US" sz="930" dirty="0"/>
          </a:p>
        </p:txBody>
      </p:sp>
      <p:sp>
        <p:nvSpPr>
          <p:cNvPr id="40" name="Shape 38"/>
          <p:cNvSpPr/>
          <p:nvPr/>
        </p:nvSpPr>
        <p:spPr>
          <a:xfrm>
            <a:off x="6665976" y="3328416"/>
            <a:ext cx="64008" cy="237744"/>
          </a:xfrm>
          <a:prstGeom prst="rect">
            <a:avLst/>
          </a:prstGeom>
          <a:solidFill>
            <a:srgbClr val="00A3C4"/>
          </a:solidFill>
          <a:ln w="12700">
            <a:solidFill>
              <a:srgbClr val="00A3C4"/>
            </a:solidFill>
            <a:prstDash val="solid"/>
          </a:ln>
        </p:spPr>
      </p:sp>
      <p:sp>
        <p:nvSpPr>
          <p:cNvPr id="41" name="Text 39"/>
          <p:cNvSpPr txBox="1"/>
          <p:nvPr/>
        </p:nvSpPr>
        <p:spPr>
          <a:xfrm>
            <a:off x="6839712" y="3236976"/>
            <a:ext cx="1691640" cy="420624"/>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추가 해석 위치 선정</a:t>
            </a:r>
            <a:endParaRPr lang="en-US" sz="1000" dirty="0"/>
          </a:p>
        </p:txBody>
      </p:sp>
      <p:sp>
        <p:nvSpPr>
          <p:cNvPr id="42" name="Text 40"/>
          <p:cNvSpPr txBox="1"/>
          <p:nvPr/>
        </p:nvSpPr>
        <p:spPr>
          <a:xfrm>
            <a:off x="8531352" y="3236976"/>
            <a:ext cx="2971800" cy="420624"/>
          </a:xfrm>
          <a:prstGeom prst="rect">
            <a:avLst/>
          </a:prstGeom>
          <a:noFill/>
          <a:ln/>
        </p:spPr>
        <p:txBody>
          <a:bodyPr wrap="square" lIns="0" tIns="0" rIns="0" bIns="0" rtlCol="0" anchor="ctr"/>
          <a:lstStyle/>
          <a:p>
            <a:pPr indent="0" marL="0">
              <a:buNone/>
            </a:pPr>
            <a:r>
              <a:rPr lang="en-US" sz="930" dirty="0">
                <a:solidFill>
                  <a:srgbClr val="1C2733"/>
                </a:solidFill>
                <a:latin typeface="Malgun Gothic" pitchFamily="34" charset="0"/>
                <a:ea typeface="Malgun Gothic" pitchFamily="34" charset="-122"/>
                <a:cs typeface="Malgun Gothic" pitchFamily="34" charset="-120"/>
              </a:rPr>
              <a:t>불확실성이 큰 곳을 다음 해석 후보로 (차월)</a:t>
            </a:r>
            <a:endParaRPr lang="en-US" sz="930" dirty="0"/>
          </a:p>
        </p:txBody>
      </p:sp>
      <p:sp>
        <p:nvSpPr>
          <p:cNvPr id="43" name="Text 41"/>
          <p:cNvSpPr txBox="1"/>
          <p:nvPr/>
        </p:nvSpPr>
        <p:spPr>
          <a:xfrm>
            <a:off x="6647688" y="3803904"/>
            <a:ext cx="484632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학습 구성</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647688" y="4114800"/>
          <a:ext cx="4846320" cy="914400"/>
        </p:xfrm>
        <a:graphic>
          <a:graphicData uri="http://schemas.openxmlformats.org/drawingml/2006/table">
            <a:tbl>
              <a:tblPr/>
              <a:tblGrid>
                <a:gridCol w="1097280"/>
                <a:gridCol w="374904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항목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내용</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입력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활성 변수 8개 (0 ~ 1 정규화)</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출력</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응답 7개 → 응답별 모델 1개</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(목적함수 5 + 제약조건 2)</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커널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Matern(ν = 2.5) + ARD(변수별 길이척도)</a:t>
                      </a:r>
                      <a:endParaRPr lang="en-US" sz="950" dirty="0">
                        <a:latin typeface="Malgun Gothic" charset="0"/>
                        <a:ea typeface="Malgun Gothic" charset="0"/>
                        <a:cs typeface="Malgun Gothic" charset="0"/>
                      </a:endParaRPr>
                    </a:p>
                    <a:p>
                      <a:pPr indent="0" marL="0">
                        <a:buNone/>
                      </a:pPr>
                      <a:r>
                        <a:rPr lang="en-US" sz="950" dirty="0">
                          <a:solidFill>
                            <a:srgbClr val="1C2733"/>
                          </a:solidFill>
                          <a:latin typeface="Malgun Gothic" pitchFamily="34" charset="0"/>
                          <a:ea typeface="Malgun Gothic" pitchFamily="34" charset="-122"/>
                          <a:cs typeface="Malgun Gothic" pitchFamily="34" charset="-120"/>
                        </a:rPr>
                        <a:t>— 매끄러운 응답 가정, 변수마다 민감도 따로 학습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전처리</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차압은 로그 변환 (값의 범위가 넓음)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예측값 · 실측값 비교  —  10-fold 교차검증</a:t>
            </a:r>
            <a:endParaRPr lang="en-US" sz="2200" dirty="0"/>
          </a:p>
        </p:txBody>
      </p:sp>
      <p:sp>
        <p:nvSpPr>
          <p:cNvPr id="6" name="Shape 4"/>
          <p:cNvSpPr/>
          <p:nvPr/>
        </p:nvSpPr>
        <p:spPr>
          <a:xfrm>
            <a:off x="502920"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Text 5"/>
          <p:cNvSpPr txBox="1"/>
          <p:nvPr/>
        </p:nvSpPr>
        <p:spPr>
          <a:xfrm>
            <a:off x="630936"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차압</a:t>
            </a:r>
            <a:pPr indent="0" marL="0">
              <a:buNone/>
            </a:pPr>
            <a:r>
              <a:rPr lang="en-US" sz="800" dirty="0">
                <a:solidFill>
                  <a:srgbClr val="6B7A8F"/>
                </a:solidFill>
                <a:latin typeface="Malgun Gothic" pitchFamily="34" charset="0"/>
                <a:ea typeface="Malgun Gothic" pitchFamily="34" charset="-122"/>
                <a:cs typeface="Malgun Gothic" pitchFamily="34" charset="-120"/>
              </a:rPr>
              <a:t>  [Pa]</a:t>
            </a:r>
            <a:endParaRPr lang="en-US" sz="1000" dirty="0"/>
          </a:p>
        </p:txBody>
      </p:sp>
      <p:sp>
        <p:nvSpPr>
          <p:cNvPr id="8" name="Text 6"/>
          <p:cNvSpPr txBox="1"/>
          <p:nvPr/>
        </p:nvSpPr>
        <p:spPr>
          <a:xfrm>
            <a:off x="2103120"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0.972</a:t>
            </a:r>
            <a:endParaRPr lang="en-US" sz="1000" dirty="0"/>
          </a:p>
        </p:txBody>
      </p:sp>
      <p:graphicFrame>
        <p:nvGraphicFramePr>
          <p:cNvPr id="9" name="Chart 0" descr=""/>
          <p:cNvGraphicFramePr/>
          <p:nvPr/>
        </p:nvGraphicFramePr>
        <p:xfrm>
          <a:off x="539496" y="1463040"/>
          <a:ext cx="2578608" cy="1947672"/>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3346704"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1" name="Text 8"/>
          <p:cNvSpPr txBox="1"/>
          <p:nvPr/>
        </p:nvSpPr>
        <p:spPr>
          <a:xfrm>
            <a:off x="3474720"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온도편차</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2" name="Text 9"/>
          <p:cNvSpPr txBox="1"/>
          <p:nvPr/>
        </p:nvSpPr>
        <p:spPr>
          <a:xfrm>
            <a:off x="4946904"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0.989</a:t>
            </a:r>
            <a:endParaRPr lang="en-US" sz="1000" dirty="0"/>
          </a:p>
        </p:txBody>
      </p:sp>
      <p:graphicFrame>
        <p:nvGraphicFramePr>
          <p:cNvPr id="13" name="Chart 1" descr=""/>
          <p:cNvGraphicFramePr/>
          <p:nvPr/>
        </p:nvGraphicFramePr>
        <p:xfrm>
          <a:off x="3383280" y="1463040"/>
          <a:ext cx="2578608" cy="1947672"/>
        </p:xfrm>
        <a:graphic xmlns:a="http://schemas.openxmlformats.org/drawingml/2006/main">
          <a:graphicData uri="http://schemas.openxmlformats.org/drawingml/2006/chart">
            <c:chart xmlns:c="http://schemas.openxmlformats.org/drawingml/2006/chart" r:id="rId2"/>
          </a:graphicData>
        </a:graphic>
      </p:graphicFrame>
      <p:sp>
        <p:nvSpPr>
          <p:cNvPr id="14" name="Shape 10"/>
          <p:cNvSpPr/>
          <p:nvPr/>
        </p:nvSpPr>
        <p:spPr>
          <a:xfrm>
            <a:off x="6190488"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Text 11"/>
          <p:cNvSpPr txBox="1"/>
          <p:nvPr/>
        </p:nvSpPr>
        <p:spPr>
          <a:xfrm>
            <a:off x="6318504"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최고온도</a:t>
            </a:r>
            <a:pPr indent="0" marL="0">
              <a:buNone/>
            </a:pPr>
            <a:r>
              <a:rPr lang="en-US" sz="800" dirty="0">
                <a:solidFill>
                  <a:srgbClr val="6B7A8F"/>
                </a:solidFill>
                <a:latin typeface="Malgun Gothic" pitchFamily="34" charset="0"/>
                <a:ea typeface="Malgun Gothic" pitchFamily="34" charset="-122"/>
                <a:cs typeface="Malgun Gothic" pitchFamily="34" charset="-120"/>
              </a:rPr>
              <a:t>  [°C]</a:t>
            </a:r>
            <a:endParaRPr lang="en-US" sz="1000" dirty="0"/>
          </a:p>
        </p:txBody>
      </p:sp>
      <p:sp>
        <p:nvSpPr>
          <p:cNvPr id="16" name="Text 12"/>
          <p:cNvSpPr txBox="1"/>
          <p:nvPr/>
        </p:nvSpPr>
        <p:spPr>
          <a:xfrm>
            <a:off x="7790688"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0.971</a:t>
            </a:r>
            <a:endParaRPr lang="en-US" sz="1000" dirty="0"/>
          </a:p>
        </p:txBody>
      </p:sp>
      <p:graphicFrame>
        <p:nvGraphicFramePr>
          <p:cNvPr id="17" name="Chart 2" descr=""/>
          <p:cNvGraphicFramePr/>
          <p:nvPr/>
        </p:nvGraphicFramePr>
        <p:xfrm>
          <a:off x="6227064" y="1463040"/>
          <a:ext cx="2578608" cy="1947672"/>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9034272" y="1133856"/>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9" name="Text 14"/>
          <p:cNvSpPr txBox="1"/>
          <p:nvPr/>
        </p:nvSpPr>
        <p:spPr>
          <a:xfrm>
            <a:off x="9162288" y="1207008"/>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1차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0" name="Text 15"/>
          <p:cNvSpPr txBox="1"/>
          <p:nvPr/>
        </p:nvSpPr>
        <p:spPr>
          <a:xfrm>
            <a:off x="10634472" y="1207008"/>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0.977</a:t>
            </a:r>
            <a:endParaRPr lang="en-US" sz="1000" dirty="0"/>
          </a:p>
        </p:txBody>
      </p:sp>
      <p:graphicFrame>
        <p:nvGraphicFramePr>
          <p:cNvPr id="21" name="Chart 3" descr=""/>
          <p:cNvGraphicFramePr/>
          <p:nvPr/>
        </p:nvGraphicFramePr>
        <p:xfrm>
          <a:off x="9070848" y="1463040"/>
          <a:ext cx="2578608" cy="1947672"/>
        </p:xfrm>
        <a:graphic xmlns:a="http://schemas.openxmlformats.org/drawingml/2006/main">
          <a:graphicData uri="http://schemas.openxmlformats.org/drawingml/2006/chart">
            <c:chart xmlns:c="http://schemas.openxmlformats.org/drawingml/2006/chart" r:id="rId4"/>
          </a:graphicData>
        </a:graphic>
      </p:graphicFrame>
      <p:sp>
        <p:nvSpPr>
          <p:cNvPr id="22" name="Shape 16"/>
          <p:cNvSpPr/>
          <p:nvPr/>
        </p:nvSpPr>
        <p:spPr>
          <a:xfrm>
            <a:off x="502920" y="3611880"/>
            <a:ext cx="2651760" cy="2331720"/>
          </a:xfrm>
          <a:prstGeom prst="roundRect">
            <a:avLst>
              <a:gd name="adj" fmla="val 1961"/>
            </a:avLst>
          </a:prstGeom>
          <a:solidFill>
            <a:srgbClr val="FFFFFF"/>
          </a:solidFill>
          <a:ln w="15875">
            <a:solidFill>
              <a:srgbClr val="00A3C4"/>
            </a:solidFill>
            <a:prstDash val="solid"/>
          </a:ln>
          <a:effectLst>
            <a:outerShdw sx="100000" sy="100000" kx="0" ky="0" algn="bl" rotWithShape="0" blurRad="101600" dist="12700" dir="5400000">
              <a:srgbClr val="9AA8BC">
                <a:alpha val="18000"/>
              </a:srgbClr>
            </a:outerShdw>
          </a:effectLst>
        </p:spPr>
      </p:sp>
      <p:sp>
        <p:nvSpPr>
          <p:cNvPr id="23" name="Text 17"/>
          <p:cNvSpPr txBox="1"/>
          <p:nvPr/>
        </p:nvSpPr>
        <p:spPr>
          <a:xfrm>
            <a:off x="630936"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2차 균일도</a:t>
            </a:r>
            <a:pPr indent="0" marL="0">
              <a:buNone/>
            </a:pPr>
            <a:r>
              <a:rPr lang="en-US" sz="800" dirty="0">
                <a:solidFill>
                  <a:srgbClr val="6B7A8F"/>
                </a:solidFill>
                <a:latin typeface="Malgun Gothic" pitchFamily="34" charset="0"/>
                <a:ea typeface="Malgun Gothic" pitchFamily="34" charset="-122"/>
                <a:cs typeface="Malgun Gothic" pitchFamily="34" charset="-120"/>
              </a:rPr>
              <a:t>  [LPM]</a:t>
            </a:r>
            <a:endParaRPr lang="en-US" sz="1000" dirty="0"/>
          </a:p>
        </p:txBody>
      </p:sp>
      <p:sp>
        <p:nvSpPr>
          <p:cNvPr id="24" name="Text 18"/>
          <p:cNvSpPr txBox="1"/>
          <p:nvPr/>
        </p:nvSpPr>
        <p:spPr>
          <a:xfrm>
            <a:off x="2103120" y="3685032"/>
            <a:ext cx="914400" cy="256032"/>
          </a:xfrm>
          <a:prstGeom prst="rect">
            <a:avLst/>
          </a:prstGeom>
          <a:noFill/>
          <a:ln/>
        </p:spPr>
        <p:txBody>
          <a:bodyPr wrap="square" lIns="0" tIns="0" rIns="0" bIns="0" rtlCol="0" anchor="ctr"/>
          <a:lstStyle/>
          <a:p>
            <a:pPr algn="r" indent="0" marL="0">
              <a:buNone/>
            </a:pPr>
            <a:r>
              <a:rPr lang="en-US" sz="1000" b="1" dirty="0">
                <a:solidFill>
                  <a:srgbClr val="0088A6"/>
                </a:solidFill>
                <a:latin typeface="Malgun Gothic" pitchFamily="34" charset="0"/>
                <a:ea typeface="Malgun Gothic" pitchFamily="34" charset="-122"/>
                <a:cs typeface="Malgun Gothic" pitchFamily="34" charset="-120"/>
              </a:rPr>
              <a:t>R² 0.893</a:t>
            </a:r>
            <a:endParaRPr lang="en-US" sz="1000" dirty="0"/>
          </a:p>
        </p:txBody>
      </p:sp>
      <p:graphicFrame>
        <p:nvGraphicFramePr>
          <p:cNvPr id="25" name="Chart 4" descr=""/>
          <p:cNvGraphicFramePr/>
          <p:nvPr/>
        </p:nvGraphicFramePr>
        <p:xfrm>
          <a:off x="539496" y="3941064"/>
          <a:ext cx="2578608" cy="1947672"/>
        </p:xfrm>
        <a:graphic xmlns:a="http://schemas.openxmlformats.org/drawingml/2006/main">
          <a:graphicData uri="http://schemas.openxmlformats.org/drawingml/2006/chart">
            <c:chart xmlns:c="http://schemas.openxmlformats.org/drawingml/2006/chart" r:id="rId5"/>
          </a:graphicData>
        </a:graphic>
      </p:graphicFrame>
      <p:sp>
        <p:nvSpPr>
          <p:cNvPr id="26" name="Shape 19"/>
          <p:cNvSpPr/>
          <p:nvPr/>
        </p:nvSpPr>
        <p:spPr>
          <a:xfrm>
            <a:off x="3346704"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27" name="Text 20"/>
          <p:cNvSpPr txBox="1"/>
          <p:nvPr/>
        </p:nvSpPr>
        <p:spPr>
          <a:xfrm>
            <a:off x="3474720"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분기비</a:t>
            </a:r>
            <a:pPr indent="0" marL="0">
              <a:buNone/>
            </a:pPr>
            <a:r>
              <a:rPr lang="en-US" sz="800" dirty="0">
                <a:solidFill>
                  <a:srgbClr val="6B7A8F"/>
                </a:solidFill>
                <a:latin typeface="Malgun Gothic" pitchFamily="34" charset="0"/>
                <a:ea typeface="Malgun Gothic" pitchFamily="34" charset="-122"/>
                <a:cs typeface="Malgun Gothic" pitchFamily="34" charset="-120"/>
              </a:rPr>
              <a:t>  [-]</a:t>
            </a:r>
            <a:endParaRPr lang="en-US" sz="1000" dirty="0"/>
          </a:p>
        </p:txBody>
      </p:sp>
      <p:sp>
        <p:nvSpPr>
          <p:cNvPr id="28" name="Text 21"/>
          <p:cNvSpPr txBox="1"/>
          <p:nvPr/>
        </p:nvSpPr>
        <p:spPr>
          <a:xfrm>
            <a:off x="4946904"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0.956</a:t>
            </a:r>
            <a:endParaRPr lang="en-US" sz="1000" dirty="0"/>
          </a:p>
        </p:txBody>
      </p:sp>
      <p:graphicFrame>
        <p:nvGraphicFramePr>
          <p:cNvPr id="29" name="Chart 5" descr=""/>
          <p:cNvGraphicFramePr/>
          <p:nvPr/>
        </p:nvGraphicFramePr>
        <p:xfrm>
          <a:off x="3383280" y="3941064"/>
          <a:ext cx="2578608" cy="1947672"/>
        </p:xfrm>
        <a:graphic xmlns:a="http://schemas.openxmlformats.org/drawingml/2006/main">
          <a:graphicData uri="http://schemas.openxmlformats.org/drawingml/2006/chart">
            <c:chart xmlns:c="http://schemas.openxmlformats.org/drawingml/2006/chart" r:id="rId6"/>
          </a:graphicData>
        </a:graphic>
      </p:graphicFrame>
      <p:sp>
        <p:nvSpPr>
          <p:cNvPr id="30" name="Shape 22"/>
          <p:cNvSpPr/>
          <p:nvPr/>
        </p:nvSpPr>
        <p:spPr>
          <a:xfrm>
            <a:off x="6190488" y="3611880"/>
            <a:ext cx="2651760" cy="2331720"/>
          </a:xfrm>
          <a:prstGeom prst="roundRect">
            <a:avLst>
              <a:gd name="adj" fmla="val 196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31" name="Text 23"/>
          <p:cNvSpPr txBox="1"/>
          <p:nvPr/>
        </p:nvSpPr>
        <p:spPr>
          <a:xfrm>
            <a:off x="6318504" y="3685032"/>
            <a:ext cx="1554480" cy="256032"/>
          </a:xfrm>
          <a:prstGeom prst="rect">
            <a:avLst/>
          </a:prstGeom>
          <a:noFill/>
          <a:ln/>
        </p:spPr>
        <p:txBody>
          <a:bodyPr wrap="square" lIns="0" tIns="0" rIns="0" bIns="0" rtlCol="0" anchor="ct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중량</a:t>
            </a:r>
            <a:pPr indent="0" marL="0">
              <a:buNone/>
            </a:pPr>
            <a:r>
              <a:rPr lang="en-US" sz="800" dirty="0">
                <a:solidFill>
                  <a:srgbClr val="6B7A8F"/>
                </a:solidFill>
                <a:latin typeface="Malgun Gothic" pitchFamily="34" charset="0"/>
                <a:ea typeface="Malgun Gothic" pitchFamily="34" charset="-122"/>
                <a:cs typeface="Malgun Gothic" pitchFamily="34" charset="-120"/>
              </a:rPr>
              <a:t>  [kg]</a:t>
            </a:r>
            <a:endParaRPr lang="en-US" sz="1000" dirty="0"/>
          </a:p>
        </p:txBody>
      </p:sp>
      <p:sp>
        <p:nvSpPr>
          <p:cNvPr id="32" name="Text 24"/>
          <p:cNvSpPr txBox="1"/>
          <p:nvPr/>
        </p:nvSpPr>
        <p:spPr>
          <a:xfrm>
            <a:off x="7790688" y="3685032"/>
            <a:ext cx="914400" cy="256032"/>
          </a:xfrm>
          <a:prstGeom prst="rect">
            <a:avLst/>
          </a:prstGeom>
          <a:noFill/>
          <a:ln/>
        </p:spPr>
        <p:txBody>
          <a:bodyPr wrap="square" lIns="0" tIns="0" rIns="0" bIns="0" rtlCol="0" anchor="ctr"/>
          <a:lstStyle/>
          <a:p>
            <a:pPr algn="r" indent="0" marL="0">
              <a:buNone/>
            </a:pPr>
            <a:r>
              <a:rPr lang="en-US" sz="1000" b="1" dirty="0">
                <a:solidFill>
                  <a:srgbClr val="16305B"/>
                </a:solidFill>
                <a:latin typeface="Malgun Gothic" pitchFamily="34" charset="0"/>
                <a:ea typeface="Malgun Gothic" pitchFamily="34" charset="-122"/>
                <a:cs typeface="Malgun Gothic" pitchFamily="34" charset="-120"/>
              </a:rPr>
              <a:t>R² 1.000</a:t>
            </a:r>
            <a:endParaRPr lang="en-US" sz="1000" dirty="0"/>
          </a:p>
        </p:txBody>
      </p:sp>
      <p:graphicFrame>
        <p:nvGraphicFramePr>
          <p:cNvPr id="33" name="Chart 6" descr=""/>
          <p:cNvGraphicFramePr/>
          <p:nvPr/>
        </p:nvGraphicFramePr>
        <p:xfrm>
          <a:off x="6227064" y="3941064"/>
          <a:ext cx="2578608" cy="1947672"/>
        </p:xfrm>
        <a:graphic xmlns:a="http://schemas.openxmlformats.org/drawingml/2006/main">
          <a:graphicData uri="http://schemas.openxmlformats.org/drawingml/2006/chart">
            <c:chart xmlns:c="http://schemas.openxmlformats.org/drawingml/2006/chart" r:id="rId7"/>
          </a:graphicData>
        </a:graphic>
      </p:graphicFrame>
      <p:sp>
        <p:nvSpPr>
          <p:cNvPr id="34" name="Shape 25"/>
          <p:cNvSpPr/>
          <p:nvPr/>
        </p:nvSpPr>
        <p:spPr>
          <a:xfrm>
            <a:off x="9034272" y="3611880"/>
            <a:ext cx="2651760" cy="2331720"/>
          </a:xfrm>
          <a:prstGeom prst="roundRect">
            <a:avLst>
              <a:gd name="adj" fmla="val 1961"/>
            </a:avLst>
          </a:prstGeom>
          <a:solidFill>
            <a:srgbClr val="16305B"/>
          </a:solidFill>
          <a:ln w="12700">
            <a:solidFill>
              <a:srgbClr val="16305B"/>
            </a:solidFill>
            <a:prstDash val="solid"/>
          </a:ln>
        </p:spPr>
      </p:sp>
      <p:sp>
        <p:nvSpPr>
          <p:cNvPr id="35" name="Text 26"/>
          <p:cNvSpPr txBox="1"/>
          <p:nvPr/>
        </p:nvSpPr>
        <p:spPr>
          <a:xfrm>
            <a:off x="9217152" y="3739896"/>
            <a:ext cx="2286000" cy="256032"/>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교차검증 R²  (결정계수)</a:t>
            </a:r>
            <a:endParaRPr lang="en-US" sz="1000" dirty="0"/>
          </a:p>
        </p:txBody>
      </p:sp>
      <p:sp>
        <p:nvSpPr>
          <p:cNvPr id="36" name="Text 27"/>
          <p:cNvSpPr txBox="1"/>
          <p:nvPr/>
        </p:nvSpPr>
        <p:spPr>
          <a:xfrm>
            <a:off x="9217152" y="3977640"/>
            <a:ext cx="2286000" cy="502920"/>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7" name="Text 28"/>
          <p:cNvSpPr txBox="1"/>
          <p:nvPr/>
        </p:nvSpPr>
        <p:spPr>
          <a:xfrm>
            <a:off x="9217152" y="4526280"/>
            <a:ext cx="2286000" cy="1298448"/>
          </a:xfrm>
          <a:prstGeom prst="rect">
            <a:avLst/>
          </a:prstGeom>
          <a:noFill/>
          <a:ln/>
        </p:spPr>
        <p:txBody>
          <a:bodyPr wrap="square" lIns="0" tIns="0" rIns="0" bIns="0" rtlCol="0" anchor="t"/>
          <a:lstStyle/>
          <a:p>
            <a:pPr indent="0" marL="0">
              <a:lnSpc>
                <a:spcPct val="120000"/>
              </a:lnSpc>
              <a:spcAft>
                <a:spcPts val="300"/>
              </a:spcAft>
              <a:buNone/>
            </a:pPr>
            <a:r>
              <a:rPr lang="en-US" sz="900" b="1" dirty="0">
                <a:solidFill>
                  <a:srgbClr val="7FD6E8"/>
                </a:solidFill>
                <a:latin typeface="Malgun Gothic" pitchFamily="34" charset="0"/>
                <a:ea typeface="Malgun Gothic" pitchFamily="34" charset="-122"/>
                <a:cs typeface="Malgun Gothic" pitchFamily="34" charset="-120"/>
              </a:rPr>
              <a:t>1에 가까울수록 정확 — 0.9 = 응답 변동의 90%를 설명</a:t>
            </a:r>
            <a:endParaRPr lang="en-US" sz="900" dirty="0"/>
          </a:p>
          <a:p>
            <a:pPr indent="0" marL="0">
              <a:lnSpc>
                <a:spcPct val="120000"/>
              </a:lnSpc>
              <a:spcAft>
                <a:spcPts val="300"/>
              </a:spcAft>
              <a:buNone/>
            </a:pPr>
            <a:r>
              <a:rPr lang="en-US" sz="900" dirty="0">
                <a:solidFill>
                  <a:srgbClr val="FFFFFF"/>
                </a:solidFill>
                <a:latin typeface="Malgun Gothic" pitchFamily="34" charset="0"/>
                <a:ea typeface="Malgun Gothic" pitchFamily="34" charset="-122"/>
                <a:cs typeface="Malgun Gothic" pitchFamily="34" charset="-120"/>
              </a:rPr>
              <a:t>10-fold: 80점을 10묶음으로 나눠 한 묶음씩 빼고 학습 → 뺀 묶음을 예측</a:t>
            </a:r>
            <a:endParaRPr lang="en-US" sz="900" dirty="0"/>
          </a:p>
          <a:p>
            <a:pPr indent="0" marL="0">
              <a:lnSpc>
                <a:spcPct val="120000"/>
              </a:lnSpc>
              <a:spcAft>
                <a:spcPts val="300"/>
              </a:spcAft>
              <a:buNone/>
            </a:pPr>
            <a:r>
              <a:rPr lang="en-US" sz="900" b="1" dirty="0">
                <a:solidFill>
                  <a:srgbClr val="FFFFFF"/>
                </a:solidFill>
                <a:latin typeface="Malgun Gothic" pitchFamily="34" charset="0"/>
                <a:ea typeface="Malgun Gothic" pitchFamily="34" charset="-122"/>
                <a:cs typeface="Malgun Gothic" pitchFamily="34" charset="-120"/>
              </a:rPr>
              <a:t>→ 학습에 안 쓴 설계에 대한 정확도</a:t>
            </a:r>
            <a:endParaRPr lang="en-US" sz="900" dirty="0"/>
          </a:p>
        </p:txBody>
      </p:sp>
      <p:sp>
        <p:nvSpPr>
          <p:cNvPr id="38" name="Text 29"/>
          <p:cNvSpPr txBox="1"/>
          <p:nvPr/>
        </p:nvSpPr>
        <p:spPr>
          <a:xfrm>
            <a:off x="502920" y="6236208"/>
            <a:ext cx="11183112" cy="237744"/>
          </a:xfrm>
          <a:prstGeom prst="rect">
            <a:avLst/>
          </a:prstGeom>
          <a:noFill/>
          <a:ln/>
        </p:spPr>
        <p:txBody>
          <a:bodyPr wrap="square" lIns="0" tIns="0" rIns="0" bIns="0" rtlCol="0" anchor="ctr"/>
          <a:lstStyle/>
          <a:p>
            <a:pPr indent="0" marL="0">
              <a:buNone/>
            </a:pPr>
            <a:r>
              <a:rPr lang="en-US" sz="850" i="1" dirty="0">
                <a:solidFill>
                  <a:srgbClr val="6B7A8F"/>
                </a:solidFill>
                <a:latin typeface="Malgun Gothic" pitchFamily="34" charset="0"/>
                <a:ea typeface="Malgun Gothic" pitchFamily="34" charset="-122"/>
                <a:cs typeface="Malgun Gothic" pitchFamily="34" charset="-120"/>
              </a:rPr>
              <a:t>점 = 설계 1개  ·  빨간 선 = 예측값 = 실측값 (선에 가까울수록 정확)</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변수별 민감도 및 교호작용  —  Sobol 지수</a:t>
            </a:r>
            <a:endParaRPr lang="en-US" sz="2200" dirty="0"/>
          </a:p>
        </p:txBody>
      </p:sp>
      <p:sp>
        <p:nvSpPr>
          <p:cNvPr id="6" name="Shape 4"/>
          <p:cNvSpPr/>
          <p:nvPr/>
        </p:nvSpPr>
        <p:spPr>
          <a:xfrm>
            <a:off x="502920"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응답별 1순위 변수  —  DSD vs GPR</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13816" y="1865376"/>
          <a:ext cx="4846320" cy="914400"/>
        </p:xfrm>
        <a:graphic>
          <a:graphicData uri="http://schemas.openxmlformats.org/drawingml/2006/table">
            <a:tbl>
              <a:tblPr/>
              <a:tblGrid>
                <a:gridCol w="960120"/>
                <a:gridCol w="1508760"/>
                <a:gridCol w="1737360"/>
                <a:gridCol w="640080"/>
              </a:tblGrid>
              <a:tr h="329184">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응답</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DSD 기여율 (29회)</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50" b="1" dirty="0">
                          <a:solidFill>
                            <a:srgbClr val="16305B"/>
                          </a:solidFill>
                          <a:latin typeface="Malgun Gothic" pitchFamily="34" charset="0"/>
                          <a:ea typeface="Malgun Gothic" pitchFamily="34" charset="-122"/>
                          <a:cs typeface="Malgun Gothic" pitchFamily="34" charset="-120"/>
                        </a:rPr>
                        <a:t>GPR Sobol S1 (80점)</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일치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균일도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2차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분기 입구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16305B"/>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329184">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개수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50" dirty="0">
                          <a:solidFill>
                            <a:srgbClr val="1C2733"/>
                          </a:solidFill>
                          <a:latin typeface="Malgun Gothic" pitchFamily="34" charset="0"/>
                          <a:ea typeface="Malgun Gothic" pitchFamily="34" charset="-122"/>
                          <a:cs typeface="Malgun Gothic" pitchFamily="34" charset="-120"/>
                        </a:rPr>
                        <a:t>1차 핀 두께</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50" b="1" dirty="0">
                          <a:solidFill>
                            <a:srgbClr val="0088A6"/>
                          </a:solidFill>
                          <a:latin typeface="Malgun Gothic" pitchFamily="34" charset="0"/>
                          <a:ea typeface="Malgun Gothic" pitchFamily="34" charset="-122"/>
                          <a:cs typeface="Malgun Gothic" pitchFamily="34" charset="-120"/>
                        </a:rPr>
                        <a:t>△</a:t>
                      </a:r>
                      <a:endParaRPr lang="en-US" sz="95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Text 7"/>
          <p:cNvSpPr txBox="1"/>
          <p:nvPr/>
        </p:nvSpPr>
        <p:spPr>
          <a:xfrm>
            <a:off x="813816" y="4572000"/>
            <a:ext cx="4846320" cy="219456"/>
          </a:xfrm>
          <a:prstGeom prst="rect">
            <a:avLst/>
          </a:prstGeom>
          <a:noFill/>
          <a:ln/>
        </p:spPr>
        <p:txBody>
          <a:bodyPr wrap="square" lIns="0" tIns="0" rIns="0" bIns="0" rtlCol="0" anchor="ctr"/>
          <a:lstStyle/>
          <a:p>
            <a:pPr indent="0" marL="0">
              <a:buNone/>
            </a:pPr>
            <a:r>
              <a:rPr lang="en-US" sz="850" dirty="0">
                <a:solidFill>
                  <a:srgbClr val="6B7A8F"/>
                </a:solidFill>
                <a:latin typeface="Malgun Gothic" pitchFamily="34" charset="0"/>
                <a:ea typeface="Malgun Gothic" pitchFamily="34" charset="-122"/>
                <a:cs typeface="Malgun Gothic" pitchFamily="34" charset="-120"/>
              </a:rPr>
              <a:t>● 일치   △ 중량은 핀 변수 4개가 19 ~ 25%로 비슷해 순위 차이가 의미 없음</a:t>
            </a:r>
            <a:endParaRPr lang="en-US" sz="850" dirty="0"/>
          </a:p>
        </p:txBody>
      </p:sp>
      <p:sp>
        <p:nvSpPr>
          <p:cNvPr id="11" name="Text 8"/>
          <p:cNvSpPr txBox="1"/>
          <p:nvPr/>
        </p:nvSpPr>
        <p:spPr>
          <a:xfrm>
            <a:off x="813816" y="4828032"/>
            <a:ext cx="4846320" cy="384048"/>
          </a:xfrm>
          <a:prstGeom prst="rect">
            <a:avLst/>
          </a:prstGeom>
          <a:noFill/>
          <a:ln/>
        </p:spPr>
        <p:txBody>
          <a:bodyPr wrap="square" lIns="0" tIns="0" rIns="0" bIns="0" rtlCol="0" anchor="ctr"/>
          <a:lstStyle/>
          <a:p>
            <a:pPr indent="0" marL="0">
              <a:buNone/>
            </a:pPr>
            <a:r>
              <a:rPr lang="en-US" sz="1800" b="1" dirty="0">
                <a:solidFill>
                  <a:srgbClr val="16305B"/>
                </a:solidFill>
                <a:latin typeface="Malgun Gothic" pitchFamily="34" charset="0"/>
                <a:ea typeface="Malgun Gothic" pitchFamily="34" charset="-122"/>
                <a:cs typeface="Malgun Gothic" pitchFamily="34" charset="-120"/>
              </a:rPr>
              <a:t>6 / 7</a:t>
            </a:r>
            <a:pPr indent="0" marL="0">
              <a:buNone/>
            </a:pPr>
            <a:r>
              <a:rPr lang="en-US" sz="950" dirty="0">
                <a:solidFill>
                  <a:srgbClr val="1C2733"/>
                </a:solidFill>
                <a:latin typeface="Malgun Gothic" pitchFamily="34" charset="0"/>
                <a:ea typeface="Malgun Gothic" pitchFamily="34" charset="-122"/>
                <a:cs typeface="Malgun Gothic" pitchFamily="34" charset="-120"/>
              </a:rPr>
              <a:t>   응답에서 1순위 일치 — 서로 다른 방법 · 데이터로 같은 결론</a:t>
            </a:r>
            <a:endParaRPr lang="en-US" sz="1800" dirty="0"/>
          </a:p>
        </p:txBody>
      </p:sp>
      <p:sp>
        <p:nvSpPr>
          <p:cNvPr id="12" name="Shape 9"/>
          <p:cNvSpPr/>
          <p:nvPr/>
        </p:nvSpPr>
        <p:spPr>
          <a:xfrm>
            <a:off x="6336792" y="1188720"/>
            <a:ext cx="5440680" cy="4160520"/>
          </a:xfrm>
          <a:prstGeom prst="roundRect">
            <a:avLst>
              <a:gd name="adj" fmla="val 1319"/>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3" name="Shape 10"/>
          <p:cNvSpPr/>
          <p:nvPr/>
        </p:nvSpPr>
        <p:spPr>
          <a:xfrm>
            <a:off x="6592824" y="1463040"/>
            <a:ext cx="82296" cy="182880"/>
          </a:xfrm>
          <a:prstGeom prst="rect">
            <a:avLst/>
          </a:prstGeom>
          <a:solidFill>
            <a:srgbClr val="00A3C4"/>
          </a:solidFill>
          <a:ln w="12700">
            <a:solidFill>
              <a:srgbClr val="00A3C4"/>
            </a:solidFill>
            <a:prstDash val="solid"/>
          </a:ln>
        </p:spPr>
      </p:sp>
      <p:sp>
        <p:nvSpPr>
          <p:cNvPr id="14" name="Text 11"/>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교호작용 비율  —  1 − ΣS1</a:t>
            </a:r>
            <a:endParaRPr lang="en-US" sz="1300" dirty="0"/>
          </a:p>
        </p:txBody>
      </p:sp>
      <p:sp>
        <p:nvSpPr>
          <p:cNvPr id="15" name="Text 12"/>
          <p:cNvSpPr txBox="1"/>
          <p:nvPr/>
        </p:nvSpPr>
        <p:spPr>
          <a:xfrm>
            <a:off x="6647688" y="1755648"/>
            <a:ext cx="4846320" cy="329184"/>
          </a:xfrm>
          <a:prstGeom prst="rect">
            <a:avLst/>
          </a:prstGeom>
          <a:noFill/>
          <a:ln/>
        </p:spPr>
        <p:txBody>
          <a:bodyPr wrap="square" lIns="0" tIns="0" rIns="0" bIns="0" rtlCol="0" anchor="ctr"/>
          <a:lstStyle/>
          <a:p>
            <a:pPr indent="0" marL="0">
              <a:lnSpc>
                <a:spcPct val="110000"/>
              </a:lnSpc>
              <a:buNone/>
            </a:pPr>
            <a:r>
              <a:rPr lang="en-US" sz="860" dirty="0">
                <a:solidFill>
                  <a:srgbClr val="6B7A8F"/>
                </a:solidFill>
                <a:latin typeface="Malgun Gothic" pitchFamily="34" charset="0"/>
                <a:ea typeface="Malgun Gothic" pitchFamily="34" charset="-122"/>
                <a:cs typeface="Malgun Gothic" pitchFamily="34" charset="-120"/>
              </a:rPr>
              <a:t>응답 변동 중 주효과(S1)로 설명되지 않는 부분 = 변수끼리 얽힌 효과</a:t>
            </a:r>
            <a:endParaRPr lang="en-US" sz="860" dirty="0"/>
          </a:p>
        </p:txBody>
      </p:sp>
      <p:sp>
        <p:nvSpPr>
          <p:cNvPr id="16" name="Text 13"/>
          <p:cNvSpPr txBox="1"/>
          <p:nvPr/>
        </p:nvSpPr>
        <p:spPr>
          <a:xfrm>
            <a:off x="6647688" y="215798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차압</a:t>
            </a:r>
            <a:endParaRPr lang="en-US" sz="950" dirty="0"/>
          </a:p>
        </p:txBody>
      </p:sp>
      <p:sp>
        <p:nvSpPr>
          <p:cNvPr id="17" name="Shape 14"/>
          <p:cNvSpPr/>
          <p:nvPr/>
        </p:nvSpPr>
        <p:spPr>
          <a:xfrm>
            <a:off x="7708392" y="2203704"/>
            <a:ext cx="3154680" cy="164592"/>
          </a:xfrm>
          <a:prstGeom prst="rect">
            <a:avLst/>
          </a:prstGeom>
          <a:solidFill>
            <a:srgbClr val="F0F3F7"/>
          </a:solidFill>
          <a:ln w="12700">
            <a:solidFill>
              <a:srgbClr val="F0F3F7"/>
            </a:solidFill>
            <a:prstDash val="solid"/>
          </a:ln>
        </p:spPr>
      </p:sp>
      <p:sp>
        <p:nvSpPr>
          <p:cNvPr id="18" name="Shape 15"/>
          <p:cNvSpPr/>
          <p:nvPr/>
        </p:nvSpPr>
        <p:spPr>
          <a:xfrm>
            <a:off x="7708392" y="2203704"/>
            <a:ext cx="1173541" cy="164592"/>
          </a:xfrm>
          <a:prstGeom prst="rect">
            <a:avLst/>
          </a:prstGeom>
          <a:solidFill>
            <a:srgbClr val="9FB0C6"/>
          </a:solidFill>
          <a:ln w="12700">
            <a:solidFill>
              <a:srgbClr val="9FB0C6"/>
            </a:solidFill>
            <a:prstDash val="solid"/>
          </a:ln>
        </p:spPr>
      </p:sp>
      <p:sp>
        <p:nvSpPr>
          <p:cNvPr id="19" name="Text 16"/>
          <p:cNvSpPr txBox="1"/>
          <p:nvPr/>
        </p:nvSpPr>
        <p:spPr>
          <a:xfrm>
            <a:off x="10917936" y="215798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20" name="Text 17"/>
          <p:cNvSpPr txBox="1"/>
          <p:nvPr/>
        </p:nvSpPr>
        <p:spPr>
          <a:xfrm>
            <a:off x="6647688" y="248259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온도편차</a:t>
            </a:r>
            <a:endParaRPr lang="en-US" sz="950" dirty="0"/>
          </a:p>
        </p:txBody>
      </p:sp>
      <p:sp>
        <p:nvSpPr>
          <p:cNvPr id="21" name="Shape 18"/>
          <p:cNvSpPr/>
          <p:nvPr/>
        </p:nvSpPr>
        <p:spPr>
          <a:xfrm>
            <a:off x="7708392" y="2528316"/>
            <a:ext cx="3154680" cy="164592"/>
          </a:xfrm>
          <a:prstGeom prst="rect">
            <a:avLst/>
          </a:prstGeom>
          <a:solidFill>
            <a:srgbClr val="F0F3F7"/>
          </a:solidFill>
          <a:ln w="12700">
            <a:solidFill>
              <a:srgbClr val="F0F3F7"/>
            </a:solidFill>
            <a:prstDash val="solid"/>
          </a:ln>
        </p:spPr>
      </p:sp>
      <p:sp>
        <p:nvSpPr>
          <p:cNvPr id="22" name="Shape 19"/>
          <p:cNvSpPr/>
          <p:nvPr/>
        </p:nvSpPr>
        <p:spPr>
          <a:xfrm>
            <a:off x="7708392" y="2528316"/>
            <a:ext cx="403799" cy="164592"/>
          </a:xfrm>
          <a:prstGeom prst="rect">
            <a:avLst/>
          </a:prstGeom>
          <a:solidFill>
            <a:srgbClr val="9FB0C6"/>
          </a:solidFill>
          <a:ln w="12700">
            <a:solidFill>
              <a:srgbClr val="9FB0C6"/>
            </a:solidFill>
            <a:prstDash val="solid"/>
          </a:ln>
        </p:spPr>
      </p:sp>
      <p:sp>
        <p:nvSpPr>
          <p:cNvPr id="23" name="Text 20"/>
          <p:cNvSpPr txBox="1"/>
          <p:nvPr/>
        </p:nvSpPr>
        <p:spPr>
          <a:xfrm>
            <a:off x="10917936" y="248259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3%</a:t>
            </a:r>
            <a:endParaRPr lang="en-US" sz="950" dirty="0"/>
          </a:p>
        </p:txBody>
      </p:sp>
      <p:sp>
        <p:nvSpPr>
          <p:cNvPr id="24" name="Text 21"/>
          <p:cNvSpPr txBox="1"/>
          <p:nvPr/>
        </p:nvSpPr>
        <p:spPr>
          <a:xfrm>
            <a:off x="6647688" y="2807208"/>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최고온도</a:t>
            </a:r>
            <a:endParaRPr lang="en-US" sz="950" dirty="0"/>
          </a:p>
        </p:txBody>
      </p:sp>
      <p:sp>
        <p:nvSpPr>
          <p:cNvPr id="25" name="Shape 22"/>
          <p:cNvSpPr/>
          <p:nvPr/>
        </p:nvSpPr>
        <p:spPr>
          <a:xfrm>
            <a:off x="7708392" y="2852928"/>
            <a:ext cx="3154680" cy="164592"/>
          </a:xfrm>
          <a:prstGeom prst="rect">
            <a:avLst/>
          </a:prstGeom>
          <a:solidFill>
            <a:srgbClr val="F0F3F7"/>
          </a:solidFill>
          <a:ln w="12700">
            <a:solidFill>
              <a:srgbClr val="F0F3F7"/>
            </a:solidFill>
            <a:prstDash val="solid"/>
          </a:ln>
        </p:spPr>
      </p:sp>
      <p:sp>
        <p:nvSpPr>
          <p:cNvPr id="26" name="Shape 23"/>
          <p:cNvSpPr/>
          <p:nvPr/>
        </p:nvSpPr>
        <p:spPr>
          <a:xfrm>
            <a:off x="7708392" y="2852928"/>
            <a:ext cx="559956" cy="164592"/>
          </a:xfrm>
          <a:prstGeom prst="rect">
            <a:avLst/>
          </a:prstGeom>
          <a:solidFill>
            <a:srgbClr val="9FB0C6"/>
          </a:solidFill>
          <a:ln w="12700">
            <a:solidFill>
              <a:srgbClr val="9FB0C6"/>
            </a:solidFill>
            <a:prstDash val="solid"/>
          </a:ln>
        </p:spPr>
      </p:sp>
      <p:sp>
        <p:nvSpPr>
          <p:cNvPr id="27" name="Text 24"/>
          <p:cNvSpPr txBox="1"/>
          <p:nvPr/>
        </p:nvSpPr>
        <p:spPr>
          <a:xfrm>
            <a:off x="10917936" y="2807208"/>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28" name="Text 25"/>
          <p:cNvSpPr txBox="1"/>
          <p:nvPr/>
        </p:nvSpPr>
        <p:spPr>
          <a:xfrm>
            <a:off x="6647688" y="3131820"/>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1차 균일도</a:t>
            </a:r>
            <a:endParaRPr lang="en-US" sz="950" dirty="0"/>
          </a:p>
        </p:txBody>
      </p:sp>
      <p:sp>
        <p:nvSpPr>
          <p:cNvPr id="29" name="Shape 26"/>
          <p:cNvSpPr/>
          <p:nvPr/>
        </p:nvSpPr>
        <p:spPr>
          <a:xfrm>
            <a:off x="7708392" y="3177540"/>
            <a:ext cx="3154680" cy="164592"/>
          </a:xfrm>
          <a:prstGeom prst="rect">
            <a:avLst/>
          </a:prstGeom>
          <a:solidFill>
            <a:srgbClr val="F0F3F7"/>
          </a:solidFill>
          <a:ln w="12700">
            <a:solidFill>
              <a:srgbClr val="F0F3F7"/>
            </a:solidFill>
            <a:prstDash val="solid"/>
          </a:ln>
        </p:spPr>
      </p:sp>
      <p:sp>
        <p:nvSpPr>
          <p:cNvPr id="30" name="Shape 27"/>
          <p:cNvSpPr/>
          <p:nvPr/>
        </p:nvSpPr>
        <p:spPr>
          <a:xfrm>
            <a:off x="7708392" y="3177540"/>
            <a:ext cx="1993758" cy="164592"/>
          </a:xfrm>
          <a:prstGeom prst="rect">
            <a:avLst/>
          </a:prstGeom>
          <a:solidFill>
            <a:srgbClr val="00A3C4"/>
          </a:solidFill>
          <a:ln w="12700">
            <a:solidFill>
              <a:srgbClr val="00A3C4"/>
            </a:solidFill>
            <a:prstDash val="solid"/>
          </a:ln>
        </p:spPr>
      </p:sp>
      <p:sp>
        <p:nvSpPr>
          <p:cNvPr id="31" name="Text 28"/>
          <p:cNvSpPr txBox="1"/>
          <p:nvPr/>
        </p:nvSpPr>
        <p:spPr>
          <a:xfrm>
            <a:off x="10917936" y="3131820"/>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13%</a:t>
            </a:r>
            <a:endParaRPr lang="en-US" sz="950" dirty="0"/>
          </a:p>
        </p:txBody>
      </p:sp>
      <p:sp>
        <p:nvSpPr>
          <p:cNvPr id="32" name="Text 29"/>
          <p:cNvSpPr txBox="1"/>
          <p:nvPr/>
        </p:nvSpPr>
        <p:spPr>
          <a:xfrm>
            <a:off x="6647688" y="3456432"/>
            <a:ext cx="1005840" cy="256032"/>
          </a:xfrm>
          <a:prstGeom prst="rect">
            <a:avLst/>
          </a:prstGeom>
          <a:noFill/>
          <a:ln/>
        </p:spPr>
        <p:txBody>
          <a:bodyPr wrap="square" lIns="0" tIns="0" rIns="0" bIns="0" rtlCol="0" anchor="ctr"/>
          <a:lstStyle/>
          <a:p>
            <a:pPr algn="r" indent="0" marL="0">
              <a:buNone/>
            </a:pPr>
            <a:r>
              <a:rPr lang="en-US" sz="950" b="1" dirty="0">
                <a:solidFill>
                  <a:srgbClr val="16305B"/>
                </a:solidFill>
                <a:latin typeface="Malgun Gothic" pitchFamily="34" charset="0"/>
                <a:ea typeface="Malgun Gothic" pitchFamily="34" charset="-122"/>
                <a:cs typeface="Malgun Gothic" pitchFamily="34" charset="-120"/>
              </a:rPr>
              <a:t>2차 균일도</a:t>
            </a:r>
            <a:endParaRPr lang="en-US" sz="950" dirty="0"/>
          </a:p>
        </p:txBody>
      </p:sp>
      <p:sp>
        <p:nvSpPr>
          <p:cNvPr id="33" name="Shape 30"/>
          <p:cNvSpPr/>
          <p:nvPr/>
        </p:nvSpPr>
        <p:spPr>
          <a:xfrm>
            <a:off x="7708392" y="3502152"/>
            <a:ext cx="3154680" cy="164592"/>
          </a:xfrm>
          <a:prstGeom prst="rect">
            <a:avLst/>
          </a:prstGeom>
          <a:solidFill>
            <a:srgbClr val="F0F3F7"/>
          </a:solidFill>
          <a:ln w="12700">
            <a:solidFill>
              <a:srgbClr val="F0F3F7"/>
            </a:solidFill>
            <a:prstDash val="solid"/>
          </a:ln>
        </p:spPr>
      </p:sp>
      <p:sp>
        <p:nvSpPr>
          <p:cNvPr id="34" name="Shape 31"/>
          <p:cNvSpPr/>
          <p:nvPr/>
        </p:nvSpPr>
        <p:spPr>
          <a:xfrm>
            <a:off x="7708392" y="3502152"/>
            <a:ext cx="2943316" cy="164592"/>
          </a:xfrm>
          <a:prstGeom prst="rect">
            <a:avLst/>
          </a:prstGeom>
          <a:solidFill>
            <a:srgbClr val="00A3C4"/>
          </a:solidFill>
          <a:ln w="12700">
            <a:solidFill>
              <a:srgbClr val="00A3C4"/>
            </a:solidFill>
            <a:prstDash val="solid"/>
          </a:ln>
        </p:spPr>
      </p:sp>
      <p:sp>
        <p:nvSpPr>
          <p:cNvPr id="35" name="Text 32"/>
          <p:cNvSpPr txBox="1"/>
          <p:nvPr/>
        </p:nvSpPr>
        <p:spPr>
          <a:xfrm>
            <a:off x="10917936" y="3456432"/>
            <a:ext cx="502920" cy="256032"/>
          </a:xfrm>
          <a:prstGeom prst="rect">
            <a:avLst/>
          </a:prstGeom>
          <a:noFill/>
          <a:ln/>
        </p:spPr>
        <p:txBody>
          <a:bodyPr wrap="square" lIns="0" tIns="0" rIns="0" bIns="0" rtlCol="0" anchor="ctr"/>
          <a:lstStyle/>
          <a:p>
            <a:pPr indent="0" marL="0">
              <a:buNone/>
            </a:pPr>
            <a:r>
              <a:rPr lang="en-US" sz="950" b="1" dirty="0">
                <a:solidFill>
                  <a:srgbClr val="0088A6"/>
                </a:solidFill>
                <a:latin typeface="Malgun Gothic" pitchFamily="34" charset="0"/>
                <a:ea typeface="Malgun Gothic" pitchFamily="34" charset="-122"/>
                <a:cs typeface="Malgun Gothic" pitchFamily="34" charset="-120"/>
              </a:rPr>
              <a:t>19%</a:t>
            </a:r>
            <a:endParaRPr lang="en-US" sz="950" dirty="0"/>
          </a:p>
        </p:txBody>
      </p:sp>
      <p:sp>
        <p:nvSpPr>
          <p:cNvPr id="36" name="Text 33"/>
          <p:cNvSpPr txBox="1"/>
          <p:nvPr/>
        </p:nvSpPr>
        <p:spPr>
          <a:xfrm>
            <a:off x="6647688" y="3781044"/>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분기비</a:t>
            </a:r>
            <a:endParaRPr lang="en-US" sz="950" dirty="0"/>
          </a:p>
        </p:txBody>
      </p:sp>
      <p:sp>
        <p:nvSpPr>
          <p:cNvPr id="37" name="Shape 34"/>
          <p:cNvSpPr/>
          <p:nvPr/>
        </p:nvSpPr>
        <p:spPr>
          <a:xfrm>
            <a:off x="7708392" y="3826764"/>
            <a:ext cx="3154680" cy="164592"/>
          </a:xfrm>
          <a:prstGeom prst="rect">
            <a:avLst/>
          </a:prstGeom>
          <a:solidFill>
            <a:srgbClr val="F0F3F7"/>
          </a:solidFill>
          <a:ln w="12700">
            <a:solidFill>
              <a:srgbClr val="F0F3F7"/>
            </a:solidFill>
            <a:prstDash val="solid"/>
          </a:ln>
        </p:spPr>
      </p:sp>
      <p:sp>
        <p:nvSpPr>
          <p:cNvPr id="38" name="Shape 35"/>
          <p:cNvSpPr/>
          <p:nvPr/>
        </p:nvSpPr>
        <p:spPr>
          <a:xfrm>
            <a:off x="7708392" y="3826764"/>
            <a:ext cx="615163" cy="164592"/>
          </a:xfrm>
          <a:prstGeom prst="rect">
            <a:avLst/>
          </a:prstGeom>
          <a:solidFill>
            <a:srgbClr val="9FB0C6"/>
          </a:solidFill>
          <a:ln w="12700">
            <a:solidFill>
              <a:srgbClr val="9FB0C6"/>
            </a:solidFill>
            <a:prstDash val="solid"/>
          </a:ln>
        </p:spPr>
      </p:sp>
      <p:sp>
        <p:nvSpPr>
          <p:cNvPr id="39" name="Text 36"/>
          <p:cNvSpPr txBox="1"/>
          <p:nvPr/>
        </p:nvSpPr>
        <p:spPr>
          <a:xfrm>
            <a:off x="10917936" y="3781044"/>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4%</a:t>
            </a:r>
            <a:endParaRPr lang="en-US" sz="950" dirty="0"/>
          </a:p>
        </p:txBody>
      </p:sp>
      <p:sp>
        <p:nvSpPr>
          <p:cNvPr id="40" name="Text 37"/>
          <p:cNvSpPr txBox="1"/>
          <p:nvPr/>
        </p:nvSpPr>
        <p:spPr>
          <a:xfrm>
            <a:off x="6647688" y="4105656"/>
            <a:ext cx="1005840" cy="256032"/>
          </a:xfrm>
          <a:prstGeom prst="rect">
            <a:avLst/>
          </a:prstGeom>
          <a:noFill/>
          <a:ln/>
        </p:spPr>
        <p:txBody>
          <a:bodyPr wrap="square" lIns="0" tIns="0" rIns="0" bIns="0" rtlCol="0" anchor="ctr"/>
          <a:lstStyle/>
          <a:p>
            <a:pPr algn="r" indent="0" marL="0">
              <a:buNone/>
            </a:pPr>
            <a:r>
              <a:rPr lang="en-US" sz="950" dirty="0">
                <a:solidFill>
                  <a:srgbClr val="1C2733"/>
                </a:solidFill>
                <a:latin typeface="Malgun Gothic" pitchFamily="34" charset="0"/>
                <a:ea typeface="Malgun Gothic" pitchFamily="34" charset="-122"/>
                <a:cs typeface="Malgun Gothic" pitchFamily="34" charset="-120"/>
              </a:rPr>
              <a:t>중량</a:t>
            </a:r>
            <a:endParaRPr lang="en-US" sz="950" dirty="0"/>
          </a:p>
        </p:txBody>
      </p:sp>
      <p:sp>
        <p:nvSpPr>
          <p:cNvPr id="41" name="Shape 38"/>
          <p:cNvSpPr/>
          <p:nvPr/>
        </p:nvSpPr>
        <p:spPr>
          <a:xfrm>
            <a:off x="7708392" y="4151376"/>
            <a:ext cx="3154680" cy="164592"/>
          </a:xfrm>
          <a:prstGeom prst="rect">
            <a:avLst/>
          </a:prstGeom>
          <a:solidFill>
            <a:srgbClr val="F0F3F7"/>
          </a:solidFill>
          <a:ln w="12700">
            <a:solidFill>
              <a:srgbClr val="F0F3F7"/>
            </a:solidFill>
            <a:prstDash val="solid"/>
          </a:ln>
        </p:spPr>
      </p:sp>
      <p:sp>
        <p:nvSpPr>
          <p:cNvPr id="42" name="Shape 39"/>
          <p:cNvSpPr/>
          <p:nvPr/>
        </p:nvSpPr>
        <p:spPr>
          <a:xfrm>
            <a:off x="7708392" y="4151376"/>
            <a:ext cx="1104138" cy="164592"/>
          </a:xfrm>
          <a:prstGeom prst="rect">
            <a:avLst/>
          </a:prstGeom>
          <a:solidFill>
            <a:srgbClr val="9FB0C6"/>
          </a:solidFill>
          <a:ln w="12700">
            <a:solidFill>
              <a:srgbClr val="9FB0C6"/>
            </a:solidFill>
            <a:prstDash val="solid"/>
          </a:ln>
        </p:spPr>
      </p:sp>
      <p:sp>
        <p:nvSpPr>
          <p:cNvPr id="43" name="Text 40"/>
          <p:cNvSpPr txBox="1"/>
          <p:nvPr/>
        </p:nvSpPr>
        <p:spPr>
          <a:xfrm>
            <a:off x="10917936" y="4105656"/>
            <a:ext cx="502920" cy="256032"/>
          </a:xfrm>
          <a:prstGeom prst="rect">
            <a:avLst/>
          </a:prstGeom>
          <a:noFill/>
          <a:ln/>
        </p:spPr>
        <p:txBody>
          <a:bodyPr wrap="square" lIns="0" tIns="0" rIns="0" bIns="0" rtlCol="0" anchor="ctr"/>
          <a:lstStyle/>
          <a:p>
            <a:pPr indent="0" marL="0">
              <a:buNone/>
            </a:pPr>
            <a:r>
              <a:rPr lang="en-US" sz="950" b="1" dirty="0">
                <a:solidFill>
                  <a:srgbClr val="6B7A8F"/>
                </a:solidFill>
                <a:latin typeface="Malgun Gothic" pitchFamily="34" charset="0"/>
                <a:ea typeface="Malgun Gothic" pitchFamily="34" charset="-122"/>
                <a:cs typeface="Malgun Gothic" pitchFamily="34" charset="-120"/>
              </a:rPr>
              <a:t>7%</a:t>
            </a:r>
            <a:endParaRPr lang="en-US" sz="950" dirty="0"/>
          </a:p>
        </p:txBody>
      </p:sp>
      <p:sp>
        <p:nvSpPr>
          <p:cNvPr id="44" name="Shape 41"/>
          <p:cNvSpPr/>
          <p:nvPr/>
        </p:nvSpPr>
        <p:spPr>
          <a:xfrm>
            <a:off x="6647688" y="4480560"/>
            <a:ext cx="4846320" cy="731520"/>
          </a:xfrm>
          <a:prstGeom prst="roundRect">
            <a:avLst>
              <a:gd name="adj" fmla="val 7500"/>
            </a:avLst>
          </a:prstGeom>
          <a:solidFill>
            <a:srgbClr val="E8F6FA"/>
          </a:solidFill>
          <a:ln w="9525">
            <a:solidFill>
              <a:srgbClr val="00A3C4"/>
            </a:solidFill>
            <a:prstDash val="solid"/>
          </a:ln>
        </p:spPr>
      </p:sp>
      <p:sp>
        <p:nvSpPr>
          <p:cNvPr id="45" name="Text 42"/>
          <p:cNvSpPr txBox="1"/>
          <p:nvPr/>
        </p:nvSpPr>
        <p:spPr>
          <a:xfrm>
            <a:off x="6793992" y="4480560"/>
            <a:ext cx="4572000" cy="731520"/>
          </a:xfrm>
          <a:prstGeom prst="rect">
            <a:avLst/>
          </a:prstGeom>
          <a:noFill/>
          <a:ln/>
        </p:spPr>
        <p:txBody>
          <a:bodyPr wrap="square" lIns="0" tIns="0" rIns="0" bIns="0" rtlCol="0" anchor="ctr"/>
          <a:lstStyle/>
          <a:p>
            <a:pPr indent="0" marL="0">
              <a:lnSpc>
                <a:spcPct val="120000"/>
              </a:lnSpc>
              <a:buNone/>
            </a:pPr>
            <a:r>
              <a:rPr lang="en-US" sz="920" b="1" dirty="0">
                <a:solidFill>
                  <a:srgbClr val="16305B"/>
                </a:solidFill>
                <a:latin typeface="Malgun Gothic" pitchFamily="34" charset="0"/>
                <a:ea typeface="Malgun Gothic" pitchFamily="34" charset="-122"/>
                <a:cs typeface="Malgun Gothic" pitchFamily="34" charset="-120"/>
              </a:rPr>
              <a:t>예) 2차 균일도 — 분기 입구 두께: 주효과 지수 S1 7% → 총효과 지수 ST 18%</a:t>
            </a:r>
            <a:endParaRPr lang="en-US" sz="920" dirty="0"/>
          </a:p>
          <a:p>
            <a:pPr indent="0" marL="0">
              <a:lnSpc>
                <a:spcPct val="120000"/>
              </a:lnSpc>
              <a:buNone/>
            </a:pPr>
            <a:r>
              <a:rPr lang="en-US" sz="920" dirty="0">
                <a:solidFill>
                  <a:srgbClr val="1C2733"/>
                </a:solidFill>
                <a:latin typeface="Malgun Gothic" pitchFamily="34" charset="0"/>
                <a:ea typeface="Malgun Gothic" pitchFamily="34" charset="-122"/>
                <a:cs typeface="Malgun Gothic" pitchFamily="34" charset="-120"/>
              </a:rPr>
              <a:t>균일도는 변수별 개별 조정으로 최적점 탐색 곤란 → 대리모델 기반 최적화</a:t>
            </a:r>
            <a:endParaRPr lang="en-US" sz="920" dirty="0"/>
          </a:p>
        </p:txBody>
      </p:sp>
      <p:sp>
        <p:nvSpPr>
          <p:cNvPr id="46" name="Shape 43"/>
          <p:cNvSpPr/>
          <p:nvPr/>
        </p:nvSpPr>
        <p:spPr>
          <a:xfrm>
            <a:off x="502920" y="5541264"/>
            <a:ext cx="11183112" cy="841248"/>
          </a:xfrm>
          <a:prstGeom prst="roundRect">
            <a:avLst>
              <a:gd name="adj" fmla="val 6522"/>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47" name="Shape 44"/>
          <p:cNvSpPr/>
          <p:nvPr/>
        </p:nvSpPr>
        <p:spPr>
          <a:xfrm>
            <a:off x="832104" y="5724144"/>
            <a:ext cx="64008" cy="164592"/>
          </a:xfrm>
          <a:prstGeom prst="rect">
            <a:avLst/>
          </a:prstGeom>
          <a:solidFill>
            <a:srgbClr val="00A3C4"/>
          </a:solidFill>
          <a:ln w="12700">
            <a:solidFill>
              <a:srgbClr val="00A3C4"/>
            </a:solidFill>
            <a:prstDash val="solid"/>
          </a:ln>
        </p:spPr>
      </p:sp>
      <p:sp>
        <p:nvSpPr>
          <p:cNvPr id="48" name="Text 45"/>
          <p:cNvSpPr txBox="1"/>
          <p:nvPr/>
        </p:nvSpPr>
        <p:spPr>
          <a:xfrm>
            <a:off x="9784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핀 개수가 성능을 좌우</a:t>
            </a:r>
            <a:endParaRPr lang="en-US" sz="1050" dirty="0"/>
          </a:p>
        </p:txBody>
      </p:sp>
      <p:sp>
        <p:nvSpPr>
          <p:cNvPr id="49" name="Text 46"/>
          <p:cNvSpPr txBox="1"/>
          <p:nvPr/>
        </p:nvSpPr>
        <p:spPr>
          <a:xfrm>
            <a:off x="9784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 · 2차 핀 개수가 응답 5개에서 1순위</a:t>
            </a:r>
            <a:endParaRPr lang="en-US" sz="950" dirty="0"/>
          </a:p>
        </p:txBody>
      </p:sp>
      <p:sp>
        <p:nvSpPr>
          <p:cNvPr id="50" name="Shape 47"/>
          <p:cNvSpPr/>
          <p:nvPr/>
        </p:nvSpPr>
        <p:spPr>
          <a:xfrm>
            <a:off x="4489704" y="5724144"/>
            <a:ext cx="64008" cy="164592"/>
          </a:xfrm>
          <a:prstGeom prst="rect">
            <a:avLst/>
          </a:prstGeom>
          <a:solidFill>
            <a:srgbClr val="00A3C4"/>
          </a:solidFill>
          <a:ln w="12700">
            <a:solidFill>
              <a:srgbClr val="00A3C4"/>
            </a:solidFill>
            <a:prstDash val="solid"/>
          </a:ln>
        </p:spPr>
      </p:sp>
      <p:sp>
        <p:nvSpPr>
          <p:cNvPr id="51" name="Text 48"/>
          <p:cNvSpPr txBox="1"/>
          <p:nvPr/>
        </p:nvSpPr>
        <p:spPr>
          <a:xfrm>
            <a:off x="46360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DSD와 GPR 결론 일치</a:t>
            </a:r>
            <a:endParaRPr lang="en-US" sz="1050" dirty="0"/>
          </a:p>
        </p:txBody>
      </p:sp>
      <p:sp>
        <p:nvSpPr>
          <p:cNvPr id="52" name="Text 49"/>
          <p:cNvSpPr txBox="1"/>
          <p:nvPr/>
        </p:nvSpPr>
        <p:spPr>
          <a:xfrm>
            <a:off x="46360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서로 다른 방법 · 데이터인데 1순위 6/7 일치</a:t>
            </a:r>
            <a:endParaRPr lang="en-US" sz="950" dirty="0"/>
          </a:p>
        </p:txBody>
      </p:sp>
      <p:sp>
        <p:nvSpPr>
          <p:cNvPr id="53" name="Shape 50"/>
          <p:cNvSpPr/>
          <p:nvPr/>
        </p:nvSpPr>
        <p:spPr>
          <a:xfrm>
            <a:off x="8147304" y="5724144"/>
            <a:ext cx="64008" cy="164592"/>
          </a:xfrm>
          <a:prstGeom prst="rect">
            <a:avLst/>
          </a:prstGeom>
          <a:solidFill>
            <a:srgbClr val="00A3C4"/>
          </a:solidFill>
          <a:ln w="12700">
            <a:solidFill>
              <a:srgbClr val="00A3C4"/>
            </a:solidFill>
            <a:prstDash val="solid"/>
          </a:ln>
        </p:spPr>
      </p:sp>
      <p:sp>
        <p:nvSpPr>
          <p:cNvPr id="54" name="Text 51"/>
          <p:cNvSpPr txBox="1"/>
          <p:nvPr/>
        </p:nvSpPr>
        <p:spPr>
          <a:xfrm>
            <a:off x="8293608" y="5669280"/>
            <a:ext cx="329184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균일도는 교호작용이 큼</a:t>
            </a:r>
            <a:endParaRPr lang="en-US" sz="1050" dirty="0"/>
          </a:p>
        </p:txBody>
      </p:sp>
      <p:sp>
        <p:nvSpPr>
          <p:cNvPr id="55" name="Text 52"/>
          <p:cNvSpPr txBox="1"/>
          <p:nvPr/>
        </p:nvSpPr>
        <p:spPr>
          <a:xfrm>
            <a:off x="8293608" y="5943600"/>
            <a:ext cx="3383280" cy="310896"/>
          </a:xfrm>
          <a:prstGeom prst="rect">
            <a:avLst/>
          </a:prstGeom>
          <a:noFill/>
          <a:ln/>
        </p:spPr>
        <p:txBody>
          <a:bodyPr wrap="square" lIns="0" tIns="0" rIns="0" bIns="0" rtlCol="0" anchor="ctr"/>
          <a:lstStyle/>
          <a:p>
            <a:pPr indent="0" marL="0">
              <a:buNone/>
            </a:pPr>
            <a:r>
              <a:rPr lang="en-US" sz="950" dirty="0">
                <a:solidFill>
                  <a:srgbClr val="6B7A8F"/>
                </a:solidFill>
                <a:latin typeface="Malgun Gothic" pitchFamily="34" charset="0"/>
                <a:ea typeface="Malgun Gothic" pitchFamily="34" charset="-122"/>
                <a:cs typeface="Malgun Gothic" pitchFamily="34" charset="-120"/>
              </a:rPr>
              <a:t>13 ~ 19% → DSD로는 분리 못 하는 부분을 GPR로 확인</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04</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머신러닝 대리모델 구축</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한계 및 차월 계획</a:t>
            </a:r>
            <a:endParaRPr lang="en-US" sz="2200" dirty="0"/>
          </a:p>
        </p:txBody>
      </p:sp>
      <p:sp>
        <p:nvSpPr>
          <p:cNvPr id="6" name="Shape 4"/>
          <p:cNvSpPr/>
          <p:nvPr/>
        </p:nvSpPr>
        <p:spPr>
          <a:xfrm>
            <a:off x="502920"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정확도가 가장 낮은 응답  —  2차 균일도</a:t>
            </a:r>
            <a:endParaRPr lang="en-US" sz="1300" dirty="0"/>
          </a:p>
        </p:txBody>
      </p:sp>
      <p:sp>
        <p:nvSpPr>
          <p:cNvPr id="9" name="Shape 7"/>
          <p:cNvSpPr/>
          <p:nvPr/>
        </p:nvSpPr>
        <p:spPr>
          <a:xfrm>
            <a:off x="813816" y="1865376"/>
            <a:ext cx="1554480" cy="786384"/>
          </a:xfrm>
          <a:prstGeom prst="roundRect">
            <a:avLst>
              <a:gd name="adj" fmla="val 8140"/>
            </a:avLst>
          </a:prstGeom>
          <a:solidFill>
            <a:srgbClr val="E8F6FA"/>
          </a:solidFill>
          <a:ln w="9525">
            <a:solidFill>
              <a:srgbClr val="00A3C4"/>
            </a:solidFill>
            <a:prstDash val="solid"/>
          </a:ln>
        </p:spPr>
      </p:sp>
      <p:sp>
        <p:nvSpPr>
          <p:cNvPr id="10" name="Text 8"/>
          <p:cNvSpPr txBox="1"/>
          <p:nvPr/>
        </p:nvSpPr>
        <p:spPr>
          <a:xfrm>
            <a:off x="813816" y="1865376"/>
            <a:ext cx="1554480" cy="786384"/>
          </a:xfrm>
          <a:prstGeom prst="rect">
            <a:avLst/>
          </a:prstGeom>
          <a:noFill/>
          <a:ln/>
        </p:spPr>
        <p:txBody>
          <a:bodyPr wrap="square" lIns="0" tIns="0" rIns="0" bIns="0" rtlCol="0" anchor="ctr"/>
          <a:lstStyle/>
          <a:p>
            <a:pPr algn="ctr" indent="0" marL="0">
              <a:buNone/>
            </a:pPr>
            <a:r>
              <a:rPr lang="en-US" sz="900" dirty="0">
                <a:solidFill>
                  <a:srgbClr val="6B7A8F"/>
                </a:solidFill>
                <a:latin typeface="Malgun Gothic" pitchFamily="34" charset="0"/>
                <a:ea typeface="Malgun Gothic" pitchFamily="34" charset="-122"/>
                <a:cs typeface="Malgun Gothic" pitchFamily="34" charset="-120"/>
              </a:rPr>
              <a:t>R²</a:t>
            </a:r>
            <a:endParaRPr lang="en-US" sz="900" dirty="0"/>
          </a:p>
          <a:p>
            <a:pPr algn="ctr" indent="0" marL="0">
              <a:buNone/>
            </a:pPr>
            <a:r>
              <a:rPr lang="en-US" sz="2200" b="1" dirty="0">
                <a:solidFill>
                  <a:srgbClr val="0088A6"/>
                </a:solidFill>
                <a:latin typeface="Malgun Gothic" pitchFamily="34" charset="0"/>
                <a:ea typeface="Malgun Gothic" pitchFamily="34" charset="-122"/>
                <a:cs typeface="Malgun Gothic" pitchFamily="34" charset="-120"/>
              </a:rPr>
              <a:t>0.893</a:t>
            </a:r>
            <a:endParaRPr lang="en-US" sz="900" dirty="0"/>
          </a:p>
        </p:txBody>
      </p:sp>
      <p:sp>
        <p:nvSpPr>
          <p:cNvPr id="11" name="Text 9"/>
          <p:cNvSpPr txBox="1"/>
          <p:nvPr/>
        </p:nvSpPr>
        <p:spPr>
          <a:xfrm>
            <a:off x="2532888" y="1865376"/>
            <a:ext cx="3108960" cy="786384"/>
          </a:xfrm>
          <a:prstGeom prst="rect">
            <a:avLst/>
          </a:prstGeom>
          <a:noFill/>
          <a:ln/>
        </p:spPr>
        <p:txBody>
          <a:bodyPr wrap="square" lIns="0" tIns="0" rIns="0" bIns="0" rtlCol="0" anchor="ctr"/>
          <a:lstStyle/>
          <a:p>
            <a:pPr indent="0" marL="0">
              <a:lnSpc>
                <a:spcPct val="125000"/>
              </a:lnSpc>
              <a:buNone/>
            </a:pPr>
            <a:r>
              <a:rPr lang="en-US" sz="1000" b="1" dirty="0">
                <a:solidFill>
                  <a:srgbClr val="16305B"/>
                </a:solidFill>
                <a:latin typeface="Malgun Gothic" pitchFamily="34" charset="0"/>
                <a:ea typeface="Malgun Gothic" pitchFamily="34" charset="-122"/>
                <a:cs typeface="Malgun Gothic" pitchFamily="34" charset="-120"/>
              </a:rPr>
              <a:t>2차 통과 유로 유량의 표준편차</a:t>
            </a:r>
            <a:endParaRPr lang="en-US" sz="1000" dirty="0"/>
          </a:p>
          <a:p>
            <a:pPr indent="0" marL="0">
              <a:lnSpc>
                <a:spcPct val="125000"/>
              </a:lnSpc>
              <a:buNone/>
            </a:pPr>
            <a:r>
              <a:rPr lang="en-US" sz="1000" dirty="0">
                <a:solidFill>
                  <a:srgbClr val="6B7A8F"/>
                </a:solidFill>
                <a:latin typeface="Malgun Gothic" pitchFamily="34" charset="0"/>
                <a:ea typeface="Malgun Gothic" pitchFamily="34" charset="-122"/>
                <a:cs typeface="Malgun Gothic" pitchFamily="34" charset="-120"/>
              </a:rPr>
              <a:t>응답 7개 중 예측 정확도가 가장 낮음</a:t>
            </a:r>
            <a:endParaRPr lang="en-US" sz="1000" dirty="0"/>
          </a:p>
        </p:txBody>
      </p:sp>
      <p:sp>
        <p:nvSpPr>
          <p:cNvPr id="12" name="Text 10"/>
          <p:cNvSpPr txBox="1"/>
          <p:nvPr/>
        </p:nvSpPr>
        <p:spPr>
          <a:xfrm>
            <a:off x="813816" y="2834640"/>
            <a:ext cx="4846320" cy="256032"/>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원인</a:t>
            </a:r>
            <a:endParaRPr lang="en-US" sz="1050" dirty="0"/>
          </a:p>
        </p:txBody>
      </p:sp>
      <p:sp>
        <p:nvSpPr>
          <p:cNvPr id="13" name="Text 11"/>
          <p:cNvSpPr txBox="1"/>
          <p:nvPr/>
        </p:nvSpPr>
        <p:spPr>
          <a:xfrm>
            <a:off x="813816" y="3127248"/>
            <a:ext cx="4846320" cy="1188720"/>
          </a:xfrm>
          <a:prstGeom prst="rect">
            <a:avLst/>
          </a:prstGeom>
          <a:noFill/>
          <a:ln/>
        </p:spPr>
        <p:txBody>
          <a:bodyPr wrap="square" lIns="0" tIns="0" rIns="0" bIns="0" rtlCol="0" anchor="t"/>
          <a:lstStyle/>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값 자체가 0에 가까워 작은 오차도 크게 보임</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분기 이후 구간이라 여러 변수가 함께 작용 — 교호작용 19%로 응답 중 최대</a:t>
            </a:r>
            <a:endParaRPr lang="en-US" sz="950" dirty="0"/>
          </a:p>
          <a:p>
            <a:pPr marL="342900" indent="-342900">
              <a:lnSpc>
                <a:spcPct val="120000"/>
              </a:lnSpc>
              <a:spcAft>
                <a:spcPts val="500"/>
              </a:spcAft>
              <a:buSzPct val="100000"/>
              <a:buChar char="•"/>
            </a:pPr>
            <a:r>
              <a:rPr lang="en-US" sz="950" dirty="0">
                <a:solidFill>
                  <a:srgbClr val="1C2733"/>
                </a:solidFill>
                <a:latin typeface="Malgun Gothic" pitchFamily="34" charset="0"/>
                <a:ea typeface="Malgun Gothic" pitchFamily="34" charset="-122"/>
                <a:cs typeface="Malgun Gothic" pitchFamily="34" charset="-120"/>
              </a:rPr>
              <a:t>80점만으로는 이 영역의 변화를 충분히 덮지 못함</a:t>
            </a:r>
            <a:endParaRPr lang="en-US" sz="950" dirty="0"/>
          </a:p>
        </p:txBody>
      </p:sp>
      <p:sp>
        <p:nvSpPr>
          <p:cNvPr id="14" name="Shape 12"/>
          <p:cNvSpPr/>
          <p:nvPr/>
        </p:nvSpPr>
        <p:spPr>
          <a:xfrm>
            <a:off x="6336792" y="1188720"/>
            <a:ext cx="5440680" cy="3429000"/>
          </a:xfrm>
          <a:prstGeom prst="roundRect">
            <a:avLst>
              <a:gd name="adj" fmla="val 1600"/>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3"/>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4"/>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차월 계획  —  3개월차</a:t>
            </a:r>
            <a:endParaRPr lang="en-US" sz="1300" dirty="0"/>
          </a:p>
        </p:txBody>
      </p:sp>
      <p:sp>
        <p:nvSpPr>
          <p:cNvPr id="17" name="Shape 15"/>
          <p:cNvSpPr/>
          <p:nvPr/>
        </p:nvSpPr>
        <p:spPr>
          <a:xfrm>
            <a:off x="6665976" y="1975104"/>
            <a:ext cx="310896" cy="310896"/>
          </a:xfrm>
          <a:prstGeom prst="ellipse">
            <a:avLst/>
          </a:prstGeom>
          <a:solidFill>
            <a:srgbClr val="00A3C4"/>
          </a:solidFill>
          <a:ln w="12700">
            <a:solidFill>
              <a:srgbClr val="00A3C4"/>
            </a:solidFill>
            <a:prstDash val="solid"/>
          </a:ln>
        </p:spPr>
      </p:sp>
      <p:sp>
        <p:nvSpPr>
          <p:cNvPr id="18" name="Text 16"/>
          <p:cNvSpPr txBox="1"/>
          <p:nvPr/>
        </p:nvSpPr>
        <p:spPr>
          <a:xfrm>
            <a:off x="6665976" y="197510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1</a:t>
            </a:r>
            <a:endParaRPr lang="en-US" sz="1000" dirty="0"/>
          </a:p>
        </p:txBody>
      </p:sp>
      <p:sp>
        <p:nvSpPr>
          <p:cNvPr id="19" name="Text 17"/>
          <p:cNvSpPr txBox="1"/>
          <p:nvPr/>
        </p:nvSpPr>
        <p:spPr>
          <a:xfrm>
            <a:off x="7114032" y="188366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적응 샘플링</a:t>
            </a:r>
            <a:endParaRPr lang="en-US" sz="1100" dirty="0"/>
          </a:p>
        </p:txBody>
      </p:sp>
      <p:sp>
        <p:nvSpPr>
          <p:cNvPr id="20" name="Text 18"/>
          <p:cNvSpPr txBox="1"/>
          <p:nvPr/>
        </p:nvSpPr>
        <p:spPr>
          <a:xfrm>
            <a:off x="7114032" y="215798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불확실성이 큰 지점을 골라 해석을 추가해 정확도 보강</a:t>
            </a:r>
            <a:endParaRPr lang="en-US" sz="950" dirty="0"/>
          </a:p>
        </p:txBody>
      </p:sp>
      <p:sp>
        <p:nvSpPr>
          <p:cNvPr id="21" name="Shape 19"/>
          <p:cNvSpPr/>
          <p:nvPr/>
        </p:nvSpPr>
        <p:spPr>
          <a:xfrm>
            <a:off x="6665976" y="2798064"/>
            <a:ext cx="310896" cy="310896"/>
          </a:xfrm>
          <a:prstGeom prst="ellipse">
            <a:avLst/>
          </a:prstGeom>
          <a:solidFill>
            <a:srgbClr val="16305B"/>
          </a:solidFill>
          <a:ln w="12700">
            <a:solidFill>
              <a:srgbClr val="16305B"/>
            </a:solidFill>
            <a:prstDash val="solid"/>
          </a:ln>
        </p:spPr>
      </p:sp>
      <p:sp>
        <p:nvSpPr>
          <p:cNvPr id="22" name="Text 20"/>
          <p:cNvSpPr txBox="1"/>
          <p:nvPr/>
        </p:nvSpPr>
        <p:spPr>
          <a:xfrm>
            <a:off x="6665976" y="279806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2</a:t>
            </a:r>
            <a:endParaRPr lang="en-US" sz="1000" dirty="0"/>
          </a:p>
        </p:txBody>
      </p:sp>
      <p:sp>
        <p:nvSpPr>
          <p:cNvPr id="23" name="Text 21"/>
          <p:cNvSpPr txBox="1"/>
          <p:nvPr/>
        </p:nvSpPr>
        <p:spPr>
          <a:xfrm>
            <a:off x="7114032" y="270662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다목적 최적화</a:t>
            </a:r>
            <a:endParaRPr lang="en-US" sz="1100" dirty="0"/>
          </a:p>
        </p:txBody>
      </p:sp>
      <p:sp>
        <p:nvSpPr>
          <p:cNvPr id="24" name="Text 22"/>
          <p:cNvSpPr txBox="1"/>
          <p:nvPr/>
        </p:nvSpPr>
        <p:spPr>
          <a:xfrm>
            <a:off x="7114032" y="298094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대리모델 위에서 파레토 최적해 탐색</a:t>
            </a:r>
            <a:endParaRPr lang="en-US" sz="950" dirty="0"/>
          </a:p>
        </p:txBody>
      </p:sp>
      <p:sp>
        <p:nvSpPr>
          <p:cNvPr id="25" name="Shape 23"/>
          <p:cNvSpPr/>
          <p:nvPr/>
        </p:nvSpPr>
        <p:spPr>
          <a:xfrm>
            <a:off x="6665976" y="3621024"/>
            <a:ext cx="310896" cy="310896"/>
          </a:xfrm>
          <a:prstGeom prst="ellipse">
            <a:avLst/>
          </a:prstGeom>
          <a:solidFill>
            <a:srgbClr val="16305B"/>
          </a:solidFill>
          <a:ln w="12700">
            <a:solidFill>
              <a:srgbClr val="16305B"/>
            </a:solidFill>
            <a:prstDash val="solid"/>
          </a:ln>
        </p:spPr>
      </p:sp>
      <p:sp>
        <p:nvSpPr>
          <p:cNvPr id="26" name="Text 24"/>
          <p:cNvSpPr txBox="1"/>
          <p:nvPr/>
        </p:nvSpPr>
        <p:spPr>
          <a:xfrm>
            <a:off x="6665976" y="362102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3</a:t>
            </a:r>
            <a:endParaRPr lang="en-US" sz="1000" dirty="0"/>
          </a:p>
        </p:txBody>
      </p:sp>
      <p:sp>
        <p:nvSpPr>
          <p:cNvPr id="27" name="Text 25"/>
          <p:cNvSpPr txBox="1"/>
          <p:nvPr/>
        </p:nvSpPr>
        <p:spPr>
          <a:xfrm>
            <a:off x="7114032" y="3529584"/>
            <a:ext cx="4297680" cy="274320"/>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사업 적용 검토</a:t>
            </a:r>
            <a:endParaRPr lang="en-US" sz="1100" dirty="0"/>
          </a:p>
        </p:txBody>
      </p:sp>
      <p:sp>
        <p:nvSpPr>
          <p:cNvPr id="28" name="Text 26"/>
          <p:cNvSpPr txBox="1"/>
          <p:nvPr/>
        </p:nvSpPr>
        <p:spPr>
          <a:xfrm>
            <a:off x="7114032" y="3803904"/>
            <a:ext cx="4297680" cy="274320"/>
          </a:xfrm>
          <a:prstGeom prst="rect">
            <a:avLst/>
          </a:prstGeom>
          <a:noFill/>
          <a:ln/>
        </p:spPr>
        <p:txBody>
          <a:bodyPr wrap="square" lIns="0" tIns="0" rIns="0" bIns="0" rtlCol="0" anchor="ctr"/>
          <a:lstStyle/>
          <a:p>
            <a:pPr indent="0" marL="0">
              <a:buNone/>
            </a:pPr>
            <a:r>
              <a:rPr lang="en-US" sz="950" dirty="0">
                <a:solidFill>
                  <a:srgbClr val="1C2733"/>
                </a:solidFill>
                <a:latin typeface="Malgun Gothic" pitchFamily="34" charset="0"/>
                <a:ea typeface="Malgun Gothic" pitchFamily="34" charset="-122"/>
                <a:cs typeface="Malgun Gothic" pitchFamily="34" charset="-120"/>
              </a:rPr>
              <a:t>실제 사업에서 AI 열해석 자동화 적용 가능성 검토</a:t>
            </a:r>
            <a:endParaRPr lang="en-US" sz="950" dirty="0"/>
          </a:p>
        </p:txBody>
      </p:sp>
      <p:sp>
        <p:nvSpPr>
          <p:cNvPr id="29" name="Shape 27"/>
          <p:cNvSpPr/>
          <p:nvPr/>
        </p:nvSpPr>
        <p:spPr>
          <a:xfrm>
            <a:off x="502920" y="4818888"/>
            <a:ext cx="11183112" cy="1563624"/>
          </a:xfrm>
          <a:prstGeom prst="roundRect">
            <a:avLst>
              <a:gd name="adj" fmla="val 3509"/>
            </a:avLst>
          </a:prstGeom>
          <a:solidFill>
            <a:srgbClr val="16305B"/>
          </a:solidFill>
          <a:ln w="12700">
            <a:solidFill>
              <a:srgbClr val="16305B"/>
            </a:solidFill>
            <a:prstDash val="solid"/>
          </a:ln>
        </p:spPr>
      </p:sp>
      <p:sp>
        <p:nvSpPr>
          <p:cNvPr id="30" name="Text 28"/>
          <p:cNvSpPr txBox="1"/>
          <p:nvPr/>
        </p:nvSpPr>
        <p:spPr>
          <a:xfrm>
            <a:off x="886968" y="4965192"/>
            <a:ext cx="3657600" cy="274320"/>
          </a:xfrm>
          <a:prstGeom prst="rect">
            <a:avLst/>
          </a:prstGeom>
          <a:noFill/>
          <a:ln/>
        </p:spPr>
        <p:txBody>
          <a:bodyPr wrap="square" lIns="0" tIns="0" rIns="0" bIns="0" rtlCol="0" anchor="ctr"/>
          <a:lstStyle/>
          <a:p>
            <a:pPr indent="0" marL="0">
              <a:buNone/>
            </a:pPr>
            <a:r>
              <a:rPr lang="en-US" sz="1100" b="1" spc="100" kern="0" dirty="0">
                <a:solidFill>
                  <a:srgbClr val="00A3C4"/>
                </a:solidFill>
                <a:latin typeface="Malgun Gothic" pitchFamily="34" charset="0"/>
                <a:ea typeface="Malgun Gothic" pitchFamily="34" charset="-122"/>
                <a:cs typeface="Malgun Gothic" pitchFamily="34" charset="-120"/>
              </a:rPr>
              <a:t>요   약</a:t>
            </a:r>
            <a:endParaRPr lang="en-US" sz="1100" dirty="0"/>
          </a:p>
        </p:txBody>
      </p:sp>
      <p:sp>
        <p:nvSpPr>
          <p:cNvPr id="31" name="Text 29"/>
          <p:cNvSpPr txBox="1"/>
          <p:nvPr/>
        </p:nvSpPr>
        <p:spPr>
          <a:xfrm>
            <a:off x="88696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11 → 8</a:t>
            </a:r>
            <a:endParaRPr lang="en-US" sz="2600" dirty="0"/>
          </a:p>
        </p:txBody>
      </p:sp>
      <p:sp>
        <p:nvSpPr>
          <p:cNvPr id="32" name="Text 30"/>
          <p:cNvSpPr txBox="1"/>
          <p:nvPr/>
        </p:nvSpPr>
        <p:spPr>
          <a:xfrm>
            <a:off x="88696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변수 선별 (DSD 29회)</a:t>
            </a:r>
            <a:endParaRPr lang="en-US" sz="1000" dirty="0"/>
          </a:p>
        </p:txBody>
      </p:sp>
      <p:sp>
        <p:nvSpPr>
          <p:cNvPr id="33" name="Text 31"/>
          <p:cNvSpPr txBox="1"/>
          <p:nvPr/>
        </p:nvSpPr>
        <p:spPr>
          <a:xfrm>
            <a:off x="449884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80 점</a:t>
            </a:r>
            <a:endParaRPr lang="en-US" sz="2600" dirty="0"/>
          </a:p>
        </p:txBody>
      </p:sp>
      <p:sp>
        <p:nvSpPr>
          <p:cNvPr id="34" name="Text 32"/>
          <p:cNvSpPr txBox="1"/>
          <p:nvPr/>
        </p:nvSpPr>
        <p:spPr>
          <a:xfrm>
            <a:off x="449884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활성 변수 실험계획 (OLHD)</a:t>
            </a:r>
            <a:endParaRPr lang="en-US" sz="1000" dirty="0"/>
          </a:p>
        </p:txBody>
      </p:sp>
      <p:sp>
        <p:nvSpPr>
          <p:cNvPr id="35" name="Text 33"/>
          <p:cNvSpPr txBox="1"/>
          <p:nvPr/>
        </p:nvSpPr>
        <p:spPr>
          <a:xfrm>
            <a:off x="8110728" y="5276088"/>
            <a:ext cx="3291840" cy="566928"/>
          </a:xfrm>
          <a:prstGeom prst="rect">
            <a:avLst/>
          </a:prstGeom>
          <a:noFill/>
          <a:ln/>
        </p:spPr>
        <p:txBody>
          <a:bodyPr wrap="square" lIns="0" tIns="0" rIns="0" bIns="0" rtlCol="0" anchor="ctr"/>
          <a:lstStyle/>
          <a:p>
            <a:pPr indent="0" marL="0">
              <a:buNone/>
            </a:pPr>
            <a:r>
              <a:rPr lang="en-US" sz="2600" b="1" dirty="0">
                <a:solidFill>
                  <a:srgbClr val="FFFFFF"/>
                </a:solidFill>
                <a:latin typeface="Malgun Gothic" pitchFamily="34" charset="0"/>
                <a:ea typeface="Malgun Gothic" pitchFamily="34" charset="-122"/>
                <a:cs typeface="Malgun Gothic" pitchFamily="34" charset="-120"/>
              </a:rPr>
              <a:t>0.89 ~ 1.00</a:t>
            </a:r>
            <a:endParaRPr lang="en-US" sz="2600" dirty="0"/>
          </a:p>
        </p:txBody>
      </p:sp>
      <p:sp>
        <p:nvSpPr>
          <p:cNvPr id="36" name="Text 34"/>
          <p:cNvSpPr txBox="1"/>
          <p:nvPr/>
        </p:nvSpPr>
        <p:spPr>
          <a:xfrm>
            <a:off x="8110728" y="5843016"/>
            <a:ext cx="3291840" cy="274320"/>
          </a:xfrm>
          <a:prstGeom prst="rect">
            <a:avLst/>
          </a:prstGeom>
          <a:noFill/>
          <a:ln/>
        </p:spPr>
        <p:txBody>
          <a:bodyPr wrap="square" lIns="0" tIns="0" rIns="0" bIns="0" rtlCol="0" anchor="ctr"/>
          <a:lstStyle/>
          <a:p>
            <a:pPr indent="0" marL="0">
              <a:buNone/>
            </a:pPr>
            <a:r>
              <a:rPr lang="en-US" sz="1000" dirty="0">
                <a:solidFill>
                  <a:srgbClr val="CFE0F2"/>
                </a:solidFill>
                <a:latin typeface="Malgun Gothic" pitchFamily="34" charset="0"/>
                <a:ea typeface="Malgun Gothic" pitchFamily="34" charset="-122"/>
                <a:cs typeface="Malgun Gothic" pitchFamily="34" charset="-120"/>
              </a:rPr>
              <a:t>대리모델 교차검증 R²</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A-1</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Icepak 해석 모델 GUI 설정 절차</a:t>
            </a:r>
            <a:endParaRPr lang="en-US" sz="2200" dirty="0"/>
          </a:p>
        </p:txBody>
      </p:sp>
      <p:sp>
        <p:nvSpPr>
          <p:cNvPr id="6" name="Shape 4"/>
          <p:cNvSpPr/>
          <p:nvPr/>
        </p:nvSpPr>
        <p:spPr>
          <a:xfrm>
            <a:off x="502920" y="1170432"/>
            <a:ext cx="256032" cy="256032"/>
          </a:xfrm>
          <a:prstGeom prst="ellipse">
            <a:avLst/>
          </a:prstGeom>
          <a:solidFill>
            <a:srgbClr val="16305B"/>
          </a:solidFill>
          <a:ln w="12700">
            <a:solidFill>
              <a:srgbClr val="16305B"/>
            </a:solidFill>
            <a:prstDash val="solid"/>
          </a:ln>
        </p:spPr>
      </p:sp>
      <p:sp>
        <p:nvSpPr>
          <p:cNvPr id="7" name="Text 5"/>
          <p:cNvSpPr txBox="1"/>
          <p:nvPr/>
        </p:nvSpPr>
        <p:spPr>
          <a:xfrm>
            <a:off x="502920"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1</a:t>
            </a:r>
            <a:endParaRPr lang="en-US" sz="900" dirty="0"/>
          </a:p>
        </p:txBody>
      </p:sp>
      <p:sp>
        <p:nvSpPr>
          <p:cNvPr id="8" name="Text 6"/>
          <p:cNvSpPr txBox="1"/>
          <p:nvPr/>
        </p:nvSpPr>
        <p:spPr>
          <a:xfrm>
            <a:off x="850392"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프로젝트 생성</a:t>
            </a:r>
            <a:endParaRPr lang="en-US" sz="1100" dirty="0"/>
          </a:p>
        </p:txBody>
      </p:sp>
      <p:sp>
        <p:nvSpPr>
          <p:cNvPr id="9" name="Shape 7"/>
          <p:cNvSpPr/>
          <p:nvPr/>
        </p:nvSpPr>
        <p:spPr>
          <a:xfrm>
            <a:off x="502920" y="1536192"/>
            <a:ext cx="2615184" cy="1874520"/>
          </a:xfrm>
          <a:prstGeom prst="roundRect">
            <a:avLst>
              <a:gd name="adj" fmla="val 2439"/>
            </a:avLst>
          </a:prstGeom>
          <a:solidFill>
            <a:srgbClr val="FFFFFF"/>
          </a:solidFill>
          <a:ln w="12700">
            <a:solidFill>
              <a:srgbClr val="C3CDDA"/>
            </a:solidFill>
            <a:prstDash val="dash"/>
          </a:ln>
        </p:spPr>
      </p:sp>
      <p:sp>
        <p:nvSpPr>
          <p:cNvPr id="10" name="Text 8"/>
          <p:cNvSpPr txBox="1"/>
          <p:nvPr/>
        </p:nvSpPr>
        <p:spPr>
          <a:xfrm>
            <a:off x="502920"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1" name="Text 9"/>
          <p:cNvSpPr txBox="1"/>
          <p:nvPr/>
        </p:nvSpPr>
        <p:spPr>
          <a:xfrm>
            <a:off x="502920"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새 프로젝트 · 디자인 생성</a:t>
            </a:r>
            <a:endParaRPr lang="en-US" sz="900" dirty="0"/>
          </a:p>
        </p:txBody>
      </p:sp>
      <p:sp>
        <p:nvSpPr>
          <p:cNvPr id="12" name="Shape 10"/>
          <p:cNvSpPr/>
          <p:nvPr/>
        </p:nvSpPr>
        <p:spPr>
          <a:xfrm>
            <a:off x="3358591" y="1170432"/>
            <a:ext cx="256032" cy="256032"/>
          </a:xfrm>
          <a:prstGeom prst="ellipse">
            <a:avLst/>
          </a:prstGeom>
          <a:solidFill>
            <a:srgbClr val="16305B"/>
          </a:solidFill>
          <a:ln w="12700">
            <a:solidFill>
              <a:srgbClr val="16305B"/>
            </a:solidFill>
            <a:prstDash val="solid"/>
          </a:ln>
        </p:spPr>
      </p:sp>
      <p:sp>
        <p:nvSpPr>
          <p:cNvPr id="13" name="Text 11"/>
          <p:cNvSpPr txBox="1"/>
          <p:nvPr/>
        </p:nvSpPr>
        <p:spPr>
          <a:xfrm>
            <a:off x="3358591"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2</a:t>
            </a:r>
            <a:endParaRPr lang="en-US" sz="900" dirty="0"/>
          </a:p>
        </p:txBody>
      </p:sp>
      <p:sp>
        <p:nvSpPr>
          <p:cNvPr id="14" name="Text 12"/>
          <p:cNvSpPr txBox="1"/>
          <p:nvPr/>
        </p:nvSpPr>
        <p:spPr>
          <a:xfrm>
            <a:off x="3706063"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형상 불러오기</a:t>
            </a:r>
            <a:endParaRPr lang="en-US" sz="1100" dirty="0"/>
          </a:p>
        </p:txBody>
      </p:sp>
      <p:sp>
        <p:nvSpPr>
          <p:cNvPr id="15" name="Shape 13"/>
          <p:cNvSpPr/>
          <p:nvPr/>
        </p:nvSpPr>
        <p:spPr>
          <a:xfrm>
            <a:off x="3358591" y="1536192"/>
            <a:ext cx="2615184" cy="1874520"/>
          </a:xfrm>
          <a:prstGeom prst="roundRect">
            <a:avLst>
              <a:gd name="adj" fmla="val 2439"/>
            </a:avLst>
          </a:prstGeom>
          <a:solidFill>
            <a:srgbClr val="FFFFFF"/>
          </a:solidFill>
          <a:ln w="12700">
            <a:solidFill>
              <a:srgbClr val="C3CDDA"/>
            </a:solidFill>
            <a:prstDash val="dash"/>
          </a:ln>
        </p:spPr>
      </p:sp>
      <p:sp>
        <p:nvSpPr>
          <p:cNvPr id="16" name="Text 14"/>
          <p:cNvSpPr txBox="1"/>
          <p:nvPr/>
        </p:nvSpPr>
        <p:spPr>
          <a:xfrm>
            <a:off x="3358591"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17" name="Text 15"/>
          <p:cNvSpPr txBox="1"/>
          <p:nvPr/>
        </p:nvSpPr>
        <p:spPr>
          <a:xfrm>
            <a:off x="3358591"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STEP 불러오기 · 부품 이름·재질 지정</a:t>
            </a:r>
            <a:endParaRPr lang="en-US" sz="900" dirty="0"/>
          </a:p>
        </p:txBody>
      </p:sp>
      <p:sp>
        <p:nvSpPr>
          <p:cNvPr id="18" name="Shape 16"/>
          <p:cNvSpPr/>
          <p:nvPr/>
        </p:nvSpPr>
        <p:spPr>
          <a:xfrm>
            <a:off x="6214262" y="1170432"/>
            <a:ext cx="256032" cy="256032"/>
          </a:xfrm>
          <a:prstGeom prst="ellipse">
            <a:avLst/>
          </a:prstGeom>
          <a:solidFill>
            <a:srgbClr val="16305B"/>
          </a:solidFill>
          <a:ln w="12700">
            <a:solidFill>
              <a:srgbClr val="16305B"/>
            </a:solidFill>
            <a:prstDash val="solid"/>
          </a:ln>
        </p:spPr>
      </p:sp>
      <p:sp>
        <p:nvSpPr>
          <p:cNvPr id="19" name="Text 17"/>
          <p:cNvSpPr txBox="1"/>
          <p:nvPr/>
        </p:nvSpPr>
        <p:spPr>
          <a:xfrm>
            <a:off x="6214262"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p>
        </p:txBody>
      </p:sp>
      <p:sp>
        <p:nvSpPr>
          <p:cNvPr id="20" name="Text 18"/>
          <p:cNvSpPr txBox="1"/>
          <p:nvPr/>
        </p:nvSpPr>
        <p:spPr>
          <a:xfrm>
            <a:off x="6561734"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유체 영역</a:t>
            </a:r>
            <a:endParaRPr lang="en-US" sz="1100" dirty="0"/>
          </a:p>
        </p:txBody>
      </p:sp>
      <p:sp>
        <p:nvSpPr>
          <p:cNvPr id="21" name="Shape 19"/>
          <p:cNvSpPr/>
          <p:nvPr/>
        </p:nvSpPr>
        <p:spPr>
          <a:xfrm>
            <a:off x="6214262" y="1536192"/>
            <a:ext cx="2615184" cy="1874520"/>
          </a:xfrm>
          <a:prstGeom prst="roundRect">
            <a:avLst>
              <a:gd name="adj" fmla="val 2439"/>
            </a:avLst>
          </a:prstGeom>
          <a:solidFill>
            <a:srgbClr val="FFFFFF"/>
          </a:solidFill>
          <a:ln w="12700">
            <a:solidFill>
              <a:srgbClr val="C3CDDA"/>
            </a:solidFill>
            <a:prstDash val="dash"/>
          </a:ln>
        </p:spPr>
      </p:sp>
      <p:sp>
        <p:nvSpPr>
          <p:cNvPr id="22" name="Text 20"/>
          <p:cNvSpPr txBox="1"/>
          <p:nvPr/>
        </p:nvSpPr>
        <p:spPr>
          <a:xfrm>
            <a:off x="6214262"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3" name="Text 21"/>
          <p:cNvSpPr txBox="1"/>
          <p:nvPr/>
        </p:nvSpPr>
        <p:spPr>
          <a:xfrm>
            <a:off x="6214262"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박스 생성 → 형상 Subtract → 분리</a:t>
            </a:r>
            <a:endParaRPr lang="en-US" sz="900" dirty="0"/>
          </a:p>
        </p:txBody>
      </p:sp>
      <p:sp>
        <p:nvSpPr>
          <p:cNvPr id="24" name="Shape 22"/>
          <p:cNvSpPr/>
          <p:nvPr/>
        </p:nvSpPr>
        <p:spPr>
          <a:xfrm>
            <a:off x="9069934" y="1170432"/>
            <a:ext cx="256032" cy="256032"/>
          </a:xfrm>
          <a:prstGeom prst="ellipse">
            <a:avLst/>
          </a:prstGeom>
          <a:solidFill>
            <a:srgbClr val="16305B"/>
          </a:solidFill>
          <a:ln w="12700">
            <a:solidFill>
              <a:srgbClr val="16305B"/>
            </a:solidFill>
            <a:prstDash val="solid"/>
          </a:ln>
        </p:spPr>
      </p:sp>
      <p:sp>
        <p:nvSpPr>
          <p:cNvPr id="25" name="Text 23"/>
          <p:cNvSpPr txBox="1"/>
          <p:nvPr/>
        </p:nvSpPr>
        <p:spPr>
          <a:xfrm>
            <a:off x="9069934" y="11704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4</a:t>
            </a:r>
            <a:endParaRPr lang="en-US" sz="900" dirty="0"/>
          </a:p>
        </p:txBody>
      </p:sp>
      <p:sp>
        <p:nvSpPr>
          <p:cNvPr id="26" name="Text 24"/>
          <p:cNvSpPr txBox="1"/>
          <p:nvPr/>
        </p:nvSpPr>
        <p:spPr>
          <a:xfrm>
            <a:off x="9417406" y="115214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경계조건</a:t>
            </a:r>
            <a:endParaRPr lang="en-US" sz="1100" dirty="0"/>
          </a:p>
        </p:txBody>
      </p:sp>
      <p:sp>
        <p:nvSpPr>
          <p:cNvPr id="27" name="Shape 25"/>
          <p:cNvSpPr/>
          <p:nvPr/>
        </p:nvSpPr>
        <p:spPr>
          <a:xfrm>
            <a:off x="9069934" y="1536192"/>
            <a:ext cx="2615184" cy="1874520"/>
          </a:xfrm>
          <a:prstGeom prst="roundRect">
            <a:avLst>
              <a:gd name="adj" fmla="val 2439"/>
            </a:avLst>
          </a:prstGeom>
          <a:solidFill>
            <a:srgbClr val="FFFFFF"/>
          </a:solidFill>
          <a:ln w="12700">
            <a:solidFill>
              <a:srgbClr val="C3CDDA"/>
            </a:solidFill>
            <a:prstDash val="dash"/>
          </a:ln>
        </p:spPr>
      </p:sp>
      <p:sp>
        <p:nvSpPr>
          <p:cNvPr id="28" name="Text 26"/>
          <p:cNvSpPr txBox="1"/>
          <p:nvPr/>
        </p:nvSpPr>
        <p:spPr>
          <a:xfrm>
            <a:off x="9069934" y="153619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29" name="Text 27"/>
          <p:cNvSpPr txBox="1"/>
          <p:nvPr/>
        </p:nvSpPr>
        <p:spPr>
          <a:xfrm>
            <a:off x="9069934" y="345643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발열원 · 팬(입구) · 개구부(출구)</a:t>
            </a:r>
            <a:endParaRPr lang="en-US" sz="900" dirty="0"/>
          </a:p>
        </p:txBody>
      </p:sp>
      <p:sp>
        <p:nvSpPr>
          <p:cNvPr id="30" name="Shape 28"/>
          <p:cNvSpPr/>
          <p:nvPr/>
        </p:nvSpPr>
        <p:spPr>
          <a:xfrm>
            <a:off x="502920" y="3822192"/>
            <a:ext cx="256032" cy="256032"/>
          </a:xfrm>
          <a:prstGeom prst="ellipse">
            <a:avLst/>
          </a:prstGeom>
          <a:solidFill>
            <a:srgbClr val="16305B"/>
          </a:solidFill>
          <a:ln w="12700">
            <a:solidFill>
              <a:srgbClr val="16305B"/>
            </a:solidFill>
            <a:prstDash val="solid"/>
          </a:ln>
        </p:spPr>
      </p:sp>
      <p:sp>
        <p:nvSpPr>
          <p:cNvPr id="31" name="Text 29"/>
          <p:cNvSpPr txBox="1"/>
          <p:nvPr/>
        </p:nvSpPr>
        <p:spPr>
          <a:xfrm>
            <a:off x="502920"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5</a:t>
            </a:r>
            <a:endParaRPr lang="en-US" sz="900" dirty="0"/>
          </a:p>
        </p:txBody>
      </p:sp>
      <p:sp>
        <p:nvSpPr>
          <p:cNvPr id="32" name="Text 30"/>
          <p:cNvSpPr txBox="1"/>
          <p:nvPr/>
        </p:nvSpPr>
        <p:spPr>
          <a:xfrm>
            <a:off x="850392"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메시</a:t>
            </a:r>
            <a:endParaRPr lang="en-US" sz="1100" dirty="0"/>
          </a:p>
        </p:txBody>
      </p:sp>
      <p:sp>
        <p:nvSpPr>
          <p:cNvPr id="33" name="Shape 31"/>
          <p:cNvSpPr/>
          <p:nvPr/>
        </p:nvSpPr>
        <p:spPr>
          <a:xfrm>
            <a:off x="502920" y="4187952"/>
            <a:ext cx="2615184" cy="1874520"/>
          </a:xfrm>
          <a:prstGeom prst="roundRect">
            <a:avLst>
              <a:gd name="adj" fmla="val 2439"/>
            </a:avLst>
          </a:prstGeom>
          <a:solidFill>
            <a:srgbClr val="FFFFFF"/>
          </a:solidFill>
          <a:ln w="12700">
            <a:solidFill>
              <a:srgbClr val="C3CDDA"/>
            </a:solidFill>
            <a:prstDash val="dash"/>
          </a:ln>
        </p:spPr>
      </p:sp>
      <p:sp>
        <p:nvSpPr>
          <p:cNvPr id="34" name="Text 32"/>
          <p:cNvSpPr txBox="1"/>
          <p:nvPr/>
        </p:nvSpPr>
        <p:spPr>
          <a:xfrm>
            <a:off x="502920"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35" name="Text 33"/>
          <p:cNvSpPr txBox="1"/>
          <p:nvPr/>
        </p:nvSpPr>
        <p:spPr>
          <a:xfrm>
            <a:off x="502920"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유체 영역 로컬 메시 · 글로벌 메시</a:t>
            </a:r>
            <a:endParaRPr lang="en-US" sz="900" dirty="0"/>
          </a:p>
        </p:txBody>
      </p:sp>
      <p:sp>
        <p:nvSpPr>
          <p:cNvPr id="36" name="Shape 34"/>
          <p:cNvSpPr/>
          <p:nvPr/>
        </p:nvSpPr>
        <p:spPr>
          <a:xfrm>
            <a:off x="3358591" y="3822192"/>
            <a:ext cx="256032" cy="256032"/>
          </a:xfrm>
          <a:prstGeom prst="ellipse">
            <a:avLst/>
          </a:prstGeom>
          <a:solidFill>
            <a:srgbClr val="16305B"/>
          </a:solidFill>
          <a:ln w="12700">
            <a:solidFill>
              <a:srgbClr val="16305B"/>
            </a:solidFill>
            <a:prstDash val="solid"/>
          </a:ln>
        </p:spPr>
      </p:sp>
      <p:sp>
        <p:nvSpPr>
          <p:cNvPr id="37" name="Text 35"/>
          <p:cNvSpPr txBox="1"/>
          <p:nvPr/>
        </p:nvSpPr>
        <p:spPr>
          <a:xfrm>
            <a:off x="3358591"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6</a:t>
            </a:r>
            <a:endParaRPr lang="en-US" sz="900" dirty="0"/>
          </a:p>
        </p:txBody>
      </p:sp>
      <p:sp>
        <p:nvSpPr>
          <p:cNvPr id="38" name="Text 36"/>
          <p:cNvSpPr txBox="1"/>
          <p:nvPr/>
        </p:nvSpPr>
        <p:spPr>
          <a:xfrm>
            <a:off x="3706063"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측정면</a:t>
            </a:r>
            <a:endParaRPr lang="en-US" sz="1100" dirty="0"/>
          </a:p>
        </p:txBody>
      </p:sp>
      <p:sp>
        <p:nvSpPr>
          <p:cNvPr id="39" name="Shape 37"/>
          <p:cNvSpPr/>
          <p:nvPr/>
        </p:nvSpPr>
        <p:spPr>
          <a:xfrm>
            <a:off x="3358591" y="4187952"/>
            <a:ext cx="2615184" cy="1874520"/>
          </a:xfrm>
          <a:prstGeom prst="roundRect">
            <a:avLst>
              <a:gd name="adj" fmla="val 2439"/>
            </a:avLst>
          </a:prstGeom>
          <a:solidFill>
            <a:srgbClr val="FFFFFF"/>
          </a:solidFill>
          <a:ln w="12700">
            <a:solidFill>
              <a:srgbClr val="C3CDDA"/>
            </a:solidFill>
            <a:prstDash val="dash"/>
          </a:ln>
        </p:spPr>
      </p:sp>
      <p:sp>
        <p:nvSpPr>
          <p:cNvPr id="40" name="Text 38"/>
          <p:cNvSpPr txBox="1"/>
          <p:nvPr/>
        </p:nvSpPr>
        <p:spPr>
          <a:xfrm>
            <a:off x="3358591"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1" name="Text 39"/>
          <p:cNvSpPr txBox="1"/>
          <p:nvPr/>
        </p:nvSpPr>
        <p:spPr>
          <a:xfrm>
            <a:off x="3358591"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유로 단면 · 분기 입구 측정면 생성</a:t>
            </a:r>
            <a:endParaRPr lang="en-US" sz="900" dirty="0"/>
          </a:p>
        </p:txBody>
      </p:sp>
      <p:sp>
        <p:nvSpPr>
          <p:cNvPr id="42" name="Shape 40"/>
          <p:cNvSpPr/>
          <p:nvPr/>
        </p:nvSpPr>
        <p:spPr>
          <a:xfrm>
            <a:off x="6214262" y="3822192"/>
            <a:ext cx="256032" cy="256032"/>
          </a:xfrm>
          <a:prstGeom prst="ellipse">
            <a:avLst/>
          </a:prstGeom>
          <a:solidFill>
            <a:srgbClr val="16305B"/>
          </a:solidFill>
          <a:ln w="12700">
            <a:solidFill>
              <a:srgbClr val="16305B"/>
            </a:solidFill>
            <a:prstDash val="solid"/>
          </a:ln>
        </p:spPr>
      </p:sp>
      <p:sp>
        <p:nvSpPr>
          <p:cNvPr id="43" name="Text 41"/>
          <p:cNvSpPr txBox="1"/>
          <p:nvPr/>
        </p:nvSpPr>
        <p:spPr>
          <a:xfrm>
            <a:off x="6214262" y="38221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7</a:t>
            </a:r>
            <a:endParaRPr lang="en-US" sz="900" dirty="0"/>
          </a:p>
        </p:txBody>
      </p:sp>
      <p:sp>
        <p:nvSpPr>
          <p:cNvPr id="44" name="Text 42"/>
          <p:cNvSpPr txBox="1"/>
          <p:nvPr/>
        </p:nvSpPr>
        <p:spPr>
          <a:xfrm>
            <a:off x="6561734" y="3803904"/>
            <a:ext cx="2267712" cy="292608"/>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해석 · 추출</a:t>
            </a:r>
            <a:endParaRPr lang="en-US" sz="1100" dirty="0"/>
          </a:p>
        </p:txBody>
      </p:sp>
      <p:sp>
        <p:nvSpPr>
          <p:cNvPr id="45" name="Shape 43"/>
          <p:cNvSpPr/>
          <p:nvPr/>
        </p:nvSpPr>
        <p:spPr>
          <a:xfrm>
            <a:off x="6214262" y="4187952"/>
            <a:ext cx="2615184" cy="1874520"/>
          </a:xfrm>
          <a:prstGeom prst="roundRect">
            <a:avLst>
              <a:gd name="adj" fmla="val 2439"/>
            </a:avLst>
          </a:prstGeom>
          <a:solidFill>
            <a:srgbClr val="FFFFFF"/>
          </a:solidFill>
          <a:ln w="12700">
            <a:solidFill>
              <a:srgbClr val="C3CDDA"/>
            </a:solidFill>
            <a:prstDash val="dash"/>
          </a:ln>
        </p:spPr>
      </p:sp>
      <p:sp>
        <p:nvSpPr>
          <p:cNvPr id="46" name="Text 44"/>
          <p:cNvSpPr txBox="1"/>
          <p:nvPr/>
        </p:nvSpPr>
        <p:spPr>
          <a:xfrm>
            <a:off x="6214262" y="4187952"/>
            <a:ext cx="2615184" cy="1874520"/>
          </a:xfrm>
          <a:prstGeom prst="rect">
            <a:avLst/>
          </a:prstGeom>
          <a:noFill/>
          <a:ln/>
        </p:spPr>
        <p:txBody>
          <a:bodyPr wrap="square" lIns="0" tIns="0" rIns="0" bIns="0" rtlCol="0" anchor="ctr"/>
          <a:lstStyle/>
          <a:p>
            <a:pPr algn="ctr" indent="0" marL="0">
              <a:buNone/>
            </a:pPr>
            <a:r>
              <a:rPr lang="en-US" sz="1000" b="1" dirty="0">
                <a:solidFill>
                  <a:srgbClr val="B5C0CF"/>
                </a:solidFill>
                <a:latin typeface="Malgun Gothic" pitchFamily="34" charset="0"/>
                <a:ea typeface="Malgun Gothic" pitchFamily="34" charset="-122"/>
                <a:cs typeface="Malgun Gothic" pitchFamily="34" charset="-120"/>
              </a:rPr>
              <a:t>GUI 캡처</a:t>
            </a:r>
            <a:endParaRPr lang="en-US" sz="1000" dirty="0"/>
          </a:p>
        </p:txBody>
      </p:sp>
      <p:sp>
        <p:nvSpPr>
          <p:cNvPr id="47" name="Text 45"/>
          <p:cNvSpPr txBox="1"/>
          <p:nvPr/>
        </p:nvSpPr>
        <p:spPr>
          <a:xfrm>
            <a:off x="6214262" y="6108192"/>
            <a:ext cx="2615184"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정상상태 해석 → Fields Summary 추출</a:t>
            </a:r>
            <a:endParaRPr lang="en-US" sz="900" dirty="0"/>
          </a:p>
        </p:txBody>
      </p:sp>
      <p:sp>
        <p:nvSpPr>
          <p:cNvPr id="48" name="Shape 46"/>
          <p:cNvSpPr/>
          <p:nvPr/>
        </p:nvSpPr>
        <p:spPr>
          <a:xfrm>
            <a:off x="9069934" y="4187952"/>
            <a:ext cx="2615184" cy="1874520"/>
          </a:xfrm>
          <a:prstGeom prst="roundRect">
            <a:avLst>
              <a:gd name="adj" fmla="val 2927"/>
            </a:avLst>
          </a:prstGeom>
          <a:solidFill>
            <a:srgbClr val="16305B"/>
          </a:solidFill>
          <a:ln w="12700">
            <a:solidFill>
              <a:srgbClr val="16305B"/>
            </a:solidFill>
            <a:prstDash val="solid"/>
          </a:ln>
        </p:spPr>
      </p:sp>
      <p:sp>
        <p:nvSpPr>
          <p:cNvPr id="49" name="Text 47"/>
          <p:cNvSpPr txBox="1"/>
          <p:nvPr/>
        </p:nvSpPr>
        <p:spPr>
          <a:xfrm>
            <a:off x="9252814" y="4187952"/>
            <a:ext cx="2249424" cy="1874520"/>
          </a:xfrm>
          <a:prstGeom prst="rect">
            <a:avLst/>
          </a:prstGeom>
          <a:noFill/>
          <a:ln/>
        </p:spPr>
        <p:txBody>
          <a:bodyPr wrap="square" lIns="0" tIns="0" rIns="0" bIns="0" rtlCol="0" anchor="ctr"/>
          <a:lstStyle/>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위 7단계를</a:t>
            </a:r>
            <a:endParaRPr lang="en-US" sz="1100" dirty="0"/>
          </a:p>
          <a:p>
            <a:pPr algn="ctr" indent="0" marL="0">
              <a:lnSpc>
                <a:spcPct val="130000"/>
              </a:lnSpc>
              <a:buNone/>
            </a:pPr>
            <a:r>
              <a:rPr lang="en-US" sz="1100" b="1" dirty="0">
                <a:solidFill>
                  <a:srgbClr val="FFFFFF"/>
                </a:solidFill>
                <a:latin typeface="Malgun Gothic" pitchFamily="34" charset="0"/>
                <a:ea typeface="Malgun Gothic" pitchFamily="34" charset="-122"/>
                <a:cs typeface="Malgun Gothic" pitchFamily="34" charset="-120"/>
              </a:rPr>
              <a:t>스크립트 리코더로 기록</a:t>
            </a:r>
            <a:endParaRPr lang="en-US" sz="1100" dirty="0"/>
          </a:p>
          <a:p>
            <a:pPr algn="ctr" indent="0" marL="0">
              <a:lnSpc>
                <a:spcPct val="130000"/>
              </a:lnSpc>
              <a:buNone/>
            </a:pPr>
            <a:r>
              <a:rPr lang="en-US" sz="1100" dirty="0">
                <a:solidFill>
                  <a:srgbClr val="FFFFFF"/>
                </a:solidFill>
                <a:latin typeface="Malgun Gothic" pitchFamily="34" charset="0"/>
                <a:ea typeface="Malgun Gothic" pitchFamily="34" charset="-122"/>
                <a:cs typeface="Malgun Gothic" pitchFamily="34" charset="-120"/>
              </a:rPr>
              <a:t>→ 코드화하여</a:t>
            </a:r>
            <a:endParaRPr lang="en-US" sz="1100" dirty="0"/>
          </a:p>
          <a:p>
            <a:pPr algn="ctr" indent="0" marL="0">
              <a:lnSpc>
                <a:spcPct val="130000"/>
              </a:lnSpc>
              <a:buNone/>
            </a:pPr>
            <a:r>
              <a:rPr lang="en-US" sz="1100" b="1" dirty="0">
                <a:solidFill>
                  <a:srgbClr val="7FD6E8"/>
                </a:solidFill>
                <a:latin typeface="Malgun Gothic" pitchFamily="34" charset="0"/>
                <a:ea typeface="Malgun Gothic" pitchFamily="34" charset="-122"/>
                <a:cs typeface="Malgun Gothic" pitchFamily="34" charset="-120"/>
              </a:rPr>
              <a:t>매 회차 자동 수행</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A-2</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구성 원리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기본 14회의 정체  —  회의 행렬</a:t>
            </a:r>
            <a:endParaRPr lang="en-US" sz="1300" dirty="0"/>
          </a:p>
        </p:txBody>
      </p:sp>
      <p:sp>
        <p:nvSpPr>
          <p:cNvPr id="9" name="Text 7"/>
          <p:cNvSpPr txBox="1"/>
          <p:nvPr/>
        </p:nvSpPr>
        <p:spPr>
          <a:xfrm>
            <a:off x="813816" y="1792224"/>
            <a:ext cx="4846320" cy="786384"/>
          </a:xfrm>
          <a:prstGeom prst="rect">
            <a:avLst/>
          </a:prstGeom>
          <a:noFill/>
          <a:ln/>
        </p:spPr>
        <p:txBody>
          <a:bodyPr wrap="square" lIns="0" tIns="0" rIns="0" bIns="0" rtlCol="0" anchor="ctr"/>
          <a:lstStyle/>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①  대각선은 0 (해석마다 변수 하나만 중간값)</a:t>
            </a:r>
            <a:endParaRPr lang="en-US" sz="930" dirty="0"/>
          </a:p>
          <a:p>
            <a:pPr indent="0" marL="0">
              <a:lnSpc>
                <a:spcPct val="125000"/>
              </a:lnSpc>
              <a:buNone/>
            </a:pPr>
            <a:r>
              <a:rPr lang="en-US" sz="930" dirty="0">
                <a:solidFill>
                  <a:srgbClr val="1C2733"/>
                </a:solidFill>
                <a:latin typeface="Malgun Gothic" pitchFamily="34" charset="0"/>
                <a:ea typeface="Malgun Gothic" pitchFamily="34" charset="-122"/>
                <a:cs typeface="Malgun Gothic" pitchFamily="34" charset="-120"/>
              </a:rPr>
              <a:t>규칙 ②  나머지는 +1 또는 −1 (최대값 또는 최소값)</a:t>
            </a:r>
            <a:endParaRPr lang="en-US" sz="930" dirty="0"/>
          </a:p>
          <a:p>
            <a:pPr indent="0" marL="0">
              <a:lnSpc>
                <a:spcPct val="125000"/>
              </a:lnSpc>
              <a:buNone/>
            </a:pPr>
            <a:r>
              <a:rPr lang="en-US" sz="930" b="1" dirty="0">
                <a:solidFill>
                  <a:srgbClr val="16305B"/>
                </a:solidFill>
                <a:latin typeface="Malgun Gothic" pitchFamily="34" charset="0"/>
                <a:ea typeface="Malgun Gothic" pitchFamily="34" charset="-122"/>
                <a:cs typeface="Malgun Gothic" pitchFamily="34" charset="-120"/>
              </a:rPr>
              <a:t>규칙 ③  아무 두 변수를 골라도, 같은 쪽인 횟수 = 반대쪽인 횟수 (직교)</a:t>
            </a:r>
            <a:endParaRPr lang="en-US" sz="930" dirty="0"/>
          </a:p>
        </p:txBody>
      </p:sp>
      <p:sp>
        <p:nvSpPr>
          <p:cNvPr id="10" name="Text 8"/>
          <p:cNvSpPr txBox="1"/>
          <p:nvPr/>
        </p:nvSpPr>
        <p:spPr>
          <a:xfrm>
            <a:off x="813816" y="2706624"/>
            <a:ext cx="4846320" cy="237744"/>
          </a:xfrm>
          <a:prstGeom prst="rect">
            <a:avLst/>
          </a:prstGeom>
          <a:noFill/>
          <a:ln/>
        </p:spPr>
        <p:txBody>
          <a:bodyPr wrap="square" lIns="0" tIns="0" rIns="0" bIns="0" rtlCol="0" anchor="ctr"/>
          <a:lstStyle/>
          <a:p>
            <a:pPr indent="0" marL="0">
              <a:buNone/>
            </a:pPr>
            <a:r>
              <a:rPr lang="en-US" sz="1050" b="1" dirty="0">
                <a:solidFill>
                  <a:srgbClr val="16305B"/>
                </a:solidFill>
                <a:latin typeface="Malgun Gothic" pitchFamily="34" charset="0"/>
                <a:ea typeface="Malgun Gothic" pitchFamily="34" charset="-122"/>
                <a:cs typeface="Malgun Gothic" pitchFamily="34" charset="-120"/>
              </a:rPr>
              <a:t>변수 4개 예시</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813816" y="2980944"/>
          <a:ext cx="4846320" cy="914400"/>
        </p:xfrm>
        <a:graphic>
          <a:graphicData uri="http://schemas.openxmlformats.org/drawingml/2006/table">
            <a:tbl>
              <a:tblPr/>
              <a:tblGrid>
                <a:gridCol w="1188720"/>
                <a:gridCol w="914400"/>
                <a:gridCol w="914400"/>
                <a:gridCol w="914400"/>
                <a:gridCol w="914400"/>
              </a:tblGrid>
              <a:tr h="274320">
                <a:tc>
                  <a:txBody>
                    <a:bodyPr/>
                    <a:lstStyle/>
                    <a:p>
                      <a:pPr indent="0" marL="0">
                        <a:buNone/>
                      </a:pPr>
                      <a:r>
                        <a:rPr lang="en-US" sz="1000" b="1" dirty="0">
                          <a:solidFill>
                            <a:srgbClr val="16305B"/>
                          </a:solidFill>
                          <a:latin typeface="Malgun Gothic" pitchFamily="34" charset="0"/>
                          <a:ea typeface="Malgun Gothic" pitchFamily="34" charset="-122"/>
                          <a:cs typeface="Malgun Gothic" pitchFamily="34" charset="-120"/>
                        </a:rPr>
                        <a:t>해석</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B</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C</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D</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1</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2</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3</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4</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FFFFFF"/>
                          </a:solidFill>
                          <a:latin typeface="Malgun Gothic" pitchFamily="34" charset="0"/>
                          <a:ea typeface="Malgun Gothic" pitchFamily="34" charset="-122"/>
                          <a:cs typeface="Malgun Gothic" pitchFamily="34" charset="-120"/>
                        </a:rPr>
                        <a:t>0</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8FB0D4"/>
                    </a:solidFill>
                  </a:tcPr>
                </a:tc>
              </a:tr>
            </a:tbl>
          </a:graphicData>
        </a:graphic>
      </p:graphicFrame>
      <p:sp>
        <p:nvSpPr>
          <p:cNvPr id="12" name="Shape 9"/>
          <p:cNvSpPr/>
          <p:nvPr/>
        </p:nvSpPr>
        <p:spPr>
          <a:xfrm>
            <a:off x="813816" y="4498848"/>
            <a:ext cx="4846320" cy="1554480"/>
          </a:xfrm>
          <a:prstGeom prst="roundRect">
            <a:avLst>
              <a:gd name="adj" fmla="val 3529"/>
            </a:avLst>
          </a:prstGeom>
          <a:solidFill>
            <a:srgbClr val="F7F9FC"/>
          </a:solidFill>
          <a:ln w="9525">
            <a:solidFill>
              <a:srgbClr val="DDE3EB"/>
            </a:solidFill>
            <a:prstDash val="solid"/>
          </a:ln>
        </p:spPr>
      </p:sp>
      <p:sp>
        <p:nvSpPr>
          <p:cNvPr id="13" name="Text 10"/>
          <p:cNvSpPr txBox="1"/>
          <p:nvPr/>
        </p:nvSpPr>
        <p:spPr>
          <a:xfrm>
            <a:off x="960120" y="4498848"/>
            <a:ext cx="4572000" cy="1554480"/>
          </a:xfrm>
          <a:prstGeom prst="rect">
            <a:avLst/>
          </a:prstGeom>
          <a:noFill/>
          <a:ln/>
        </p:spPr>
        <p:txBody>
          <a:bodyPr wrap="square" lIns="0" tIns="0" rIns="0" bIns="0" rtlCol="0" anchor="ctr"/>
          <a:lstStyle/>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A와 B가 함께 값을 갖는 해석은 3번 · 4번 두 번뿐</a:t>
            </a:r>
            <a:endParaRPr lang="en-US" sz="900" dirty="0"/>
          </a:p>
          <a:p>
            <a:pPr indent="0" marL="0">
              <a:lnSpc>
                <a:spcPct val="130000"/>
              </a:lnSpc>
              <a:buNone/>
            </a:pPr>
            <a:r>
              <a:rPr lang="en-US" sz="900" b="1" dirty="0">
                <a:solidFill>
                  <a:srgbClr val="16305B"/>
                </a:solidFill>
                <a:latin typeface="Malgun Gothic" pitchFamily="34" charset="0"/>
                <a:ea typeface="Malgun Gothic" pitchFamily="34" charset="-122"/>
                <a:cs typeface="Malgun Gothic" pitchFamily="34" charset="-120"/>
              </a:rPr>
              <a:t>3번: A −, B − → 같은 쪽   /   4번: A −, B + → 반대쪽</a:t>
            </a:r>
            <a:endParaRPr lang="en-US" sz="900" dirty="0"/>
          </a:p>
          <a:p>
            <a:pPr indent="0" marL="0">
              <a:lnSpc>
                <a:spcPct val="130000"/>
              </a:lnSpc>
              <a:buNone/>
            </a:pPr>
            <a:r>
              <a:rPr lang="en-US" sz="900" dirty="0">
                <a:solidFill>
                  <a:srgbClr val="1C2733"/>
                </a:solidFill>
                <a:latin typeface="Malgun Gothic" pitchFamily="34" charset="0"/>
                <a:ea typeface="Malgun Gothic" pitchFamily="34" charset="-122"/>
                <a:cs typeface="Malgun Gothic" pitchFamily="34" charset="-120"/>
              </a:rPr>
              <a:t>→ 같은 쪽 1번, 반대쪽 1번 (다른 두 변수도 모두 동일)</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1번 행만 정하면 나머지는 규칙 ③을 맞추다 보면 자동으로 채워짐</a:t>
            </a:r>
            <a:endParaRPr lang="en-US" sz="900" dirty="0"/>
          </a:p>
          <a:p>
            <a:pPr indent="0" marL="0">
              <a:lnSpc>
                <a:spcPct val="130000"/>
              </a:lnSpc>
              <a:buNone/>
            </a:pPr>
            <a:r>
              <a:rPr lang="en-US" sz="900" dirty="0">
                <a:solidFill>
                  <a:srgbClr val="6B7A8F"/>
                </a:solidFill>
                <a:latin typeface="Malgun Gothic" pitchFamily="34" charset="0"/>
                <a:ea typeface="Malgun Gothic" pitchFamily="34" charset="-122"/>
                <a:cs typeface="Malgun Gothic" pitchFamily="34" charset="-120"/>
              </a:rPr>
              <a:t>본 과제 14 × 14는 Paley 구성법으로 코드가 자동 생성 · 검증</a:t>
            </a:r>
            <a:endParaRPr lang="en-US" sz="900" dirty="0"/>
          </a:p>
        </p:txBody>
      </p:sp>
      <p:sp>
        <p:nvSpPr>
          <p:cNvPr id="14"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5"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6"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거울상을 붙이는 이유</a:t>
            </a:r>
            <a:endParaRPr lang="en-US" sz="1300" dirty="0"/>
          </a:p>
        </p:txBody>
      </p:sp>
      <p:sp>
        <p:nvSpPr>
          <p:cNvPr id="17" name="Text 14"/>
          <p:cNvSpPr txBox="1"/>
          <p:nvPr/>
        </p:nvSpPr>
        <p:spPr>
          <a:xfrm>
            <a:off x="6647688" y="1792224"/>
            <a:ext cx="4846320" cy="274320"/>
          </a:xfrm>
          <a:prstGeom prst="rect">
            <a:avLst/>
          </a:prstGeom>
          <a:noFill/>
          <a:ln/>
        </p:spPr>
        <p:txBody>
          <a:bodyPr wrap="square" lIns="0" tIns="0" rIns="0" bIns="0" rtlCol="0" anchor="ctr"/>
          <a:lstStyle/>
          <a:p>
            <a:pPr indent="0" marL="0">
              <a:buNone/>
            </a:pPr>
            <a:r>
              <a:rPr lang="en-US" sz="900" dirty="0">
                <a:solidFill>
                  <a:srgbClr val="6B7A8F"/>
                </a:solidFill>
                <a:latin typeface="Malgun Gothic" pitchFamily="34" charset="0"/>
                <a:ea typeface="Malgun Gothic" pitchFamily="34" charset="-122"/>
                <a:cs typeface="Malgun Gothic" pitchFamily="34" charset="-120"/>
              </a:rPr>
              <a:t>주효과 = 변수 하나만의 효과   ·   교호작용 = 두 변수가 함께 바뀔 때의 추가 효과</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647688" y="2194560"/>
          <a:ext cx="4846320" cy="914400"/>
        </p:xfrm>
        <a:graphic>
          <a:graphicData uri="http://schemas.openxmlformats.org/drawingml/2006/table">
            <a:tbl>
              <a:tblPr/>
              <a:tblGrid>
                <a:gridCol w="1005840"/>
                <a:gridCol w="914400"/>
                <a:gridCol w="914400"/>
                <a:gridCol w="1097280"/>
                <a:gridCol w="914400"/>
              </a:tblGrid>
              <a:tr h="274320">
                <a:tc>
                  <a:txBody>
                    <a:bodyPr/>
                    <a:lstStyle/>
                    <a:p>
                      <a:pPr indent="0" marL="0">
                        <a:buNone/>
                      </a:pP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A</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주효과 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교호작용 A×B</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곡률 A²</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기본 행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거울상  −x</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1000" b="1" dirty="0">
                          <a:solidFill>
                            <a:srgbClr val="16305B"/>
                          </a:solidFill>
                          <a:latin typeface="Malgun Gothic" pitchFamily="34" charset="0"/>
                          <a:ea typeface="Malgun Gothic" pitchFamily="34" charset="-122"/>
                          <a:cs typeface="Malgun Gothic" pitchFamily="34" charset="-120"/>
                        </a:rPr>
                        <a:t>+</a:t>
                      </a:r>
                      <a:endParaRPr lang="en-US" sz="10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쌍에서</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16305B"/>
                          </a:solidFill>
                          <a:latin typeface="Malgun Gothic" pitchFamily="34" charset="0"/>
                          <a:ea typeface="Malgun Gothic" pitchFamily="34" charset="-122"/>
                          <a:cs typeface="Malgun Gothic" pitchFamily="34" charset="-120"/>
                        </a:rPr>
                        <a:t>부호 반전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c>
                  <a:txBody>
                    <a:bodyPr/>
                    <a:lstStyle/>
                    <a:p>
                      <a:pPr algn="ctr" indent="0" marL="0">
                        <a:buNone/>
                      </a:pPr>
                      <a:r>
                        <a:rPr lang="en-US" sz="900" b="1" dirty="0">
                          <a:solidFill>
                            <a:srgbClr val="0088A6"/>
                          </a:solidFill>
                          <a:latin typeface="Malgun Gothic" pitchFamily="34" charset="0"/>
                          <a:ea typeface="Malgun Gothic" pitchFamily="34" charset="-122"/>
                          <a:cs typeface="Malgun Gothic" pitchFamily="34" charset="-120"/>
                        </a:rPr>
                        <a:t>부호 유지</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7F9FC"/>
                    </a:solidFill>
                  </a:tcPr>
                </a:tc>
              </a:tr>
            </a:tbl>
          </a:graphicData>
        </a:graphic>
      </p:graphicFrame>
      <p:sp>
        <p:nvSpPr>
          <p:cNvPr id="19" name="Shape 15"/>
          <p:cNvSpPr/>
          <p:nvPr/>
        </p:nvSpPr>
        <p:spPr>
          <a:xfrm>
            <a:off x="6647688" y="3474720"/>
            <a:ext cx="4846320" cy="1188720"/>
          </a:xfrm>
          <a:prstGeom prst="roundRect">
            <a:avLst>
              <a:gd name="adj" fmla="val 4615"/>
            </a:avLst>
          </a:prstGeom>
          <a:solidFill>
            <a:srgbClr val="EEF2F7"/>
          </a:solidFill>
          <a:ln w="12700">
            <a:solidFill>
              <a:srgbClr val="EEF2F7"/>
            </a:solidFill>
            <a:prstDash val="solid"/>
          </a:ln>
        </p:spPr>
      </p:sp>
      <p:sp>
        <p:nvSpPr>
          <p:cNvPr id="20" name="Text 16"/>
          <p:cNvSpPr txBox="1"/>
          <p:nvPr/>
        </p:nvSpPr>
        <p:spPr>
          <a:xfrm>
            <a:off x="6793992" y="3474720"/>
            <a:ext cx="4572000" cy="1188720"/>
          </a:xfrm>
          <a:prstGeom prst="rect">
            <a:avLst/>
          </a:prstGeom>
          <a:noFill/>
          <a:ln/>
        </p:spPr>
        <p:txBody>
          <a:bodyPr wrap="square" lIns="0" tIns="0" rIns="0" bIns="0" rtlCol="0" anchor="ctr"/>
          <a:lstStyle/>
          <a:p>
            <a:pPr indent="0" marL="0">
              <a:lnSpc>
                <a:spcPct val="135000"/>
              </a:lnSpc>
              <a:buNone/>
            </a:pPr>
            <a:r>
              <a:rPr lang="en-US" sz="950" b="1" dirty="0">
                <a:solidFill>
                  <a:srgbClr val="16305B"/>
                </a:solidFill>
                <a:latin typeface="Malgun Gothic" pitchFamily="34" charset="0"/>
                <a:ea typeface="Malgun Gothic" pitchFamily="34" charset="-122"/>
                <a:cs typeface="Malgun Gothic" pitchFamily="34" charset="-120"/>
              </a:rPr>
              <a:t>쌍의 차이 → 주효과만 남음</a:t>
            </a:r>
            <a:endParaRPr lang="en-US" sz="950" dirty="0"/>
          </a:p>
          <a:p>
            <a:pPr indent="0" marL="0">
              <a:lnSpc>
                <a:spcPct val="135000"/>
              </a:lnSpc>
              <a:buNone/>
            </a:pPr>
            <a:r>
              <a:rPr lang="en-US" sz="950" b="1" dirty="0">
                <a:solidFill>
                  <a:srgbClr val="0088A6"/>
                </a:solidFill>
                <a:latin typeface="Malgun Gothic" pitchFamily="34" charset="0"/>
                <a:ea typeface="Malgun Gothic" pitchFamily="34" charset="-122"/>
                <a:cs typeface="Malgun Gothic" pitchFamily="34" charset="-120"/>
              </a:rPr>
              <a:t>쌍의 평균 → 교호작용 · 곡률만 남음</a:t>
            </a:r>
            <a:endParaRPr lang="en-US" sz="950" dirty="0"/>
          </a:p>
          <a:p>
            <a:pPr indent="0" marL="0">
              <a:lnSpc>
                <a:spcPct val="135000"/>
              </a:lnSpc>
              <a:buNone/>
            </a:pPr>
            <a:r>
              <a:rPr lang="en-US" sz="950" dirty="0">
                <a:solidFill>
                  <a:srgbClr val="1C2733"/>
                </a:solidFill>
                <a:latin typeface="Malgun Gothic" pitchFamily="34" charset="0"/>
                <a:ea typeface="Malgun Gothic" pitchFamily="34" charset="-122"/>
                <a:cs typeface="Malgun Gothic" pitchFamily="34" charset="-120"/>
              </a:rPr>
              <a:t>→ 주효과가 교호작용 · 곡률과 섞이지 않음</a:t>
            </a:r>
            <a:endParaRPr lang="en-US" sz="950" dirty="0"/>
          </a:p>
        </p:txBody>
      </p:sp>
      <p:sp>
        <p:nvSpPr>
          <p:cNvPr id="21" name="Text 17"/>
          <p:cNvSpPr txBox="1"/>
          <p:nvPr/>
        </p:nvSpPr>
        <p:spPr>
          <a:xfrm>
            <a:off x="6647688" y="4846320"/>
            <a:ext cx="4846320" cy="1188720"/>
          </a:xfrm>
          <a:prstGeom prst="rect">
            <a:avLst/>
          </a:prstGeom>
          <a:noFill/>
          <a:ln/>
        </p:spPr>
        <p:txBody>
          <a:bodyPr wrap="square" lIns="0" tIns="0" rIns="0" bIns="0" rtlCol="0" anchor="t"/>
          <a:lstStyle/>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중심점 1회</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모든 변수 중간값 → 곡률(중간값이 나은지) 판단의 기준점</a:t>
            </a:r>
            <a:endParaRPr lang="en-US" sz="930" dirty="0"/>
          </a:p>
          <a:p>
            <a:pPr indent="0" marL="0">
              <a:lnSpc>
                <a:spcPct val="130000"/>
              </a:lnSpc>
              <a:buNone/>
            </a:pPr>
            <a:r>
              <a:rPr lang="en-US" sz="930" b="1" dirty="0">
                <a:solidFill>
                  <a:srgbClr val="16305B"/>
                </a:solidFill>
                <a:latin typeface="Malgun Gothic" pitchFamily="34" charset="0"/>
                <a:ea typeface="Malgun Gothic" pitchFamily="34" charset="-122"/>
                <a:cs typeface="Malgun Gothic" pitchFamily="34" charset="-120"/>
              </a:rPr>
              <a:t>한계</a:t>
            </a:r>
            <a:endParaRPr lang="en-US" sz="930" dirty="0"/>
          </a:p>
          <a:p>
            <a:pPr indent="0" marL="0">
              <a:lnSpc>
                <a:spcPct val="130000"/>
              </a:lnSpc>
              <a:buNone/>
            </a:pPr>
            <a:r>
              <a:rPr lang="en-US" sz="930" dirty="0">
                <a:solidFill>
                  <a:srgbClr val="1C2733"/>
                </a:solidFill>
                <a:latin typeface="Malgun Gothic" pitchFamily="34" charset="0"/>
                <a:ea typeface="Malgun Gothic" pitchFamily="34" charset="-122"/>
                <a:cs typeface="Malgun Gothic" pitchFamily="34" charset="-120"/>
              </a:rPr>
              <a:t>교호작용끼리는 서로 일부 섞임 (부분 교락)</a:t>
            </a:r>
            <a:endParaRPr lang="en-US" sz="93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5F8"/>
        </a:solidFill>
      </p:bgPr>
    </p:bg>
    <p:spTree>
      <p:nvGrpSpPr>
        <p:cNvPr id="1" name=""/>
        <p:cNvGrpSpPr/>
        <p:nvPr/>
      </p:nvGrpSpPr>
      <p:grpSpPr>
        <a:xfrm>
          <a:off x="0" y="0"/>
          <a:ext cx="0" cy="0"/>
          <a:chOff x="0" y="0"/>
          <a:chExt cx="0" cy="0"/>
        </a:xfrm>
      </p:grpSpPr>
      <p:sp>
        <p:nvSpPr>
          <p:cNvPr id="2" name="Shape 0"/>
          <p:cNvSpPr/>
          <p:nvPr/>
        </p:nvSpPr>
        <p:spPr>
          <a:xfrm>
            <a:off x="502920" y="384048"/>
            <a:ext cx="475488" cy="475488"/>
          </a:xfrm>
          <a:prstGeom prst="rect">
            <a:avLst/>
          </a:prstGeom>
          <a:solidFill>
            <a:srgbClr val="16305B"/>
          </a:solidFill>
          <a:ln w="12700">
            <a:solidFill>
              <a:srgbClr val="16305B"/>
            </a:solidFill>
            <a:prstDash val="solid"/>
          </a:ln>
        </p:spPr>
      </p:sp>
      <p:sp>
        <p:nvSpPr>
          <p:cNvPr id="3" name="Text 1"/>
          <p:cNvSpPr txBox="1"/>
          <p:nvPr/>
        </p:nvSpPr>
        <p:spPr>
          <a:xfrm>
            <a:off x="502920" y="384048"/>
            <a:ext cx="475488"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Malgun Gothic" pitchFamily="34" charset="0"/>
                <a:ea typeface="Malgun Gothic" pitchFamily="34" charset="-122"/>
                <a:cs typeface="Malgun Gothic" pitchFamily="34" charset="-120"/>
              </a:rPr>
              <a:t>A-3</a:t>
            </a:r>
            <a:endParaRPr lang="en-US" sz="1600" dirty="0"/>
          </a:p>
        </p:txBody>
      </p:sp>
      <p:sp>
        <p:nvSpPr>
          <p:cNvPr id="4" name="Text 2"/>
          <p:cNvSpPr txBox="1"/>
          <p:nvPr/>
        </p:nvSpPr>
        <p:spPr>
          <a:xfrm>
            <a:off x="1124712" y="365760"/>
            <a:ext cx="7315200" cy="237744"/>
          </a:xfrm>
          <a:prstGeom prst="rect">
            <a:avLst/>
          </a:prstGeom>
          <a:noFill/>
          <a:ln/>
        </p:spPr>
        <p:txBody>
          <a:bodyPr wrap="square" lIns="0" tIns="0" rIns="0" bIns="0" rtlCol="0" anchor="ctr"/>
          <a:lstStyle/>
          <a:p>
            <a:pPr indent="0" marL="0">
              <a:buNone/>
            </a:pPr>
            <a:r>
              <a:rPr lang="en-US" sz="1050" b="1" spc="100" kern="0" dirty="0">
                <a:solidFill>
                  <a:srgbClr val="00A3C4"/>
                </a:solidFill>
                <a:latin typeface="Malgun Gothic" pitchFamily="34" charset="0"/>
                <a:ea typeface="Malgun Gothic" pitchFamily="34" charset="-122"/>
                <a:cs typeface="Malgun Gothic" pitchFamily="34" charset="-120"/>
              </a:rPr>
              <a:t>부록</a:t>
            </a:r>
            <a:endParaRPr lang="en-US" sz="1050" dirty="0"/>
          </a:p>
        </p:txBody>
      </p:sp>
      <p:sp>
        <p:nvSpPr>
          <p:cNvPr id="5" name="Text 3"/>
          <p:cNvSpPr txBox="1"/>
          <p:nvPr/>
        </p:nvSpPr>
        <p:spPr>
          <a:xfrm>
            <a:off x="1124712" y="548640"/>
            <a:ext cx="10607040" cy="384048"/>
          </a:xfrm>
          <a:prstGeom prst="rect">
            <a:avLst/>
          </a:prstGeom>
          <a:noFill/>
          <a:ln/>
        </p:spPr>
        <p:txBody>
          <a:bodyPr wrap="square" lIns="0" tIns="0" rIns="0" bIns="0" rtlCol="0" anchor="ctr"/>
          <a:lstStyle/>
          <a:p>
            <a:pPr indent="0" marL="0">
              <a:buNone/>
            </a:pPr>
            <a:r>
              <a:rPr lang="en-US" sz="2200" b="1" dirty="0">
                <a:solidFill>
                  <a:srgbClr val="16305B"/>
                </a:solidFill>
                <a:latin typeface="Malgun Gothic" pitchFamily="34" charset="0"/>
                <a:ea typeface="Malgun Gothic" pitchFamily="34" charset="-122"/>
                <a:cs typeface="Malgun Gothic" pitchFamily="34" charset="-120"/>
              </a:rPr>
              <a:t>DSD 판정 문턱 산정  (질의응답용)</a:t>
            </a:r>
            <a:endParaRPr lang="en-US" sz="2200" dirty="0"/>
          </a:p>
        </p:txBody>
      </p:sp>
      <p:sp>
        <p:nvSpPr>
          <p:cNvPr id="6" name="Shape 4"/>
          <p:cNvSpPr/>
          <p:nvPr/>
        </p:nvSpPr>
        <p:spPr>
          <a:xfrm>
            <a:off x="502920"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7" name="Shape 5"/>
          <p:cNvSpPr/>
          <p:nvPr/>
        </p:nvSpPr>
        <p:spPr>
          <a:xfrm>
            <a:off x="758952" y="1463040"/>
            <a:ext cx="82296" cy="182880"/>
          </a:xfrm>
          <a:prstGeom prst="rect">
            <a:avLst/>
          </a:prstGeom>
          <a:solidFill>
            <a:srgbClr val="00A3C4"/>
          </a:solidFill>
          <a:ln w="12700">
            <a:solidFill>
              <a:srgbClr val="00A3C4"/>
            </a:solidFill>
            <a:prstDash val="solid"/>
          </a:ln>
        </p:spPr>
      </p:sp>
      <p:sp>
        <p:nvSpPr>
          <p:cNvPr id="8" name="Text 6"/>
          <p:cNvSpPr txBox="1"/>
          <p:nvPr/>
        </p:nvSpPr>
        <p:spPr>
          <a:xfrm>
            <a:off x="923544"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① 잡음 수준  —  가짜 인자 3개로 산정</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13816" y="1828800"/>
          <a:ext cx="4846320" cy="914400"/>
        </p:xfrm>
        <a:graphic>
          <a:graphicData uri="http://schemas.openxmlformats.org/drawingml/2006/table">
            <a:tbl>
              <a:tblPr/>
              <a:tblGrid>
                <a:gridCol w="1463040"/>
                <a:gridCol w="1737360"/>
                <a:gridCol w="1645920"/>
              </a:tblGrid>
              <a:tr h="274320">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가짜 인자</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효과 (최고온도)</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제곱</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0.00008</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0.149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0.02220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74320">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가짜 인자 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0.021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C2733"/>
                          </a:solidFill>
                          <a:latin typeface="Malgun Gothic" pitchFamily="34" charset="0"/>
                          <a:ea typeface="Malgun Gothic" pitchFamily="34" charset="-122"/>
                          <a:cs typeface="Malgun Gothic" pitchFamily="34" charset="-120"/>
                        </a:rPr>
                        <a:t>0.00044</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10" name="Shape 7"/>
          <p:cNvSpPr/>
          <p:nvPr/>
        </p:nvSpPr>
        <p:spPr>
          <a:xfrm>
            <a:off x="813816" y="2999232"/>
            <a:ext cx="4846320" cy="457200"/>
          </a:xfrm>
          <a:prstGeom prst="roundRect">
            <a:avLst>
              <a:gd name="adj" fmla="val 12000"/>
            </a:avLst>
          </a:prstGeom>
          <a:solidFill>
            <a:srgbClr val="EEF2F7"/>
          </a:solidFill>
          <a:ln w="12700">
            <a:solidFill>
              <a:srgbClr val="EEF2F7"/>
            </a:solidFill>
            <a:prstDash val="solid"/>
          </a:ln>
        </p:spPr>
      </p:sp>
      <p:sp>
        <p:nvSpPr>
          <p:cNvPr id="11" name="Text 8"/>
          <p:cNvSpPr txBox="1"/>
          <p:nvPr/>
        </p:nvSpPr>
        <p:spPr>
          <a:xfrm>
            <a:off x="960120" y="2999232"/>
            <a:ext cx="4572000" cy="457200"/>
          </a:xfrm>
          <a:prstGeom prst="rect">
            <a:avLst/>
          </a:prstGeom>
          <a:noFill/>
          <a:ln/>
        </p:spPr>
        <p:txBody>
          <a:bodyPr wrap="square" lIns="0" tIns="0" rIns="0" bIns="0" rtlCol="0" anchor="ctr"/>
          <a:lstStyle/>
          <a:p>
            <a:pPr indent="0" marL="0">
              <a:buNone/>
            </a:pPr>
            <a:r>
              <a:rPr lang="en-US" sz="1000" dirty="0">
                <a:solidFill>
                  <a:srgbClr val="1C2733"/>
                </a:solidFill>
                <a:latin typeface="Malgun Gothic" pitchFamily="34" charset="0"/>
                <a:ea typeface="Malgun Gothic" pitchFamily="34" charset="-122"/>
                <a:cs typeface="Malgun Gothic" pitchFamily="34" charset="-120"/>
              </a:rPr>
              <a:t>제곱 → 평균 → 제곱근  =  </a:t>
            </a:r>
            <a:pPr indent="0" marL="0">
              <a:buNone/>
            </a:pPr>
            <a:r>
              <a:rPr lang="en-US" sz="1000" b="1" dirty="0">
                <a:solidFill>
                  <a:srgbClr val="16305B"/>
                </a:solidFill>
                <a:latin typeface="Malgun Gothic" pitchFamily="34" charset="0"/>
                <a:ea typeface="Malgun Gothic" pitchFamily="34" charset="-122"/>
                <a:cs typeface="Malgun Gothic" pitchFamily="34" charset="-120"/>
              </a:rPr>
              <a:t>잡음 수준 0.087 ℃</a:t>
            </a:r>
            <a:endParaRPr lang="en-US" sz="1000" dirty="0"/>
          </a:p>
        </p:txBody>
      </p:sp>
      <p:sp>
        <p:nvSpPr>
          <p:cNvPr id="12" name="Text 9"/>
          <p:cNvSpPr txBox="1"/>
          <p:nvPr/>
        </p:nvSpPr>
        <p:spPr>
          <a:xfrm>
            <a:off x="813816" y="3657600"/>
            <a:ext cx="4846320" cy="256032"/>
          </a:xfrm>
          <a:prstGeom prst="rect">
            <a:avLst/>
          </a:prstGeom>
          <a:noFill/>
          <a:ln/>
        </p:spPr>
        <p:txBody>
          <a:bodyPr wrap="square" lIns="0" tIns="0" rIns="0" bIns="0" rtlCol="0" anchor="ctr"/>
          <a:lstStyle/>
          <a:p>
            <a:pPr indent="0" marL="0">
              <a:buNone/>
            </a:pPr>
            <a:r>
              <a:rPr lang="en-US" sz="1100" b="1" dirty="0">
                <a:solidFill>
                  <a:srgbClr val="16305B"/>
                </a:solidFill>
                <a:latin typeface="Malgun Gothic" pitchFamily="34" charset="0"/>
                <a:ea typeface="Malgun Gothic" pitchFamily="34" charset="-122"/>
                <a:cs typeface="Malgun Gothic" pitchFamily="34" charset="-120"/>
              </a:rPr>
              <a:t>② 판정 배수  —  t 분포표 (양쪽 5%)</a:t>
            </a:r>
            <a:endParaRPr lang="en-US" sz="11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813816" y="3950208"/>
          <a:ext cx="4846320" cy="914400"/>
        </p:xfrm>
        <a:graphic>
          <a:graphicData uri="http://schemas.openxmlformats.org/drawingml/2006/table">
            <a:tbl>
              <a:tblPr/>
              <a:tblGrid>
                <a:gridCol w="1554480"/>
                <a:gridCol w="548640"/>
                <a:gridCol w="548640"/>
                <a:gridCol w="548640"/>
                <a:gridCol w="548640"/>
                <a:gridCol w="548640"/>
                <a:gridCol w="548640"/>
              </a:tblGrid>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잡음을 잰 자료 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배수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12.71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4.30</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FFFFFF"/>
                          </a:solidFill>
                          <a:latin typeface="Malgun Gothic" pitchFamily="34" charset="0"/>
                          <a:ea typeface="Malgun Gothic" pitchFamily="34" charset="-122"/>
                          <a:cs typeface="Malgun Gothic" pitchFamily="34" charset="-120"/>
                        </a:rPr>
                        <a:t>3.18</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16305B"/>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2.57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2.23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C2733"/>
                          </a:solidFill>
                          <a:latin typeface="Malgun Gothic" pitchFamily="34" charset="0"/>
                          <a:ea typeface="Malgun Gothic" pitchFamily="34" charset="-122"/>
                          <a:cs typeface="Malgun Gothic" pitchFamily="34" charset="-120"/>
                        </a:rPr>
                        <a:t>1.96</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813816" y="4663440"/>
            <a:ext cx="4846320" cy="1371600"/>
          </a:xfrm>
          <a:prstGeom prst="rect">
            <a:avLst/>
          </a:prstGeom>
          <a:noFill/>
          <a:ln/>
        </p:spPr>
        <p:txBody>
          <a:bodyPr wrap="square" lIns="0" tIns="0" rIns="0" bIns="0" rtlCol="0" anchor="t"/>
          <a:lstStyle/>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가짜 인자 3개 → 3.18배. 잡음만으로 3.18배를 넘을 확률은 5%</a:t>
            </a:r>
            <a:endParaRPr lang="en-US" sz="930" dirty="0"/>
          </a:p>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자료가 적을수록 잡음 추정이 불확실 → 배수를 크게 잡음</a:t>
            </a:r>
            <a:endParaRPr lang="en-US" sz="930" dirty="0"/>
          </a:p>
          <a:p>
            <a:pPr marL="342900" indent="-342900">
              <a:lnSpc>
                <a:spcPct val="120000"/>
              </a:lnSpc>
              <a:spcAft>
                <a:spcPts val="400"/>
              </a:spcAft>
              <a:buSzPct val="100000"/>
              <a:buChar char="•"/>
            </a:pPr>
            <a:r>
              <a:rPr lang="en-US" sz="930" dirty="0">
                <a:solidFill>
                  <a:srgbClr val="1C2733"/>
                </a:solidFill>
                <a:latin typeface="Malgun Gothic" pitchFamily="34" charset="0"/>
                <a:ea typeface="Malgun Gothic" pitchFamily="34" charset="-122"/>
                <a:cs typeface="Malgun Gothic" pitchFamily="34" charset="-120"/>
              </a:rPr>
              <a:t>가짜 인자를 늘리면 문턱이 낮아지지만 해석 횟수가 증가</a:t>
            </a:r>
            <a:endParaRPr lang="en-US" sz="930" dirty="0"/>
          </a:p>
        </p:txBody>
      </p:sp>
      <p:sp>
        <p:nvSpPr>
          <p:cNvPr id="15" name="Shape 11"/>
          <p:cNvSpPr/>
          <p:nvPr/>
        </p:nvSpPr>
        <p:spPr>
          <a:xfrm>
            <a:off x="6336792" y="1188720"/>
            <a:ext cx="5440680" cy="5074920"/>
          </a:xfrm>
          <a:prstGeom prst="roundRect">
            <a:avLst>
              <a:gd name="adj" fmla="val 1081"/>
            </a:avLst>
          </a:prstGeom>
          <a:solidFill>
            <a:srgbClr val="FFFFFF"/>
          </a:solidFill>
          <a:ln w="9525">
            <a:solidFill>
              <a:srgbClr val="DDE3EB"/>
            </a:solidFill>
            <a:prstDash val="solid"/>
          </a:ln>
          <a:effectLst>
            <a:outerShdw sx="100000" sy="100000" kx="0" ky="0" algn="bl" rotWithShape="0" blurRad="101600" dist="12700" dir="5400000">
              <a:srgbClr val="9AA8BC">
                <a:alpha val="18000"/>
              </a:srgbClr>
            </a:outerShdw>
          </a:effectLst>
        </p:spPr>
      </p:sp>
      <p:sp>
        <p:nvSpPr>
          <p:cNvPr id="16" name="Shape 12"/>
          <p:cNvSpPr/>
          <p:nvPr/>
        </p:nvSpPr>
        <p:spPr>
          <a:xfrm>
            <a:off x="6592824" y="1463040"/>
            <a:ext cx="82296" cy="182880"/>
          </a:xfrm>
          <a:prstGeom prst="rect">
            <a:avLst/>
          </a:prstGeom>
          <a:solidFill>
            <a:srgbClr val="00A3C4"/>
          </a:solidFill>
          <a:ln w="12700">
            <a:solidFill>
              <a:srgbClr val="00A3C4"/>
            </a:solidFill>
            <a:prstDash val="solid"/>
          </a:ln>
        </p:spPr>
      </p:sp>
      <p:sp>
        <p:nvSpPr>
          <p:cNvPr id="17" name="Text 13"/>
          <p:cNvSpPr txBox="1"/>
          <p:nvPr/>
        </p:nvSpPr>
        <p:spPr>
          <a:xfrm>
            <a:off x="6757416" y="1371600"/>
            <a:ext cx="4480560" cy="365760"/>
          </a:xfrm>
          <a:prstGeom prst="rect">
            <a:avLst/>
          </a:prstGeom>
          <a:noFill/>
          <a:ln/>
        </p:spPr>
        <p:txBody>
          <a:bodyPr wrap="square" lIns="0" tIns="0" rIns="0" bIns="0" rtlCol="0" anchor="ctr"/>
          <a:lstStyle/>
          <a:p>
            <a:pPr indent="0" marL="0">
              <a:buNone/>
            </a:pPr>
            <a:r>
              <a:rPr lang="en-US" sz="1300" b="1" dirty="0">
                <a:solidFill>
                  <a:srgbClr val="16305B"/>
                </a:solidFill>
                <a:latin typeface="Malgun Gothic" pitchFamily="34" charset="0"/>
                <a:ea typeface="Malgun Gothic" pitchFamily="34" charset="-122"/>
                <a:cs typeface="Malgun Gothic" pitchFamily="34" charset="-120"/>
              </a:rPr>
              <a:t>③ 판정 문턱과 적용  —  최고온도</a:t>
            </a:r>
            <a:endParaRPr lang="en-US" sz="1300" dirty="0"/>
          </a:p>
        </p:txBody>
      </p:sp>
      <p:sp>
        <p:nvSpPr>
          <p:cNvPr id="18" name="Shape 14"/>
          <p:cNvSpPr/>
          <p:nvPr/>
        </p:nvSpPr>
        <p:spPr>
          <a:xfrm>
            <a:off x="6647688" y="1828800"/>
            <a:ext cx="4846320" cy="640080"/>
          </a:xfrm>
          <a:prstGeom prst="roundRect">
            <a:avLst>
              <a:gd name="adj" fmla="val 8571"/>
            </a:avLst>
          </a:prstGeom>
          <a:solidFill>
            <a:srgbClr val="16305B"/>
          </a:solidFill>
          <a:ln w="12700">
            <a:solidFill>
              <a:srgbClr val="16305B"/>
            </a:solidFill>
            <a:prstDash val="solid"/>
          </a:ln>
        </p:spPr>
      </p:sp>
      <p:sp>
        <p:nvSpPr>
          <p:cNvPr id="19" name="Text 15"/>
          <p:cNvSpPr txBox="1"/>
          <p:nvPr/>
        </p:nvSpPr>
        <p:spPr>
          <a:xfrm>
            <a:off x="6647688" y="1828800"/>
            <a:ext cx="484632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0.087 ℃  ×  3.18  =  판정 문턱 0.28 ℃</a:t>
            </a:r>
            <a:endParaRPr lang="en-US" sz="1500" dirty="0"/>
          </a:p>
        </p:txBody>
      </p:sp>
      <p:graphicFrame>
        <p:nvGraphicFramePr>
          <p:cNvPr id="61" name="Table 2"/>
          <p:cNvGraphicFramePr>
            <a:graphicFrameLocks noGrp="1"/>
          </p:cNvGraphicFramePr>
          <p:nvPr>
            <p:extLst>
              <p:ext uri="{D42A27DB-BD31-4B8C-83A1-F6EECF244321}">
                <p14:modId xmlns:p14="http://schemas.microsoft.com/office/powerpoint/2010/main" val="1579011935"/>
              </p:ext>
            </p:extLst>
          </p:nvPr>
        </p:nvGraphicFramePr>
        <p:xfrm>
          <a:off x="6647688" y="2651760"/>
          <a:ext cx="4846320" cy="914400"/>
        </p:xfrm>
        <a:graphic>
          <a:graphicData uri="http://schemas.openxmlformats.org/drawingml/2006/table">
            <a:tbl>
              <a:tblPr/>
              <a:tblGrid>
                <a:gridCol w="1280160"/>
                <a:gridCol w="868680"/>
                <a:gridCol w="1005840"/>
                <a:gridCol w="777240"/>
                <a:gridCol w="914400"/>
              </a:tblGrid>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변수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효과</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잡음의 몇 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p</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p ≤ 0.05</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solidFill>
                      <a:srgbClr val="EEF2F7"/>
                    </a:solidFill>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1차 핀 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2.47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b="1" dirty="0">
                          <a:solidFill>
                            <a:srgbClr val="16305B"/>
                          </a:solidFill>
                          <a:latin typeface="Malgun Gothic" pitchFamily="34" charset="0"/>
                          <a:ea typeface="Malgun Gothic" pitchFamily="34" charset="-122"/>
                          <a:cs typeface="Malgun Gothic" pitchFamily="34" charset="-120"/>
                        </a:rPr>
                        <a:t>28.3배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dirty="0">
                          <a:solidFill>
                            <a:srgbClr val="16305B"/>
                          </a:solidFill>
                          <a:latin typeface="Malgun Gothic" pitchFamily="34" charset="0"/>
                          <a:ea typeface="Malgun Gothic" pitchFamily="34" charset="-122"/>
                          <a:cs typeface="Malgun Gothic" pitchFamily="34" charset="-120"/>
                        </a:rPr>
                        <a:t>&lt; 0.001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2차 핀 개수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1.48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b="1" dirty="0">
                          <a:solidFill>
                            <a:srgbClr val="16305B"/>
                          </a:solidFill>
                          <a:latin typeface="Malgun Gothic" pitchFamily="34" charset="0"/>
                          <a:ea typeface="Malgun Gothic" pitchFamily="34" charset="-122"/>
                          <a:cs typeface="Malgun Gothic" pitchFamily="34" charset="-120"/>
                        </a:rPr>
                        <a:t>17.0배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dirty="0">
                          <a:solidFill>
                            <a:srgbClr val="16305B"/>
                          </a:solidFill>
                          <a:latin typeface="Malgun Gothic" pitchFamily="34" charset="0"/>
                          <a:ea typeface="Malgun Gothic" pitchFamily="34" charset="-122"/>
                          <a:cs typeface="Malgun Gothic" pitchFamily="34" charset="-120"/>
                        </a:rPr>
                        <a:t>&lt; 0.001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중간 유로 두께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16305B"/>
                          </a:solidFill>
                          <a:latin typeface="Malgun Gothic" pitchFamily="34" charset="0"/>
                          <a:ea typeface="Malgun Gothic" pitchFamily="34" charset="-122"/>
                          <a:cs typeface="Malgun Gothic" pitchFamily="34" charset="-120"/>
                        </a:rPr>
                        <a:t>0.42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b="1" dirty="0">
                          <a:solidFill>
                            <a:srgbClr val="16305B"/>
                          </a:solidFill>
                          <a:latin typeface="Malgun Gothic" pitchFamily="34" charset="0"/>
                          <a:ea typeface="Malgun Gothic" pitchFamily="34" charset="-122"/>
                          <a:cs typeface="Malgun Gothic" pitchFamily="34" charset="-120"/>
                        </a:rPr>
                        <a:t>4.8배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dirty="0">
                          <a:solidFill>
                            <a:srgbClr val="16305B"/>
                          </a:solidFill>
                          <a:latin typeface="Malgun Gothic" pitchFamily="34" charset="0"/>
                          <a:ea typeface="Malgun Gothic" pitchFamily="34" charset="-122"/>
                          <a:cs typeface="Malgun Gothic" pitchFamily="34" charset="-120"/>
                        </a:rPr>
                        <a:t>0.017</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16305B"/>
                          </a:solidFill>
                          <a:latin typeface="Malgun Gothic" pitchFamily="34" charset="0"/>
                          <a:ea typeface="Malgun Gothic" pitchFamily="34" charset="-122"/>
                          <a:cs typeface="Malgun Gothic" pitchFamily="34" charset="-120"/>
                        </a:rPr>
                        <a:t>유의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1차 핀 두께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6B7A8F"/>
                          </a:solidFill>
                          <a:latin typeface="Malgun Gothic" pitchFamily="34" charset="0"/>
                          <a:ea typeface="Malgun Gothic" pitchFamily="34" charset="-122"/>
                          <a:cs typeface="Malgun Gothic" pitchFamily="34" charset="-120"/>
                        </a:rPr>
                        <a:t>0.19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dirty="0">
                          <a:solidFill>
                            <a:srgbClr val="6B7A8F"/>
                          </a:solidFill>
                          <a:latin typeface="Malgun Gothic" pitchFamily="34" charset="0"/>
                          <a:ea typeface="Malgun Gothic" pitchFamily="34" charset="-122"/>
                          <a:cs typeface="Malgun Gothic" pitchFamily="34" charset="-120"/>
                        </a:rPr>
                        <a:t>2.1배</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l" indent="0" marL="0">
                        <a:buNone/>
                      </a:pPr>
                      <a:r>
                        <a:rPr lang="en-US" sz="900" dirty="0">
                          <a:solidFill>
                            <a:srgbClr val="6B7A8F"/>
                          </a:solidFill>
                          <a:latin typeface="Malgun Gothic" pitchFamily="34" charset="0"/>
                          <a:ea typeface="Malgun Gothic" pitchFamily="34" charset="-122"/>
                          <a:cs typeface="Malgun Gothic" pitchFamily="34" charset="-120"/>
                        </a:rPr>
                        <a:t>0.121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6B7A8F"/>
                          </a:solidFill>
                          <a:latin typeface="Malgun Gothic" pitchFamily="34" charset="0"/>
                          <a:ea typeface="Malgun Gothic" pitchFamily="34" charset="-122"/>
                          <a:cs typeface="Malgun Gothic" pitchFamily="34" charset="-120"/>
                        </a:rPr>
                        <a:t>유의 아님</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2</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0.15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잡음 산정용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3</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0.02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잡음 산정용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r h="292608">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가짜 인자 1</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dirty="0">
                          <a:solidFill>
                            <a:srgbClr val="0088A6"/>
                          </a:solidFill>
                          <a:latin typeface="Malgun Gothic" pitchFamily="34" charset="0"/>
                          <a:ea typeface="Malgun Gothic" pitchFamily="34" charset="-122"/>
                          <a:cs typeface="Malgun Gothic" pitchFamily="34" charset="-120"/>
                        </a:rPr>
                        <a:t>0.01 ℃</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algn="ctr" indent="0" marL="0">
                        <a:buNone/>
                      </a:pPr>
                      <a:r>
                        <a:rPr lang="en-US" sz="900" dirty="0">
                          <a:solidFill>
                            <a:srgbClr val="0088A6"/>
                          </a:solidFill>
                          <a:latin typeface="Malgun Gothic" pitchFamily="34" charset="0"/>
                          <a:ea typeface="Malgun Gothic" pitchFamily="34" charset="-122"/>
                          <a:cs typeface="Malgun Gothic" pitchFamily="34" charset="-120"/>
                        </a:rPr>
                        <a:t>—</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c>
                  <a:txBody>
                    <a:bodyPr/>
                    <a:lstStyle/>
                    <a:p>
                      <a:pPr indent="0" marL="0">
                        <a:buNone/>
                      </a:pPr>
                      <a:r>
                        <a:rPr lang="en-US" sz="900" b="1" dirty="0">
                          <a:solidFill>
                            <a:srgbClr val="0088A6"/>
                          </a:solidFill>
                          <a:latin typeface="Malgun Gothic" pitchFamily="34" charset="0"/>
                          <a:ea typeface="Malgun Gothic" pitchFamily="34" charset="-122"/>
                          <a:cs typeface="Malgun Gothic" pitchFamily="34" charset="-120"/>
                        </a:rPr>
                        <a:t>잡음 산정용</a:t>
                      </a:r>
                      <a:endParaRPr lang="en-US" sz="900" dirty="0">
                        <a:latin typeface="Malgun Gothic" charset="0"/>
                        <a:ea typeface="Malgun Gothic" charset="0"/>
                        <a:cs typeface="Malgun Gothic" charset="0"/>
                      </a:endParaRPr>
                    </a:p>
                  </a:txBody>
                  <a:tcPr marL="50800" marR="50800" marT="25400" marB="25400" anchor="ctr">
                    <a:lnL w="0" cap="flat" cmpd="sng" algn="ctr">
                      <a:noFill/>
                    </a:lnL>
                    <a:lnR w="0" cap="flat" cmpd="sng" algn="ctr">
                      <a:noFill/>
                    </a:lnR>
                    <a:lnT w="0" cap="flat" cmpd="sng" algn="ctr">
                      <a:noFill/>
                    </a:lnT>
                    <a:lnB w="6350" cap="flat" cmpd="sng" algn="ctr">
                      <a:solidFill>
                        <a:srgbClr val="DDE3EB"/>
                      </a:solidFill>
                      <a:prstDash val="solid"/>
                      <a:round/>
                      <a:headEnd type="none" w="med" len="med"/>
                      <a:tailEnd type="none" w="med" len="med"/>
                    </a:lnB>
                  </a:tcPr>
                </a:tc>
              </a:tr>
            </a:tbl>
          </a:graphicData>
        </a:graphic>
      </p:graphicFrame>
      <p:sp>
        <p:nvSpPr>
          <p:cNvPr id="21" name="Text 16"/>
          <p:cNvSpPr txBox="1"/>
          <p:nvPr/>
        </p:nvSpPr>
        <p:spPr>
          <a:xfrm>
            <a:off x="6647688" y="5138928"/>
            <a:ext cx="4846320" cy="1005840"/>
          </a:xfrm>
          <a:prstGeom prst="rect">
            <a:avLst/>
          </a:prstGeom>
          <a:noFill/>
          <a:ln/>
        </p:spPr>
        <p:txBody>
          <a:bodyPr wrap="square" lIns="0" tIns="0" rIns="0" bIns="0" rtlCol="0" anchor="t"/>
          <a:lstStyle/>
          <a:p>
            <a:pPr marL="342900" indent="-342900">
              <a:lnSpc>
                <a:spcPct val="120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p = 효과가 없다고 할 때 잡음만으로 이만한 차이가 나올 확률</a:t>
            </a:r>
            <a:endParaRPr lang="en-US" sz="900" dirty="0"/>
          </a:p>
          <a:p>
            <a:pPr marL="342900" indent="-342900">
              <a:lnSpc>
                <a:spcPct val="120000"/>
              </a:lnSpc>
              <a:spcAft>
                <a:spcPts val="400"/>
              </a:spcAft>
              <a:buSzPct val="100000"/>
              <a:buChar char="•"/>
            </a:pPr>
            <a:r>
              <a:rPr lang="en-US" sz="900" dirty="0">
                <a:solidFill>
                  <a:srgbClr val="1C2733"/>
                </a:solidFill>
                <a:latin typeface="Malgun Gothic" pitchFamily="34" charset="0"/>
                <a:ea typeface="Malgun Gothic" pitchFamily="34" charset="-122"/>
                <a:cs typeface="Malgun Gothic" pitchFamily="34" charset="-120"/>
              </a:rPr>
              <a:t>문턱 0.28 ℃ ↔ 잡음의 3.18배 ↔ p = 0.05 (같은 기준)</a:t>
            </a:r>
            <a:endParaRPr lang="en-US" sz="900" dirty="0"/>
          </a:p>
          <a:p>
            <a:pPr marL="342900" indent="-342900">
              <a:lnSpc>
                <a:spcPct val="120000"/>
              </a:lnSpc>
              <a:spcAft>
                <a:spcPts val="400"/>
              </a:spcAft>
              <a:buSzPct val="100000"/>
              <a:buChar char="•"/>
            </a:pPr>
            <a:r>
              <a:rPr lang="en-US" sz="900" dirty="0">
                <a:solidFill>
                  <a:srgbClr val="6B7A8F"/>
                </a:solidFill>
                <a:latin typeface="Malgun Gothic" pitchFamily="34" charset="0"/>
                <a:ea typeface="Malgun Gothic" pitchFamily="34" charset="-122"/>
                <a:cs typeface="Malgun Gothic" pitchFamily="34" charset="-120"/>
              </a:rPr>
              <a:t>최종 판정은 분산 기여율 ≥ 2%도 함께 만족해야 함 (중간 유로 두께는 최고온도 기여율 1.5% → 이 응답에선 영향 없음)</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형상 생성부터 설계최적화까지 — 통합</dc:title>
  <dc:subject>PptxGenJS Presentation</dc:subject>
  <dc:creator>학습조직</dc:creator>
  <cp:lastModifiedBy>학습조직</cp:lastModifiedBy>
  <cp:revision>1</cp:revision>
  <dcterms:created xsi:type="dcterms:W3CDTF">2026-10-27T04:31:36Z</dcterms:created>
  <dcterms:modified xsi:type="dcterms:W3CDTF">2026-10-27T04:31:36Z</dcterms:modified>
</cp:coreProperties>
</file>