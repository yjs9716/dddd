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회귀는 해석 결과를 매끄러운 함수와 작은 수치 오차의 합으로 봅니다. 두 설계가 얼마나 비슷한지는 Matern 커널로 계산하는데, 변수마다 길이척도를 따로 두어 민감한 변수는 짧게, 둔감한 변수는 길게 학습합니다. 이 하이퍼파라미터들은 확보한 해석 데이터가 나올 가능성, 즉 우도가 최대가 되도록 자동으로 정합니다. 예측값은 해석한 80점 결과의 가중평균이고 가까운 점일수록 가중치가 크며, 불확실성은 해석점에서 멀어질수록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1847088"/>
            <a:ext cx="4480560" cy="196596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847088"/>
            <a:ext cx="4480560" cy="1965960"/>
          </a:xfrm>
          <a:custGeom>
            <a:avLst/>
            <a:gdLst/>
            <a:ahLst/>
            <a:cxnLst/>
            <a:rect l="l" t="t" r="r" b="b"/>
            <a:pathLst>
              <a:path w="4480560" h="1965960">
                <a:moveTo>
                  <a:pt x="0" y="863967"/>
                </a:moveTo>
                <a:lnTo>
                  <a:pt x="56007" y="948501"/>
                </a:lnTo>
                <a:lnTo>
                  <a:pt x="112014" y="1032723"/>
                </a:lnTo>
                <a:lnTo>
                  <a:pt x="168021" y="1113866"/>
                </a:lnTo>
                <a:lnTo>
                  <a:pt x="224028" y="1188498"/>
                </a:lnTo>
                <a:lnTo>
                  <a:pt x="280035" y="1084374"/>
                </a:lnTo>
                <a:lnTo>
                  <a:pt x="336042" y="983155"/>
                </a:lnTo>
                <a:lnTo>
                  <a:pt x="392049" y="888704"/>
                </a:lnTo>
                <a:lnTo>
                  <a:pt x="448056" y="804305"/>
                </a:lnTo>
                <a:lnTo>
                  <a:pt x="504063" y="732687"/>
                </a:lnTo>
                <a:lnTo>
                  <a:pt x="560070" y="676054"/>
                </a:lnTo>
                <a:lnTo>
                  <a:pt x="616077" y="636103"/>
                </a:lnTo>
                <a:lnTo>
                  <a:pt x="672084" y="614030"/>
                </a:lnTo>
                <a:lnTo>
                  <a:pt x="728091" y="610506"/>
                </a:lnTo>
                <a:lnTo>
                  <a:pt x="784098" y="625609"/>
                </a:lnTo>
                <a:lnTo>
                  <a:pt x="840105" y="658717"/>
                </a:lnTo>
                <a:lnTo>
                  <a:pt x="896112" y="708356"/>
                </a:lnTo>
                <a:lnTo>
                  <a:pt x="952119" y="771984"/>
                </a:lnTo>
                <a:lnTo>
                  <a:pt x="1008126" y="785913"/>
                </a:lnTo>
                <a:lnTo>
                  <a:pt x="1064133" y="721648"/>
                </a:lnTo>
                <a:lnTo>
                  <a:pt x="1120140" y="673987"/>
                </a:lnTo>
                <a:lnTo>
                  <a:pt x="1176147" y="645889"/>
                </a:lnTo>
                <a:lnTo>
                  <a:pt x="1232154" y="639089"/>
                </a:lnTo>
                <a:lnTo>
                  <a:pt x="1288161" y="654295"/>
                </a:lnTo>
                <a:lnTo>
                  <a:pt x="1344168" y="691317"/>
                </a:lnTo>
                <a:lnTo>
                  <a:pt x="1400175" y="749129"/>
                </a:lnTo>
                <a:lnTo>
                  <a:pt x="1456182" y="825878"/>
                </a:lnTo>
                <a:lnTo>
                  <a:pt x="1512189" y="918832"/>
                </a:lnTo>
                <a:lnTo>
                  <a:pt x="1568196" y="1024292"/>
                </a:lnTo>
                <a:lnTo>
                  <a:pt x="1624203" y="1137469"/>
                </a:lnTo>
                <a:lnTo>
                  <a:pt x="1680210" y="1252358"/>
                </a:lnTo>
                <a:lnTo>
                  <a:pt x="1736217" y="1294050"/>
                </a:lnTo>
                <a:lnTo>
                  <a:pt x="1792224" y="1295718"/>
                </a:lnTo>
                <a:lnTo>
                  <a:pt x="1848231" y="1309317"/>
                </a:lnTo>
                <a:lnTo>
                  <a:pt x="1904238" y="1336899"/>
                </a:lnTo>
                <a:lnTo>
                  <a:pt x="1960245" y="1378665"/>
                </a:lnTo>
                <a:lnTo>
                  <a:pt x="2016252" y="1433083"/>
                </a:lnTo>
                <a:lnTo>
                  <a:pt x="2072259" y="1497018"/>
                </a:lnTo>
                <a:lnTo>
                  <a:pt x="2128266" y="1512412"/>
                </a:lnTo>
                <a:lnTo>
                  <a:pt x="2184273" y="1435330"/>
                </a:lnTo>
                <a:lnTo>
                  <a:pt x="2240280" y="1344220"/>
                </a:lnTo>
                <a:lnTo>
                  <a:pt x="2296287" y="1243976"/>
                </a:lnTo>
                <a:lnTo>
                  <a:pt x="2352294" y="1138748"/>
                </a:lnTo>
                <a:lnTo>
                  <a:pt x="2408301" y="1031920"/>
                </a:lnTo>
                <a:lnTo>
                  <a:pt x="2464308" y="926157"/>
                </a:lnTo>
                <a:lnTo>
                  <a:pt x="2520315" y="823487"/>
                </a:lnTo>
                <a:lnTo>
                  <a:pt x="2576322" y="725398"/>
                </a:lnTo>
                <a:lnTo>
                  <a:pt x="2632329" y="632941"/>
                </a:lnTo>
                <a:lnTo>
                  <a:pt x="2688336" y="546829"/>
                </a:lnTo>
                <a:lnTo>
                  <a:pt x="2744343" y="467522"/>
                </a:lnTo>
                <a:lnTo>
                  <a:pt x="2800350" y="395307"/>
                </a:lnTo>
                <a:lnTo>
                  <a:pt x="2856357" y="330363"/>
                </a:lnTo>
                <a:lnTo>
                  <a:pt x="2912364" y="272818"/>
                </a:lnTo>
                <a:lnTo>
                  <a:pt x="2968371" y="222792"/>
                </a:lnTo>
                <a:lnTo>
                  <a:pt x="3024378" y="180424"/>
                </a:lnTo>
                <a:lnTo>
                  <a:pt x="3080385" y="145897"/>
                </a:lnTo>
                <a:lnTo>
                  <a:pt x="3136392" y="119446"/>
                </a:lnTo>
                <a:lnTo>
                  <a:pt x="3192399" y="101347"/>
                </a:lnTo>
                <a:lnTo>
                  <a:pt x="3248406" y="91906"/>
                </a:lnTo>
                <a:lnTo>
                  <a:pt x="3304413" y="91419"/>
                </a:lnTo>
                <a:lnTo>
                  <a:pt x="3360420" y="100119"/>
                </a:lnTo>
                <a:lnTo>
                  <a:pt x="3416427" y="118105"/>
                </a:lnTo>
                <a:lnTo>
                  <a:pt x="3472434" y="145240"/>
                </a:lnTo>
                <a:lnTo>
                  <a:pt x="3528441" y="181022"/>
                </a:lnTo>
                <a:lnTo>
                  <a:pt x="3584448" y="224433"/>
                </a:lnTo>
                <a:lnTo>
                  <a:pt x="3640455" y="273742"/>
                </a:lnTo>
                <a:lnTo>
                  <a:pt x="3696462" y="326282"/>
                </a:lnTo>
                <a:lnTo>
                  <a:pt x="3752469" y="289420"/>
                </a:lnTo>
                <a:lnTo>
                  <a:pt x="3808476" y="206176"/>
                </a:lnTo>
                <a:lnTo>
                  <a:pt x="3864483" y="142777"/>
                </a:lnTo>
                <a:lnTo>
                  <a:pt x="3920490" y="101698"/>
                </a:lnTo>
                <a:lnTo>
                  <a:pt x="3976497" y="84338"/>
                </a:lnTo>
                <a:lnTo>
                  <a:pt x="4032504" y="91145"/>
                </a:lnTo>
                <a:lnTo>
                  <a:pt x="4088511" y="121681"/>
                </a:lnTo>
                <a:lnTo>
                  <a:pt x="4144518" y="174605"/>
                </a:lnTo>
                <a:lnTo>
                  <a:pt x="4200525" y="247586"/>
                </a:lnTo>
                <a:lnTo>
                  <a:pt x="4256532" y="337142"/>
                </a:lnTo>
                <a:lnTo>
                  <a:pt x="4312539" y="278123"/>
                </a:lnTo>
                <a:lnTo>
                  <a:pt x="4368546" y="218880"/>
                </a:lnTo>
                <a:lnTo>
                  <a:pt x="4424553" y="162370"/>
                </a:lnTo>
                <a:lnTo>
                  <a:pt x="4480560" y="110535"/>
                </a:lnTo>
                <a:lnTo>
                  <a:pt x="4480560" y="767386"/>
                </a:lnTo>
                <a:lnTo>
                  <a:pt x="4424553" y="657465"/>
                </a:lnTo>
                <a:lnTo>
                  <a:pt x="4368546" y="546739"/>
                </a:lnTo>
                <a:lnTo>
                  <a:pt x="4312539" y="438554"/>
                </a:lnTo>
                <a:lnTo>
                  <a:pt x="4256532" y="337160"/>
                </a:lnTo>
                <a:lnTo>
                  <a:pt x="4200525" y="391865"/>
                </a:lnTo>
                <a:lnTo>
                  <a:pt x="4144518" y="438001"/>
                </a:lnTo>
                <a:lnTo>
                  <a:pt x="4088511" y="472264"/>
                </a:lnTo>
                <a:lnTo>
                  <a:pt x="4032504" y="492431"/>
                </a:lnTo>
                <a:lnTo>
                  <a:pt x="3976497" y="497346"/>
                </a:lnTo>
                <a:lnTo>
                  <a:pt x="3920490" y="486907"/>
                </a:lnTo>
                <a:lnTo>
                  <a:pt x="3864483" y="462064"/>
                </a:lnTo>
                <a:lnTo>
                  <a:pt x="3808476" y="424815"/>
                </a:lnTo>
                <a:lnTo>
                  <a:pt x="3752469" y="378198"/>
                </a:lnTo>
                <a:lnTo>
                  <a:pt x="3696462" y="388736"/>
                </a:lnTo>
                <a:lnTo>
                  <a:pt x="3640455" y="499177"/>
                </a:lnTo>
                <a:lnTo>
                  <a:pt x="3584448" y="615992"/>
                </a:lnTo>
                <a:lnTo>
                  <a:pt x="3528441" y="735265"/>
                </a:lnTo>
                <a:lnTo>
                  <a:pt x="3472434" y="853896"/>
                </a:lnTo>
                <a:lnTo>
                  <a:pt x="3416427" y="969529"/>
                </a:lnTo>
                <a:lnTo>
                  <a:pt x="3360420" y="1080452"/>
                </a:lnTo>
                <a:lnTo>
                  <a:pt x="3304413" y="1185482"/>
                </a:lnTo>
                <a:lnTo>
                  <a:pt x="3248406" y="1283858"/>
                </a:lnTo>
                <a:lnTo>
                  <a:pt x="3192399" y="1375138"/>
                </a:lnTo>
                <a:lnTo>
                  <a:pt x="3136392" y="1459102"/>
                </a:lnTo>
                <a:lnTo>
                  <a:pt x="3080385" y="1535675"/>
                </a:lnTo>
                <a:lnTo>
                  <a:pt x="3024378" y="1604856"/>
                </a:lnTo>
                <a:lnTo>
                  <a:pt x="2968371" y="1666662"/>
                </a:lnTo>
                <a:lnTo>
                  <a:pt x="2912364" y="1721078"/>
                </a:lnTo>
                <a:lnTo>
                  <a:pt x="2856357" y="1768030"/>
                </a:lnTo>
                <a:lnTo>
                  <a:pt x="2800350" y="1807353"/>
                </a:lnTo>
                <a:lnTo>
                  <a:pt x="2744343" y="1838783"/>
                </a:lnTo>
                <a:lnTo>
                  <a:pt x="2688336" y="1861952"/>
                </a:lnTo>
                <a:lnTo>
                  <a:pt x="2632329" y="1876406"/>
                </a:lnTo>
                <a:lnTo>
                  <a:pt x="2576322" y="1881622"/>
                </a:lnTo>
                <a:lnTo>
                  <a:pt x="2520315" y="1877064"/>
                </a:lnTo>
                <a:lnTo>
                  <a:pt x="2464308" y="1862238"/>
                </a:lnTo>
                <a:lnTo>
                  <a:pt x="2408301" y="1836792"/>
                </a:lnTo>
                <a:lnTo>
                  <a:pt x="2352294" y="1800631"/>
                </a:lnTo>
                <a:lnTo>
                  <a:pt x="2296287" y="1754075"/>
                </a:lnTo>
                <a:lnTo>
                  <a:pt x="2240280" y="1698059"/>
                </a:lnTo>
                <a:lnTo>
                  <a:pt x="2184273" y="1634362"/>
                </a:lnTo>
                <a:lnTo>
                  <a:pt x="2128266" y="1565897"/>
                </a:lnTo>
                <a:lnTo>
                  <a:pt x="2072259" y="1569967"/>
                </a:lnTo>
                <a:lnTo>
                  <a:pt x="2016252" y="1602841"/>
                </a:lnTo>
                <a:lnTo>
                  <a:pt x="1960245" y="1607949"/>
                </a:lnTo>
                <a:lnTo>
                  <a:pt x="1904238" y="1584400"/>
                </a:lnTo>
                <a:lnTo>
                  <a:pt x="1848231" y="1533265"/>
                </a:lnTo>
                <a:lnTo>
                  <a:pt x="1792224" y="1457447"/>
                </a:lnTo>
                <a:lnTo>
                  <a:pt x="1736217" y="1361642"/>
                </a:lnTo>
                <a:lnTo>
                  <a:pt x="1680210" y="1300317"/>
                </a:lnTo>
                <a:lnTo>
                  <a:pt x="1624203" y="1308993"/>
                </a:lnTo>
                <a:lnTo>
                  <a:pt x="1568196" y="1314954"/>
                </a:lnTo>
                <a:lnTo>
                  <a:pt x="1512189" y="1314249"/>
                </a:lnTo>
                <a:lnTo>
                  <a:pt x="1456182" y="1304034"/>
                </a:lnTo>
                <a:lnTo>
                  <a:pt x="1400175" y="1282484"/>
                </a:lnTo>
                <a:lnTo>
                  <a:pt x="1344168" y="1248708"/>
                </a:lnTo>
                <a:lnTo>
                  <a:pt x="1288161" y="1202681"/>
                </a:lnTo>
                <a:lnTo>
                  <a:pt x="1232154" y="1145209"/>
                </a:lnTo>
                <a:lnTo>
                  <a:pt x="1176147" y="1077913"/>
                </a:lnTo>
                <a:lnTo>
                  <a:pt x="1120140" y="1003235"/>
                </a:lnTo>
                <a:lnTo>
                  <a:pt x="1064133" y="924461"/>
                </a:lnTo>
                <a:lnTo>
                  <a:pt x="1008126" y="845724"/>
                </a:lnTo>
                <a:lnTo>
                  <a:pt x="952119" y="862335"/>
                </a:lnTo>
                <a:lnTo>
                  <a:pt x="896112" y="945319"/>
                </a:lnTo>
                <a:lnTo>
                  <a:pt x="840105" y="1029562"/>
                </a:lnTo>
                <a:lnTo>
                  <a:pt x="784098" y="1110482"/>
                </a:lnTo>
                <a:lnTo>
                  <a:pt x="728091" y="1184206"/>
                </a:lnTo>
                <a:lnTo>
                  <a:pt x="672084" y="1247528"/>
                </a:lnTo>
                <a:lnTo>
                  <a:pt x="616077" y="1297852"/>
                </a:lnTo>
                <a:lnTo>
                  <a:pt x="560070" y="1333149"/>
                </a:lnTo>
                <a:lnTo>
                  <a:pt x="504063" y="1351929"/>
                </a:lnTo>
                <a:lnTo>
                  <a:pt x="448056" y="1353252"/>
                </a:lnTo>
                <a:lnTo>
                  <a:pt x="392049" y="1336774"/>
                </a:lnTo>
                <a:lnTo>
                  <a:pt x="336042" y="1302848"/>
                </a:lnTo>
                <a:lnTo>
                  <a:pt x="280035" y="1252673"/>
                </a:lnTo>
                <a:lnTo>
                  <a:pt x="224028" y="1188516"/>
                </a:lnTo>
                <a:lnTo>
                  <a:pt x="168021" y="1291225"/>
                </a:lnTo>
                <a:lnTo>
                  <a:pt x="112014" y="1388722"/>
                </a:lnTo>
                <a:lnTo>
                  <a:pt x="56007" y="1478487"/>
                </a:lnTo>
                <a:lnTo>
                  <a:pt x="0" y="1559079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847088"/>
            <a:ext cx="4480560" cy="1965960"/>
          </a:xfrm>
          <a:custGeom>
            <a:avLst/>
            <a:gdLst/>
            <a:ahLst/>
            <a:cxnLst/>
            <a:rect l="l" t="t" r="r" b="b"/>
            <a:pathLst>
              <a:path w="4480560" h="1965960">
                <a:moveTo>
                  <a:pt x="0" y="1211523"/>
                </a:moveTo>
                <a:lnTo>
                  <a:pt x="56007" y="1213494"/>
                </a:lnTo>
                <a:lnTo>
                  <a:pt x="112014" y="1210723"/>
                </a:lnTo>
                <a:lnTo>
                  <a:pt x="168021" y="1202545"/>
                </a:lnTo>
                <a:lnTo>
                  <a:pt x="224028" y="1188507"/>
                </a:lnTo>
                <a:lnTo>
                  <a:pt x="280035" y="1168524"/>
                </a:lnTo>
                <a:lnTo>
                  <a:pt x="336042" y="1143002"/>
                </a:lnTo>
                <a:lnTo>
                  <a:pt x="392049" y="1112739"/>
                </a:lnTo>
                <a:lnTo>
                  <a:pt x="448056" y="1078778"/>
                </a:lnTo>
                <a:lnTo>
                  <a:pt x="504063" y="1042308"/>
                </a:lnTo>
                <a:lnTo>
                  <a:pt x="560070" y="1004601"/>
                </a:lnTo>
                <a:lnTo>
                  <a:pt x="616077" y="966977"/>
                </a:lnTo>
                <a:lnTo>
                  <a:pt x="672084" y="930779"/>
                </a:lnTo>
                <a:lnTo>
                  <a:pt x="728091" y="897356"/>
                </a:lnTo>
                <a:lnTo>
                  <a:pt x="784098" y="868045"/>
                </a:lnTo>
                <a:lnTo>
                  <a:pt x="840105" y="844140"/>
                </a:lnTo>
                <a:lnTo>
                  <a:pt x="896112" y="826838"/>
                </a:lnTo>
                <a:lnTo>
                  <a:pt x="952119" y="817160"/>
                </a:lnTo>
                <a:lnTo>
                  <a:pt x="1008126" y="815819"/>
                </a:lnTo>
                <a:lnTo>
                  <a:pt x="1064133" y="823055"/>
                </a:lnTo>
                <a:lnTo>
                  <a:pt x="1120140" y="838611"/>
                </a:lnTo>
                <a:lnTo>
                  <a:pt x="1176147" y="861901"/>
                </a:lnTo>
                <a:lnTo>
                  <a:pt x="1232154" y="892149"/>
                </a:lnTo>
                <a:lnTo>
                  <a:pt x="1288161" y="928488"/>
                </a:lnTo>
                <a:lnTo>
                  <a:pt x="1344168" y="970012"/>
                </a:lnTo>
                <a:lnTo>
                  <a:pt x="1400175" y="1015807"/>
                </a:lnTo>
                <a:lnTo>
                  <a:pt x="1456182" y="1064956"/>
                </a:lnTo>
                <a:lnTo>
                  <a:pt x="1512189" y="1116540"/>
                </a:lnTo>
                <a:lnTo>
                  <a:pt x="1568196" y="1169623"/>
                </a:lnTo>
                <a:lnTo>
                  <a:pt x="1624203" y="1223231"/>
                </a:lnTo>
                <a:lnTo>
                  <a:pt x="1680210" y="1276337"/>
                </a:lnTo>
                <a:lnTo>
                  <a:pt x="1736217" y="1327846"/>
                </a:lnTo>
                <a:lnTo>
                  <a:pt x="1792224" y="1376582"/>
                </a:lnTo>
                <a:lnTo>
                  <a:pt x="1848231" y="1421291"/>
                </a:lnTo>
                <a:lnTo>
                  <a:pt x="1904238" y="1460649"/>
                </a:lnTo>
                <a:lnTo>
                  <a:pt x="1960245" y="1493307"/>
                </a:lnTo>
                <a:lnTo>
                  <a:pt x="2016252" y="1517962"/>
                </a:lnTo>
                <a:lnTo>
                  <a:pt x="2072259" y="1533492"/>
                </a:lnTo>
                <a:lnTo>
                  <a:pt x="2128266" y="1539155"/>
                </a:lnTo>
                <a:lnTo>
                  <a:pt x="2184273" y="1534846"/>
                </a:lnTo>
                <a:lnTo>
                  <a:pt x="2240280" y="1521139"/>
                </a:lnTo>
                <a:lnTo>
                  <a:pt x="2296287" y="1499026"/>
                </a:lnTo>
                <a:lnTo>
                  <a:pt x="2352294" y="1469689"/>
                </a:lnTo>
                <a:lnTo>
                  <a:pt x="2408301" y="1434356"/>
                </a:lnTo>
                <a:lnTo>
                  <a:pt x="2464308" y="1394198"/>
                </a:lnTo>
                <a:lnTo>
                  <a:pt x="2520315" y="1350275"/>
                </a:lnTo>
                <a:lnTo>
                  <a:pt x="2576322" y="1303510"/>
                </a:lnTo>
                <a:lnTo>
                  <a:pt x="2632329" y="1254673"/>
                </a:lnTo>
                <a:lnTo>
                  <a:pt x="2688336" y="1204391"/>
                </a:lnTo>
                <a:lnTo>
                  <a:pt x="2744343" y="1153152"/>
                </a:lnTo>
                <a:lnTo>
                  <a:pt x="2800350" y="1101330"/>
                </a:lnTo>
                <a:lnTo>
                  <a:pt x="2856357" y="1049197"/>
                </a:lnTo>
                <a:lnTo>
                  <a:pt x="2912364" y="996948"/>
                </a:lnTo>
                <a:lnTo>
                  <a:pt x="2968371" y="944727"/>
                </a:lnTo>
                <a:lnTo>
                  <a:pt x="3024378" y="892640"/>
                </a:lnTo>
                <a:lnTo>
                  <a:pt x="3080385" y="840786"/>
                </a:lnTo>
                <a:lnTo>
                  <a:pt x="3136392" y="789274"/>
                </a:lnTo>
                <a:lnTo>
                  <a:pt x="3192399" y="738242"/>
                </a:lnTo>
                <a:lnTo>
                  <a:pt x="3248406" y="687882"/>
                </a:lnTo>
                <a:lnTo>
                  <a:pt x="3304413" y="638450"/>
                </a:lnTo>
                <a:lnTo>
                  <a:pt x="3360420" y="590286"/>
                </a:lnTo>
                <a:lnTo>
                  <a:pt x="3416427" y="543817"/>
                </a:lnTo>
                <a:lnTo>
                  <a:pt x="3472434" y="499568"/>
                </a:lnTo>
                <a:lnTo>
                  <a:pt x="3528441" y="458143"/>
                </a:lnTo>
                <a:lnTo>
                  <a:pt x="3584448" y="420213"/>
                </a:lnTo>
                <a:lnTo>
                  <a:pt x="3640455" y="386459"/>
                </a:lnTo>
                <a:lnTo>
                  <a:pt x="3696462" y="357509"/>
                </a:lnTo>
                <a:lnTo>
                  <a:pt x="3752469" y="333809"/>
                </a:lnTo>
                <a:lnTo>
                  <a:pt x="3808476" y="315495"/>
                </a:lnTo>
                <a:lnTo>
                  <a:pt x="3864483" y="302420"/>
                </a:lnTo>
                <a:lnTo>
                  <a:pt x="3920490" y="294302"/>
                </a:lnTo>
                <a:lnTo>
                  <a:pt x="3976497" y="290842"/>
                </a:lnTo>
                <a:lnTo>
                  <a:pt x="4032504" y="291788"/>
                </a:lnTo>
                <a:lnTo>
                  <a:pt x="4088511" y="296973"/>
                </a:lnTo>
                <a:lnTo>
                  <a:pt x="4144518" y="306303"/>
                </a:lnTo>
                <a:lnTo>
                  <a:pt x="4200525" y="319725"/>
                </a:lnTo>
                <a:lnTo>
                  <a:pt x="4256532" y="337151"/>
                </a:lnTo>
                <a:lnTo>
                  <a:pt x="4312539" y="358339"/>
                </a:lnTo>
                <a:lnTo>
                  <a:pt x="4368546" y="382809"/>
                </a:lnTo>
                <a:lnTo>
                  <a:pt x="4424553" y="409918"/>
                </a:lnTo>
                <a:lnTo>
                  <a:pt x="4480560" y="4389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5004" y="2980731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36699" y="2607551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3589" y="308942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56839" y="3330321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9841" y="2139607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07508" y="2129375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93192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70432" y="38862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697480" y="3986784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38862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 μ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86200" y="3913632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06240" y="38862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±2σ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2611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쉽게 보면  —  예측 = 주변 해석 결과의 가중평균</a:t>
            </a:r>
            <a:endParaRPr lang="en-US" sz="1050" dirty="0"/>
          </a:p>
        </p:txBody>
      </p:sp>
      <p:pic>
        <p:nvPicPr>
          <p:cNvPr id="25" name="Image 0" descr="/home/user/dddd/식/e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4535424"/>
            <a:ext cx="1691945" cy="537667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813816" y="5175504"/>
            <a:ext cx="4846320" cy="9144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" y="5175504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w_i : 가까운 해석점일수록 큰 가중치</a:t>
            </a:r>
            <a:endParaRPr lang="en-US" sz="92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σ : 해석점에서 멀수록 커짐 → 그림의 파란 띠</a:t>
            </a:r>
            <a:endParaRPr lang="en-US" sz="92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· 불확실성은 커널로 계산 (전체 식은 부록)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GPR인가  —  본 과제에 적합한 이유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647688" y="1920240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47688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031736" y="1828800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비용이 큼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7031736" y="2066544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1회 약 17분 → 수천 회 탐색은 불가, 대리모델이 수 초 만에 예측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647688" y="2468880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647688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031736" y="2377440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데이터로 학습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031736" y="2615184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 응답 7개 모델 구축 (교차검증 R² 0.89 ~ 1.00)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6647688" y="3017520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647688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7031736" y="2926080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제공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7031736" y="3163824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예측을 얼마나 믿을지 함께 제공 → 추가 해석 위치 선정에 활용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647688" y="3566160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47688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7031736" y="3474720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7031736" y="3712464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변수마다 길이척도를 따로 학습 → 영향 큰 변수 확인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6647688" y="41148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구성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407408"/>
          <a:ext cx="48463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3794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Matern 5/2 + ARD — 가까운 설계일수록 결과가 비슷,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변수마다 민감도(길이척도)를 따로 학습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 데이터가 나올 가능성(우도)이 최대가 되도록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하이퍼파라미터 자동 결정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→ 출력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→ 응답 7개, 응답별 모델 1개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수식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13816" y="1508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801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= 매끄러운 함수 + 작은 수치 오차</a:t>
            </a:r>
            <a:endParaRPr lang="en-US" sz="900" dirty="0"/>
          </a:p>
        </p:txBody>
      </p:sp>
      <p:pic>
        <p:nvPicPr>
          <p:cNvPr id="9" name="Image 0" descr="/home/user/dddd/식/eq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4216" y="1508760"/>
            <a:ext cx="3441253" cy="22677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" y="2441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— Matern 5/2 + ARD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273405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설계일수록 결과가 비슷 · 변수마다 길이척도 ℓ_d (작을수록 민감)</a:t>
            </a:r>
            <a:endParaRPr lang="en-US" sz="900" dirty="0"/>
          </a:p>
        </p:txBody>
      </p:sp>
      <p:pic>
        <p:nvPicPr>
          <p:cNvPr id="12" name="Image 1" descr="/home/user/dddd/식/eq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2441448"/>
            <a:ext cx="3966606" cy="53858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13816" y="33741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13816" y="366674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해석한 80점 결과의 가중평균</a:t>
            </a:r>
            <a:endParaRPr lang="en-US" sz="900" dirty="0"/>
          </a:p>
        </p:txBody>
      </p:sp>
      <p:pic>
        <p:nvPicPr>
          <p:cNvPr id="15" name="Image 2" descr="/home/user/dddd/식/eq3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216" y="3374136"/>
            <a:ext cx="1778264" cy="2570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3816" y="4306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분산 (불확실성)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813816" y="4599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해석점에서 멀수록 커짐</a:t>
            </a:r>
            <a:endParaRPr lang="en-US" sz="900" dirty="0"/>
          </a:p>
        </p:txBody>
      </p:sp>
      <p:pic>
        <p:nvPicPr>
          <p:cNvPr id="18" name="Image 3" descr="/home/user/dddd/식/eq3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4216" y="4306824"/>
            <a:ext cx="2828971" cy="25700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13816" y="5239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— 로그 우도 최대화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813816" y="5532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θ = {σ_f, ℓ₁~ℓ₈, σ_n}를 이 값이 최대가 되도록 결정</a:t>
            </a:r>
            <a:endParaRPr lang="en-US" sz="900" dirty="0"/>
          </a:p>
        </p:txBody>
      </p:sp>
      <p:pic>
        <p:nvPicPr>
          <p:cNvPr id="21" name="Image 4" descr="/home/user/dddd/식/eq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4216" y="5239512"/>
            <a:ext cx="4006291" cy="2362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2026-10-26T07:00:03Z</dcterms:created>
  <dcterms:modified xsi:type="dcterms:W3CDTF">2026-10-26T07:00:03Z</dcterms:modified>
</cp:coreProperties>
</file>