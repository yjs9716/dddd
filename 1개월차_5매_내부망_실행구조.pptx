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차수에서 구축한 해석 자동화 환경의 시스템 아키텍처다. 개발 환경에서 작성한 Python 코드가 API를 통해 CAD와 해석 프로그램을 직접 제어하며, 형상 생성부터 결과 추출까지 전 과정이 코드로 연결된다. 코드 이전은 망분리 정책에 따라 수동으로 수행한다.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3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기반 개발환경 구축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548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내부망 실행 구조 — 시스템 아키텍처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64008" cy="237744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0607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작성된 코드가 CAD·해석 프로그램을 직접 제어 — 전 과정이 코드로 연결됨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" y="1444752"/>
            <a:ext cx="7927848" cy="4442537"/>
          </a:xfrm>
          <a:prstGeom prst="roundRect">
            <a:avLst>
              <a:gd name="adj" fmla="val 102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pic>
        <p:nvPicPr>
          <p:cNvPr id="9" name="Image 0" descr="/home/user/dddd/시스템아키텍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9616"/>
            <a:ext cx="7818120" cy="433280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32520" y="1481328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계층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732520" y="1828800"/>
            <a:ext cx="237744" cy="237744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32520" y="1828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9061704" y="1810512"/>
            <a:ext cx="26270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061704" y="2066544"/>
            <a:ext cx="2627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편집 · 디버깅 · 인터프리터 설정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750808" y="235915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732520" y="2578608"/>
            <a:ext cx="237744" cy="237744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32520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9061704" y="2560320"/>
            <a:ext cx="26270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061704" y="2816352"/>
            <a:ext cx="2627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기반 API 라이브러리로 명령 전달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750808" y="310896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732520" y="3328416"/>
            <a:ext cx="237744" cy="237744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32520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9061704" y="3310128"/>
            <a:ext cx="26270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061704" y="3566160"/>
            <a:ext cx="2627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파라미터 갱신 · 리빌드 · STEP 내보내기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750808" y="385876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DE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8732520" y="4078224"/>
            <a:ext cx="237744" cy="237744"/>
          </a:xfrm>
          <a:prstGeom prst="ellipse">
            <a:avLst/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32520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9061704" y="4059936"/>
            <a:ext cx="26270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061704" y="4315968"/>
            <a:ext cx="26270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모델 구성 · 솔버 실행 · 결과 추출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732520" y="4991177"/>
            <a:ext cx="2956255" cy="822960"/>
          </a:xfrm>
          <a:prstGeom prst="roundRect">
            <a:avLst>
              <a:gd name="adj" fmla="val 6667"/>
            </a:avLst>
          </a:prstGeom>
          <a:solidFill>
            <a:srgbClr val="16305B"/>
          </a:solidFill>
          <a:ln w="12700">
            <a:solidFill>
              <a:srgbClr val="1630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878824" y="4991177"/>
            <a:ext cx="26636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망분리 정책상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외부망 ↔ 내부망 코드 이전은 수동 수행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" y="6070169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8BC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2104" y="6216473"/>
            <a:ext cx="64008" cy="155448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78408" y="6161609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간 연동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978408" y="6417641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CAD와 해석 프로그램을 코드 한 곳에서 제어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489704" y="6216473"/>
            <a:ext cx="64008" cy="155448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636008" y="6161609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개입 제거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4636008" y="6417641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수정·해석 실행·결과 정리를 무인 반복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147304" y="6216473"/>
            <a:ext cx="64008" cy="155448"/>
          </a:xfrm>
          <a:prstGeom prst="rect">
            <a:avLst/>
          </a:prstGeom>
          <a:solidFill>
            <a:srgbClr val="00A3C4"/>
          </a:solidFill>
          <a:ln w="12700">
            <a:solidFill>
              <a:srgbClr val="00A3C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93608" y="6161609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가능 구조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8293608" y="6417641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설계변수 정의만 교체하면 타 과제 적용 가능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내부망 실행 구조</dc:title>
  <dc:subject>PptxGenJS Presentation</dc:subject>
  <dc:creator>PptxGenJS</dc:creator>
  <cp:lastModifiedBy>PptxGenJS</cp:lastModifiedBy>
  <cp:revision>1</cp:revision>
  <dcterms:created xsi:type="dcterms:W3CDTF">2026-09-28T03:06:56Z</dcterms:created>
  <dcterms:modified xsi:type="dcterms:W3CDTF">2026-09-28T03:06:56Z</dcterms:modified>
</cp:coreProperties>
</file>