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선별에서 남은 활성 변수 8개로 최적라틴방격법(OLHD) 80점을 해석했습니다. 오른쪽은 80점을 변수 두 개씩 짝지어 그린 것으로, 점 하나가 해석 한 번입니다. 대부분의 칸에서 점이 고르게 퍼져 있어 설계공간을 빈틈없이 덮었고, 핀 개수와 두께 칸만 핀 갭 제약 때문에 만들 수 있는 영역에만 점이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실험계획법 기반 자동해석 및 데이터 확보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변수 실험계획  —  OLHD (최적라틴방격법)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4068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463040"/>
            <a:ext cx="82296" cy="1828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1371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실험계획 요약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" y="182880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" y="186537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23774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변수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9736" y="182880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59736" y="186537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459736" y="23774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실험점 (10 × 변수 8)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05656" y="1828800"/>
            <a:ext cx="1481328" cy="868680"/>
          </a:xfrm>
          <a:prstGeom prst="roundRect">
            <a:avLst>
              <a:gd name="adj" fmla="val 736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05656" y="1865376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105656" y="23774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변수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" y="28895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DOE 기법 선정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3182112"/>
          <a:ext cx="48463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063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격자 전수탐색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  변수 8개 × 5수준만 해도 5⁸ = 39만 회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 샘플링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C2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  점이 한쪽에 몰리고 빈 영역 발생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최적라틴방격법 (OLHD)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   80점으로 설계공간을 고르게 채움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813816" y="43891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OLHD: 각 변수 범위를 80구간으로 나눠 구간마다 한 점씩, 점 사이 거리를 최대로 배치</a:t>
            </a:r>
            <a:endParaRPr lang="en-US" sz="860" dirty="0"/>
          </a:p>
        </p:txBody>
      </p:sp>
      <p:sp>
        <p:nvSpPr>
          <p:cNvPr id="21" name="Text 18"/>
          <p:cNvSpPr txBox="1"/>
          <p:nvPr/>
        </p:nvSpPr>
        <p:spPr>
          <a:xfrm>
            <a:off x="813816" y="47731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그래프 읽는 법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13816" y="5065776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하나 = 해석 1회, 칸마다 변수 두 개를 짝지어 본 분포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C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대각선 막대 = 변수 하나만 봤을 때 범위를 고르게 썼는지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칸(핀 개수 × 두께)이 깎인 것은 핀 갭(≥ 2 mm) 제약 때문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336792" y="1188720"/>
            <a:ext cx="544068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pic>
        <p:nvPicPr>
          <p:cNvPr id="24" name="Image 0" descr="/home/user/dddd/OLHD_변수쌍산점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1280160"/>
            <a:ext cx="4892040" cy="4892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형상 생성부터 설계최적화까지</dc:title>
  <dc:subject>PptxGenJS Presentation</dc:subject>
  <dc:creator>학습조직</dc:creator>
  <cp:lastModifiedBy>학습조직</cp:lastModifiedBy>
  <cp:revision>1</cp:revision>
  <dcterms:created xsi:type="dcterms:W3CDTF">2026-10-26T06:39:09Z</dcterms:created>
  <dcterms:modified xsi:type="dcterms:W3CDTF">2026-10-26T06:39:09Z</dcterms:modified>
</cp:coreProperties>
</file>