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1차 핀 두께 [mm]</c:v>
                </c:pt>
              </c:strCache>
            </c:strRef>
          </c:tx>
          <c:spPr>
            <a:solidFill>
              <a:srgbClr val="16305B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16305B"/>
              </a:solidFill>
              <a:ln w="9525" cap="flat">
                <a:solidFill>
                  <a:srgbClr val="16305B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20</c:v>
                </c:pt>
                <c:pt idx="1">
                  <c:v>23</c:v>
                </c:pt>
                <c:pt idx="2">
                  <c:v>18</c:v>
                </c:pt>
                <c:pt idx="3">
                  <c:v>12</c:v>
                </c:pt>
                <c:pt idx="4">
                  <c:v>23</c:v>
                </c:pt>
                <c:pt idx="5">
                  <c:v>16</c:v>
                </c:pt>
                <c:pt idx="6">
                  <c:v>10</c:v>
                </c:pt>
                <c:pt idx="7">
                  <c:v>21</c:v>
                </c:pt>
                <c:pt idx="8">
                  <c:v>11</c:v>
                </c:pt>
                <c:pt idx="9">
                  <c:v>22</c:v>
                </c:pt>
                <c:pt idx="10">
                  <c:v>17</c:v>
                </c:pt>
                <c:pt idx="11">
                  <c:v>11</c:v>
                </c:pt>
                <c:pt idx="12">
                  <c:v>11</c:v>
                </c:pt>
                <c:pt idx="13">
                  <c:v>12</c:v>
                </c:pt>
                <c:pt idx="14">
                  <c:v>18</c:v>
                </c:pt>
                <c:pt idx="15">
                  <c:v>13</c:v>
                </c:pt>
                <c:pt idx="16">
                  <c:v>10</c:v>
                </c:pt>
                <c:pt idx="17">
                  <c:v>21</c:v>
                </c:pt>
                <c:pt idx="18">
                  <c:v>20</c:v>
                </c:pt>
                <c:pt idx="19">
                  <c:v>23</c:v>
                </c:pt>
                <c:pt idx="20">
                  <c:v>12</c:v>
                </c:pt>
                <c:pt idx="21">
                  <c:v>22</c:v>
                </c:pt>
                <c:pt idx="22">
                  <c:v>22</c:v>
                </c:pt>
                <c:pt idx="23">
                  <c:v>16</c:v>
                </c:pt>
                <c:pt idx="24">
                  <c:v>19</c:v>
                </c:pt>
                <c:pt idx="25">
                  <c:v>24</c:v>
                </c:pt>
                <c:pt idx="26">
                  <c:v>16</c:v>
                </c:pt>
                <c:pt idx="27">
                  <c:v>14</c:v>
                </c:pt>
                <c:pt idx="28">
                  <c:v>16</c:v>
                </c:pt>
                <c:pt idx="29">
                  <c:v>22</c:v>
                </c:pt>
                <c:pt idx="30">
                  <c:v>23</c:v>
                </c:pt>
                <c:pt idx="31">
                  <c:v>17</c:v>
                </c:pt>
                <c:pt idx="32">
                  <c:v>17</c:v>
                </c:pt>
                <c:pt idx="33">
                  <c:v>15</c:v>
                </c:pt>
                <c:pt idx="34">
                  <c:v>21</c:v>
                </c:pt>
                <c:pt idx="35">
                  <c:v>13</c:v>
                </c:pt>
                <c:pt idx="36">
                  <c:v>22</c:v>
                </c:pt>
                <c:pt idx="37">
                  <c:v>16</c:v>
                </c:pt>
                <c:pt idx="38">
                  <c:v>19</c:v>
                </c:pt>
                <c:pt idx="39">
                  <c:v>21</c:v>
                </c:pt>
                <c:pt idx="40">
                  <c:v>21</c:v>
                </c:pt>
                <c:pt idx="41">
                  <c:v>15</c:v>
                </c:pt>
                <c:pt idx="42">
                  <c:v>16</c:v>
                </c:pt>
                <c:pt idx="43">
                  <c:v>12</c:v>
                </c:pt>
                <c:pt idx="44">
                  <c:v>15</c:v>
                </c:pt>
                <c:pt idx="45">
                  <c:v>10</c:v>
                </c:pt>
                <c:pt idx="46">
                  <c:v>16</c:v>
                </c:pt>
                <c:pt idx="47">
                  <c:v>21</c:v>
                </c:pt>
                <c:pt idx="48">
                  <c:v>13</c:v>
                </c:pt>
                <c:pt idx="49">
                  <c:v>20</c:v>
                </c:pt>
                <c:pt idx="50">
                  <c:v>24</c:v>
                </c:pt>
                <c:pt idx="51">
                  <c:v>19</c:v>
                </c:pt>
                <c:pt idx="52">
                  <c:v>14</c:v>
                </c:pt>
                <c:pt idx="53">
                  <c:v>19</c:v>
                </c:pt>
                <c:pt idx="54">
                  <c:v>20</c:v>
                </c:pt>
                <c:pt idx="55">
                  <c:v>11</c:v>
                </c:pt>
                <c:pt idx="56">
                  <c:v>23</c:v>
                </c:pt>
                <c:pt idx="57">
                  <c:v>18</c:v>
                </c:pt>
                <c:pt idx="58">
                  <c:v>17</c:v>
                </c:pt>
                <c:pt idx="59">
                  <c:v>14</c:v>
                </c:pt>
                <c:pt idx="60">
                  <c:v>17</c:v>
                </c:pt>
                <c:pt idx="61">
                  <c:v>14</c:v>
                </c:pt>
                <c:pt idx="62">
                  <c:v>13</c:v>
                </c:pt>
                <c:pt idx="63">
                  <c:v>12</c:v>
                </c:pt>
                <c:pt idx="64">
                  <c:v>19</c:v>
                </c:pt>
                <c:pt idx="65">
                  <c:v>14</c:v>
                </c:pt>
                <c:pt idx="66">
                  <c:v>19</c:v>
                </c:pt>
                <c:pt idx="67">
                  <c:v>18</c:v>
                </c:pt>
                <c:pt idx="68">
                  <c:v>11</c:v>
                </c:pt>
                <c:pt idx="69">
                  <c:v>11</c:v>
                </c:pt>
                <c:pt idx="70">
                  <c:v>24</c:v>
                </c:pt>
                <c:pt idx="71">
                  <c:v>20</c:v>
                </c:pt>
                <c:pt idx="72">
                  <c:v>18</c:v>
                </c:pt>
                <c:pt idx="73">
                  <c:v>13</c:v>
                </c:pt>
                <c:pt idx="74">
                  <c:v>23</c:v>
                </c:pt>
                <c:pt idx="75">
                  <c:v>15</c:v>
                </c:pt>
                <c:pt idx="76">
                  <c:v>13</c:v>
                </c:pt>
                <c:pt idx="77">
                  <c:v>15</c:v>
                </c:pt>
                <c:pt idx="78">
                  <c:v>20</c:v>
                </c:pt>
                <c:pt idx="79">
                  <c:v>15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2</c:v>
                </c:pt>
                <c:pt idx="1">
                  <c:v>1.5</c:v>
                </c:pt>
                <c:pt idx="2">
                  <c:v>2.3</c:v>
                </c:pt>
                <c:pt idx="3">
                  <c:v>1.8</c:v>
                </c:pt>
                <c:pt idx="4">
                  <c:v>1.5</c:v>
                </c:pt>
                <c:pt idx="5">
                  <c:v>2.9</c:v>
                </c:pt>
                <c:pt idx="6">
                  <c:v>2.8</c:v>
                </c:pt>
                <c:pt idx="7">
                  <c:v>1.6</c:v>
                </c:pt>
                <c:pt idx="8">
                  <c:v>2.6</c:v>
                </c:pt>
                <c:pt idx="9">
                  <c:v>1.6</c:v>
                </c:pt>
                <c:pt idx="10">
                  <c:v>2.8</c:v>
                </c:pt>
                <c:pt idx="11">
                  <c:v>1.7</c:v>
                </c:pt>
                <c:pt idx="12">
                  <c:v>1.9</c:v>
                </c:pt>
                <c:pt idx="13">
                  <c:v>1.6</c:v>
                </c:pt>
                <c:pt idx="14">
                  <c:v>2</c:v>
                </c:pt>
                <c:pt idx="15">
                  <c:v>1.7</c:v>
                </c:pt>
                <c:pt idx="16">
                  <c:v>2.3</c:v>
                </c:pt>
                <c:pt idx="17">
                  <c:v>1.9</c:v>
                </c:pt>
                <c:pt idx="18">
                  <c:v>1.9</c:v>
                </c:pt>
                <c:pt idx="19">
                  <c:v>1.5</c:v>
                </c:pt>
                <c:pt idx="20">
                  <c:v>1.9</c:v>
                </c:pt>
                <c:pt idx="21">
                  <c:v>1.7</c:v>
                </c:pt>
                <c:pt idx="22">
                  <c:v>1.7</c:v>
                </c:pt>
                <c:pt idx="23">
                  <c:v>2.8</c:v>
                </c:pt>
                <c:pt idx="24">
                  <c:v>2</c:v>
                </c:pt>
                <c:pt idx="25">
                  <c:v>1.5</c:v>
                </c:pt>
                <c:pt idx="26">
                  <c:v>2.8</c:v>
                </c:pt>
                <c:pt idx="27">
                  <c:v>3</c:v>
                </c:pt>
                <c:pt idx="28">
                  <c:v>2.9</c:v>
                </c:pt>
                <c:pt idx="29">
                  <c:v>1.6</c:v>
                </c:pt>
                <c:pt idx="30">
                  <c:v>1.5</c:v>
                </c:pt>
                <c:pt idx="31">
                  <c:v>2.1</c:v>
                </c:pt>
                <c:pt idx="32">
                  <c:v>2.5</c:v>
                </c:pt>
                <c:pt idx="33">
                  <c:v>3</c:v>
                </c:pt>
                <c:pt idx="34">
                  <c:v>1.7</c:v>
                </c:pt>
                <c:pt idx="35">
                  <c:v>2</c:v>
                </c:pt>
                <c:pt idx="36">
                  <c:v>1.7</c:v>
                </c:pt>
                <c:pt idx="37">
                  <c:v>2.9</c:v>
                </c:pt>
                <c:pt idx="38">
                  <c:v>1.6</c:v>
                </c:pt>
                <c:pt idx="39">
                  <c:v>1.7</c:v>
                </c:pt>
                <c:pt idx="40">
                  <c:v>1.6</c:v>
                </c:pt>
                <c:pt idx="41">
                  <c:v>2.2</c:v>
                </c:pt>
                <c:pt idx="42">
                  <c:v>2.7</c:v>
                </c:pt>
                <c:pt idx="43">
                  <c:v>2.6</c:v>
                </c:pt>
                <c:pt idx="44">
                  <c:v>2.1</c:v>
                </c:pt>
                <c:pt idx="45">
                  <c:v>2.5</c:v>
                </c:pt>
                <c:pt idx="46">
                  <c:v>1.7</c:v>
                </c:pt>
                <c:pt idx="47">
                  <c:v>1.6</c:v>
                </c:pt>
                <c:pt idx="48">
                  <c:v>2.8</c:v>
                </c:pt>
                <c:pt idx="49">
                  <c:v>1.6</c:v>
                </c:pt>
                <c:pt idx="50">
                  <c:v>1.5</c:v>
                </c:pt>
                <c:pt idx="51">
                  <c:v>2.1</c:v>
                </c:pt>
                <c:pt idx="52">
                  <c:v>2</c:v>
                </c:pt>
                <c:pt idx="53">
                  <c:v>2.1</c:v>
                </c:pt>
                <c:pt idx="54">
                  <c:v>1.9</c:v>
                </c:pt>
                <c:pt idx="55">
                  <c:v>2.2</c:v>
                </c:pt>
                <c:pt idx="56">
                  <c:v>1.5</c:v>
                </c:pt>
                <c:pt idx="57">
                  <c:v>2.6</c:v>
                </c:pt>
                <c:pt idx="58">
                  <c:v>2.4</c:v>
                </c:pt>
                <c:pt idx="59">
                  <c:v>1.7</c:v>
                </c:pt>
                <c:pt idx="60">
                  <c:v>2.3</c:v>
                </c:pt>
                <c:pt idx="61">
                  <c:v>1.9</c:v>
                </c:pt>
                <c:pt idx="62">
                  <c:v>1.6</c:v>
                </c:pt>
                <c:pt idx="63">
                  <c:v>2.5</c:v>
                </c:pt>
                <c:pt idx="64">
                  <c:v>1.5</c:v>
                </c:pt>
                <c:pt idx="65">
                  <c:v>1.5</c:v>
                </c:pt>
                <c:pt idx="66">
                  <c:v>2.3</c:v>
                </c:pt>
                <c:pt idx="67">
                  <c:v>2.4</c:v>
                </c:pt>
                <c:pt idx="68">
                  <c:v>2.7</c:v>
                </c:pt>
                <c:pt idx="69">
                  <c:v>2</c:v>
                </c:pt>
                <c:pt idx="70">
                  <c:v>1.5</c:v>
                </c:pt>
                <c:pt idx="71">
                  <c:v>1.8</c:v>
                </c:pt>
                <c:pt idx="72">
                  <c:v>1.5</c:v>
                </c:pt>
                <c:pt idx="73">
                  <c:v>2.9</c:v>
                </c:pt>
                <c:pt idx="74">
                  <c:v>1.5</c:v>
                </c:pt>
                <c:pt idx="75">
                  <c:v>1.6</c:v>
                </c:pt>
                <c:pt idx="76">
                  <c:v>2.6</c:v>
                </c:pt>
                <c:pt idx="77">
                  <c:v>2.7</c:v>
                </c:pt>
                <c:pt idx="78">
                  <c:v>2.1</c:v>
                </c:pt>
                <c:pt idx="79">
                  <c:v>2.6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10"/>
        </c:scaling>
        <c:delete val="0"/>
        <c:axPos val="b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7A8F"/>
                    </a:solidFill>
                    <a:latin typeface="Arial"/>
                  </a:rPr>
                  <a:t>1차 핀 개수 [개]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.1"/>
          <c:min val="1.4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7A8F"/>
                    </a:solidFill>
                    <a:latin typeface="Arial"/>
                  </a:rPr>
                  <a:t>1차 핀 두께 [mm]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분기 입구 두께 [mm]</c:v>
                </c:pt>
              </c:strCache>
            </c:strRef>
          </c:tx>
          <c:spPr>
            <a:solidFill>
              <a:srgbClr val="16305B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16305B"/>
              </a:solidFill>
              <a:ln w="9525" cap="flat">
                <a:solidFill>
                  <a:srgbClr val="16305B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18.4</c:v>
                </c:pt>
                <c:pt idx="1">
                  <c:v>17</c:v>
                </c:pt>
                <c:pt idx="2">
                  <c:v>14.3</c:v>
                </c:pt>
                <c:pt idx="3">
                  <c:v>13.6</c:v>
                </c:pt>
                <c:pt idx="4">
                  <c:v>15</c:v>
                </c:pt>
                <c:pt idx="5">
                  <c:v>13.3</c:v>
                </c:pt>
                <c:pt idx="6">
                  <c:v>24.4</c:v>
                </c:pt>
                <c:pt idx="7">
                  <c:v>16.1</c:v>
                </c:pt>
                <c:pt idx="8">
                  <c:v>20.2</c:v>
                </c:pt>
                <c:pt idx="9">
                  <c:v>16.3</c:v>
                </c:pt>
                <c:pt idx="10">
                  <c:v>22.5</c:v>
                </c:pt>
                <c:pt idx="11">
                  <c:v>14.6</c:v>
                </c:pt>
                <c:pt idx="12">
                  <c:v>17.8</c:v>
                </c:pt>
                <c:pt idx="13">
                  <c:v>20</c:v>
                </c:pt>
                <c:pt idx="14">
                  <c:v>14.4</c:v>
                </c:pt>
                <c:pt idx="15">
                  <c:v>21.4</c:v>
                </c:pt>
                <c:pt idx="16">
                  <c:v>13.9</c:v>
                </c:pt>
                <c:pt idx="17">
                  <c:v>13.1</c:v>
                </c:pt>
                <c:pt idx="18">
                  <c:v>20.4</c:v>
                </c:pt>
                <c:pt idx="19">
                  <c:v>24.9</c:v>
                </c:pt>
                <c:pt idx="20">
                  <c:v>24.6</c:v>
                </c:pt>
                <c:pt idx="21">
                  <c:v>21.1</c:v>
                </c:pt>
                <c:pt idx="22">
                  <c:v>16.5</c:v>
                </c:pt>
                <c:pt idx="23">
                  <c:v>16.8</c:v>
                </c:pt>
                <c:pt idx="24">
                  <c:v>16.3</c:v>
                </c:pt>
                <c:pt idx="25">
                  <c:v>22.9</c:v>
                </c:pt>
                <c:pt idx="26">
                  <c:v>17.3</c:v>
                </c:pt>
                <c:pt idx="27">
                  <c:v>13.2</c:v>
                </c:pt>
                <c:pt idx="28">
                  <c:v>23.6</c:v>
                </c:pt>
                <c:pt idx="29">
                  <c:v>14.2</c:v>
                </c:pt>
                <c:pt idx="30">
                  <c:v>15.4</c:v>
                </c:pt>
                <c:pt idx="31">
                  <c:v>17.8</c:v>
                </c:pt>
                <c:pt idx="32">
                  <c:v>20.8</c:v>
                </c:pt>
                <c:pt idx="33">
                  <c:v>21.2</c:v>
                </c:pt>
                <c:pt idx="34">
                  <c:v>23.4</c:v>
                </c:pt>
                <c:pt idx="35">
                  <c:v>18.1</c:v>
                </c:pt>
                <c:pt idx="36">
                  <c:v>19.4</c:v>
                </c:pt>
                <c:pt idx="37">
                  <c:v>18</c:v>
                </c:pt>
                <c:pt idx="38">
                  <c:v>23.8</c:v>
                </c:pt>
                <c:pt idx="39">
                  <c:v>22.3</c:v>
                </c:pt>
                <c:pt idx="40">
                  <c:v>24</c:v>
                </c:pt>
                <c:pt idx="41">
                  <c:v>16.6</c:v>
                </c:pt>
                <c:pt idx="42">
                  <c:v>24.7</c:v>
                </c:pt>
                <c:pt idx="43">
                  <c:v>17.6</c:v>
                </c:pt>
                <c:pt idx="44">
                  <c:v>19.8</c:v>
                </c:pt>
                <c:pt idx="45">
                  <c:v>20.8</c:v>
                </c:pt>
                <c:pt idx="46">
                  <c:v>15.2</c:v>
                </c:pt>
                <c:pt idx="47">
                  <c:v>21.5</c:v>
                </c:pt>
                <c:pt idx="48">
                  <c:v>19.7</c:v>
                </c:pt>
                <c:pt idx="49">
                  <c:v>19.2</c:v>
                </c:pt>
                <c:pt idx="50">
                  <c:v>23.1</c:v>
                </c:pt>
                <c:pt idx="51">
                  <c:v>18.9</c:v>
                </c:pt>
                <c:pt idx="52">
                  <c:v>23.9</c:v>
                </c:pt>
                <c:pt idx="53">
                  <c:v>16</c:v>
                </c:pt>
                <c:pt idx="54">
                  <c:v>13.9</c:v>
                </c:pt>
                <c:pt idx="55">
                  <c:v>22.4</c:v>
                </c:pt>
                <c:pt idx="56">
                  <c:v>14.7</c:v>
                </c:pt>
                <c:pt idx="57">
                  <c:v>21.9</c:v>
                </c:pt>
                <c:pt idx="58">
                  <c:v>19.1</c:v>
                </c:pt>
                <c:pt idx="59">
                  <c:v>21.7</c:v>
                </c:pt>
                <c:pt idx="60">
                  <c:v>22.6</c:v>
                </c:pt>
                <c:pt idx="61">
                  <c:v>23.3</c:v>
                </c:pt>
                <c:pt idx="62">
                  <c:v>20.1</c:v>
                </c:pt>
                <c:pt idx="63">
                  <c:v>18.4</c:v>
                </c:pt>
                <c:pt idx="64">
                  <c:v>14.9</c:v>
                </c:pt>
                <c:pt idx="65">
                  <c:v>17.2</c:v>
                </c:pt>
                <c:pt idx="66">
                  <c:v>22</c:v>
                </c:pt>
                <c:pt idx="67">
                  <c:v>22.9</c:v>
                </c:pt>
                <c:pt idx="68">
                  <c:v>20.6</c:v>
                </c:pt>
                <c:pt idx="69">
                  <c:v>15.6</c:v>
                </c:pt>
                <c:pt idx="70">
                  <c:v>15.4</c:v>
                </c:pt>
                <c:pt idx="71">
                  <c:v>24.2</c:v>
                </c:pt>
                <c:pt idx="72">
                  <c:v>18.7</c:v>
                </c:pt>
                <c:pt idx="73">
                  <c:v>19.5</c:v>
                </c:pt>
                <c:pt idx="74">
                  <c:v>15.8</c:v>
                </c:pt>
                <c:pt idx="75">
                  <c:v>21.8</c:v>
                </c:pt>
                <c:pt idx="76">
                  <c:v>18.8</c:v>
                </c:pt>
                <c:pt idx="77">
                  <c:v>17.4</c:v>
                </c:pt>
                <c:pt idx="78">
                  <c:v>24.3</c:v>
                </c:pt>
                <c:pt idx="79">
                  <c:v>13.5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8.3</c:v>
                </c:pt>
                <c:pt idx="1">
                  <c:v>4.5</c:v>
                </c:pt>
                <c:pt idx="2">
                  <c:v>5.1</c:v>
                </c:pt>
                <c:pt idx="3">
                  <c:v>4.8</c:v>
                </c:pt>
                <c:pt idx="4">
                  <c:v>4.5</c:v>
                </c:pt>
                <c:pt idx="5">
                  <c:v>5.8</c:v>
                </c:pt>
                <c:pt idx="6">
                  <c:v>10</c:v>
                </c:pt>
                <c:pt idx="7">
                  <c:v>4</c:v>
                </c:pt>
                <c:pt idx="8">
                  <c:v>7.4</c:v>
                </c:pt>
                <c:pt idx="9">
                  <c:v>5.6</c:v>
                </c:pt>
                <c:pt idx="10">
                  <c:v>9.6</c:v>
                </c:pt>
                <c:pt idx="11">
                  <c:v>9.8</c:v>
                </c:pt>
                <c:pt idx="12">
                  <c:v>8.8</c:v>
                </c:pt>
                <c:pt idx="13">
                  <c:v>7.7</c:v>
                </c:pt>
                <c:pt idx="14">
                  <c:v>8.4</c:v>
                </c:pt>
                <c:pt idx="15">
                  <c:v>3.1</c:v>
                </c:pt>
                <c:pt idx="16">
                  <c:v>7.9</c:v>
                </c:pt>
                <c:pt idx="17">
                  <c:v>3.8</c:v>
                </c:pt>
                <c:pt idx="18">
                  <c:v>7.1</c:v>
                </c:pt>
                <c:pt idx="19">
                  <c:v>6.6</c:v>
                </c:pt>
                <c:pt idx="20">
                  <c:v>7.8</c:v>
                </c:pt>
                <c:pt idx="21">
                  <c:v>7.1</c:v>
                </c:pt>
                <c:pt idx="22">
                  <c:v>4.3</c:v>
                </c:pt>
                <c:pt idx="23">
                  <c:v>9.7</c:v>
                </c:pt>
                <c:pt idx="24">
                  <c:v>8.5</c:v>
                </c:pt>
                <c:pt idx="25">
                  <c:v>4.1</c:v>
                </c:pt>
                <c:pt idx="26">
                  <c:v>7.9</c:v>
                </c:pt>
                <c:pt idx="27">
                  <c:v>8.6</c:v>
                </c:pt>
                <c:pt idx="28">
                  <c:v>5.7</c:v>
                </c:pt>
                <c:pt idx="29">
                  <c:v>6.8</c:v>
                </c:pt>
                <c:pt idx="30">
                  <c:v>9.4</c:v>
                </c:pt>
                <c:pt idx="31">
                  <c:v>5.3</c:v>
                </c:pt>
                <c:pt idx="32">
                  <c:v>9.2</c:v>
                </c:pt>
                <c:pt idx="33">
                  <c:v>3.5</c:v>
                </c:pt>
                <c:pt idx="34">
                  <c:v>9.5</c:v>
                </c:pt>
                <c:pt idx="35">
                  <c:v>3.2</c:v>
                </c:pt>
                <c:pt idx="36">
                  <c:v>6.5</c:v>
                </c:pt>
                <c:pt idx="37">
                  <c:v>8.2</c:v>
                </c:pt>
                <c:pt idx="38">
                  <c:v>8</c:v>
                </c:pt>
                <c:pt idx="39">
                  <c:v>7.3</c:v>
                </c:pt>
                <c:pt idx="40">
                  <c:v>8.9</c:v>
                </c:pt>
                <c:pt idx="41">
                  <c:v>5.2</c:v>
                </c:pt>
                <c:pt idx="42">
                  <c:v>5.4</c:v>
                </c:pt>
                <c:pt idx="43">
                  <c:v>6.6</c:v>
                </c:pt>
                <c:pt idx="44">
                  <c:v>9.1</c:v>
                </c:pt>
                <c:pt idx="45">
                  <c:v>6.4</c:v>
                </c:pt>
                <c:pt idx="46">
                  <c:v>7.6</c:v>
                </c:pt>
                <c:pt idx="47">
                  <c:v>9.2</c:v>
                </c:pt>
                <c:pt idx="48">
                  <c:v>5</c:v>
                </c:pt>
                <c:pt idx="49">
                  <c:v>4.3</c:v>
                </c:pt>
                <c:pt idx="50">
                  <c:v>9.4</c:v>
                </c:pt>
                <c:pt idx="51">
                  <c:v>6.1</c:v>
                </c:pt>
                <c:pt idx="52">
                  <c:v>6.2</c:v>
                </c:pt>
                <c:pt idx="53">
                  <c:v>8.7</c:v>
                </c:pt>
                <c:pt idx="54">
                  <c:v>8.1</c:v>
                </c:pt>
                <c:pt idx="55">
                  <c:v>3.6</c:v>
                </c:pt>
                <c:pt idx="56">
                  <c:v>9</c:v>
                </c:pt>
                <c:pt idx="57">
                  <c:v>9.9</c:v>
                </c:pt>
                <c:pt idx="58">
                  <c:v>6.3</c:v>
                </c:pt>
                <c:pt idx="59">
                  <c:v>6</c:v>
                </c:pt>
                <c:pt idx="60">
                  <c:v>7.5</c:v>
                </c:pt>
                <c:pt idx="61">
                  <c:v>4.6</c:v>
                </c:pt>
                <c:pt idx="62">
                  <c:v>6</c:v>
                </c:pt>
                <c:pt idx="63">
                  <c:v>3.7</c:v>
                </c:pt>
                <c:pt idx="64">
                  <c:v>3.3</c:v>
                </c:pt>
                <c:pt idx="65">
                  <c:v>5.5</c:v>
                </c:pt>
                <c:pt idx="66">
                  <c:v>4.7</c:v>
                </c:pt>
                <c:pt idx="67">
                  <c:v>7</c:v>
                </c:pt>
                <c:pt idx="68">
                  <c:v>5.8</c:v>
                </c:pt>
                <c:pt idx="69">
                  <c:v>5.1</c:v>
                </c:pt>
                <c:pt idx="70">
                  <c:v>8.4</c:v>
                </c:pt>
                <c:pt idx="71">
                  <c:v>3.5</c:v>
                </c:pt>
                <c:pt idx="72">
                  <c:v>4.2</c:v>
                </c:pt>
                <c:pt idx="73">
                  <c:v>6.9</c:v>
                </c:pt>
                <c:pt idx="74">
                  <c:v>7.4</c:v>
                </c:pt>
                <c:pt idx="75">
                  <c:v>3.1</c:v>
                </c:pt>
                <c:pt idx="76">
                  <c:v>6.7</c:v>
                </c:pt>
                <c:pt idx="77">
                  <c:v>3.4</c:v>
                </c:pt>
                <c:pt idx="78">
                  <c:v>4.9</c:v>
                </c:pt>
                <c:pt idx="79">
                  <c:v>3.9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6"/>
          <c:min val="12"/>
        </c:scaling>
        <c:delete val="0"/>
        <c:axPos val="b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7A8F"/>
                    </a:solidFill>
                    <a:latin typeface="Arial"/>
                  </a:rPr>
                  <a:t>입구 유로 두께 [mm]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1"/>
          <c:min val="2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7A8F"/>
                    </a:solidFill>
                    <a:latin typeface="Arial"/>
                  </a:rPr>
                  <a:t>분기 입구 두께 [mm]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1821.47</c:v>
                </c:pt>
                <c:pt idx="1">
                  <c:v>2091.51</c:v>
                </c:pt>
                <c:pt idx="2">
                  <c:v>2119.6</c:v>
                </c:pt>
                <c:pt idx="3">
                  <c:v>2120.07</c:v>
                </c:pt>
                <c:pt idx="4">
                  <c:v>2127.3</c:v>
                </c:pt>
                <c:pt idx="5">
                  <c:v>2149.86</c:v>
                </c:pt>
                <c:pt idx="6">
                  <c:v>2174.07</c:v>
                </c:pt>
                <c:pt idx="7">
                  <c:v>2233.18</c:v>
                </c:pt>
                <c:pt idx="8">
                  <c:v>2295.8</c:v>
                </c:pt>
                <c:pt idx="9">
                  <c:v>2350.29</c:v>
                </c:pt>
                <c:pt idx="10">
                  <c:v>2364.83</c:v>
                </c:pt>
                <c:pt idx="11">
                  <c:v>2371</c:v>
                </c:pt>
                <c:pt idx="12">
                  <c:v>2381.96</c:v>
                </c:pt>
                <c:pt idx="13">
                  <c:v>2384.69</c:v>
                </c:pt>
                <c:pt idx="14">
                  <c:v>2468.05</c:v>
                </c:pt>
                <c:pt idx="15">
                  <c:v>2562.3</c:v>
                </c:pt>
                <c:pt idx="16">
                  <c:v>2600.35</c:v>
                </c:pt>
                <c:pt idx="17">
                  <c:v>2601.95</c:v>
                </c:pt>
                <c:pt idx="18">
                  <c:v>2641.13</c:v>
                </c:pt>
                <c:pt idx="19">
                  <c:v>2670.41</c:v>
                </c:pt>
                <c:pt idx="20">
                  <c:v>2701.53</c:v>
                </c:pt>
                <c:pt idx="21">
                  <c:v>2703.5</c:v>
                </c:pt>
                <c:pt idx="22">
                  <c:v>2707.6</c:v>
                </c:pt>
                <c:pt idx="23">
                  <c:v>2721.18</c:v>
                </c:pt>
                <c:pt idx="24">
                  <c:v>2791.78</c:v>
                </c:pt>
                <c:pt idx="25">
                  <c:v>2798.36</c:v>
                </c:pt>
                <c:pt idx="26">
                  <c:v>2817.77</c:v>
                </c:pt>
                <c:pt idx="27">
                  <c:v>2830.21</c:v>
                </c:pt>
                <c:pt idx="28">
                  <c:v>2921.7</c:v>
                </c:pt>
                <c:pt idx="29">
                  <c:v>2950.13</c:v>
                </c:pt>
                <c:pt idx="30">
                  <c:v>2986.47</c:v>
                </c:pt>
                <c:pt idx="31">
                  <c:v>3068.82</c:v>
                </c:pt>
                <c:pt idx="32">
                  <c:v>3106.3</c:v>
                </c:pt>
                <c:pt idx="33">
                  <c:v>3111.02</c:v>
                </c:pt>
                <c:pt idx="34">
                  <c:v>3138.4</c:v>
                </c:pt>
                <c:pt idx="35">
                  <c:v>3177.45</c:v>
                </c:pt>
                <c:pt idx="36">
                  <c:v>3184.12</c:v>
                </c:pt>
                <c:pt idx="37">
                  <c:v>3194.21</c:v>
                </c:pt>
                <c:pt idx="38">
                  <c:v>3214.4</c:v>
                </c:pt>
                <c:pt idx="39">
                  <c:v>3234.01</c:v>
                </c:pt>
                <c:pt idx="40">
                  <c:v>3245.27</c:v>
                </c:pt>
                <c:pt idx="41">
                  <c:v>3247.56</c:v>
                </c:pt>
                <c:pt idx="42">
                  <c:v>3248.42</c:v>
                </c:pt>
                <c:pt idx="43">
                  <c:v>3256.82</c:v>
                </c:pt>
                <c:pt idx="44">
                  <c:v>3264.21</c:v>
                </c:pt>
                <c:pt idx="45">
                  <c:v>3318.5</c:v>
                </c:pt>
                <c:pt idx="46">
                  <c:v>3365.29</c:v>
                </c:pt>
                <c:pt idx="47">
                  <c:v>3367.16</c:v>
                </c:pt>
                <c:pt idx="48">
                  <c:v>3384.3</c:v>
                </c:pt>
                <c:pt idx="49">
                  <c:v>3394.99</c:v>
                </c:pt>
                <c:pt idx="50">
                  <c:v>3419.65</c:v>
                </c:pt>
                <c:pt idx="51">
                  <c:v>3465.87</c:v>
                </c:pt>
                <c:pt idx="52">
                  <c:v>3524.54</c:v>
                </c:pt>
                <c:pt idx="53">
                  <c:v>3529.2</c:v>
                </c:pt>
                <c:pt idx="54">
                  <c:v>3535.24</c:v>
                </c:pt>
                <c:pt idx="55">
                  <c:v>3554.01</c:v>
                </c:pt>
                <c:pt idx="56">
                  <c:v>3577.86</c:v>
                </c:pt>
                <c:pt idx="57">
                  <c:v>3578.6</c:v>
                </c:pt>
                <c:pt idx="58">
                  <c:v>3581.43</c:v>
                </c:pt>
                <c:pt idx="59">
                  <c:v>3634.86</c:v>
                </c:pt>
                <c:pt idx="60">
                  <c:v>3636.99</c:v>
                </c:pt>
                <c:pt idx="61">
                  <c:v>3688.04</c:v>
                </c:pt>
                <c:pt idx="62">
                  <c:v>3690.17</c:v>
                </c:pt>
                <c:pt idx="63">
                  <c:v>3710.37</c:v>
                </c:pt>
                <c:pt idx="64">
                  <c:v>3724.98</c:v>
                </c:pt>
                <c:pt idx="65">
                  <c:v>3732.95</c:v>
                </c:pt>
                <c:pt idx="66">
                  <c:v>3747.86</c:v>
                </c:pt>
                <c:pt idx="67">
                  <c:v>3781.74</c:v>
                </c:pt>
                <c:pt idx="68">
                  <c:v>3852.68</c:v>
                </c:pt>
                <c:pt idx="69">
                  <c:v>3871.89</c:v>
                </c:pt>
                <c:pt idx="70">
                  <c:v>3886.03</c:v>
                </c:pt>
                <c:pt idx="71">
                  <c:v>3891.76</c:v>
                </c:pt>
                <c:pt idx="72">
                  <c:v>3924.22</c:v>
                </c:pt>
                <c:pt idx="73">
                  <c:v>3935.6</c:v>
                </c:pt>
                <c:pt idx="74">
                  <c:v>3990.2</c:v>
                </c:pt>
                <c:pt idx="75">
                  <c:v>4200.58</c:v>
                </c:pt>
                <c:pt idx="76">
                  <c:v>4209.4</c:v>
                </c:pt>
                <c:pt idx="77">
                  <c:v>4225.58</c:v>
                </c:pt>
                <c:pt idx="78">
                  <c:v>4458.14</c:v>
                </c:pt>
                <c:pt idx="79">
                  <c:v>4598.44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1885.0729487761516</c:v>
                </c:pt>
                <c:pt idx="1">
                  <c:v>2167.3194424177905</c:v>
                </c:pt>
                <c:pt idx="2">
                  <c:v>2162.5176393152306</c:v>
                </c:pt>
                <c:pt idx="3">
                  <c:v>2197.9954893084705</c:v>
                </c:pt>
                <c:pt idx="4">
                  <c:v>2132.1598111197754</c:v>
                </c:pt>
                <c:pt idx="5">
                  <c:v>2199.9215244558022</c:v>
                </c:pt>
                <c:pt idx="6">
                  <c:v>2171.5465799519825</c:v>
                </c:pt>
                <c:pt idx="7">
                  <c:v>2255.5784788541414</c:v>
                </c:pt>
                <c:pt idx="8">
                  <c:v>2234.7407551734377</c:v>
                </c:pt>
                <c:pt idx="9">
                  <c:v>2341.219884682385</c:v>
                </c:pt>
                <c:pt idx="10">
                  <c:v>2355.040118432123</c:v>
                </c:pt>
                <c:pt idx="11">
                  <c:v>2329.9081105375776</c:v>
                </c:pt>
                <c:pt idx="12">
                  <c:v>2461.7838138509337</c:v>
                </c:pt>
                <c:pt idx="13">
                  <c:v>2088.235242714532</c:v>
                </c:pt>
                <c:pt idx="14">
                  <c:v>2619.4978171208827</c:v>
                </c:pt>
                <c:pt idx="15">
                  <c:v>2609.8637665227616</c:v>
                </c:pt>
                <c:pt idx="16">
                  <c:v>2654.2628917142188</c:v>
                </c:pt>
                <c:pt idx="17">
                  <c:v>2703.0656854602344</c:v>
                </c:pt>
                <c:pt idx="18">
                  <c:v>2589.0238286017657</c:v>
                </c:pt>
                <c:pt idx="19">
                  <c:v>2629.059582940397</c:v>
                </c:pt>
                <c:pt idx="20">
                  <c:v>2694.2178933622977</c:v>
                </c:pt>
                <c:pt idx="21">
                  <c:v>2795.4168052242176</c:v>
                </c:pt>
                <c:pt idx="22">
                  <c:v>2743.0686206658843</c:v>
                </c:pt>
                <c:pt idx="23">
                  <c:v>2825.521950882869</c:v>
                </c:pt>
                <c:pt idx="24">
                  <c:v>2820.217361745604</c:v>
                </c:pt>
                <c:pt idx="25">
                  <c:v>2790.42224235058</c:v>
                </c:pt>
                <c:pt idx="26">
                  <c:v>2820.4198176436976</c:v>
                </c:pt>
                <c:pt idx="27">
                  <c:v>2857.4661659300295</c:v>
                </c:pt>
                <c:pt idx="28">
                  <c:v>2753.475895167379</c:v>
                </c:pt>
                <c:pt idx="29">
                  <c:v>2895.343182909642</c:v>
                </c:pt>
                <c:pt idx="30">
                  <c:v>2851.5130640672155</c:v>
                </c:pt>
                <c:pt idx="31">
                  <c:v>3220.598983678345</c:v>
                </c:pt>
                <c:pt idx="32">
                  <c:v>2985.3097712370836</c:v>
                </c:pt>
                <c:pt idx="33">
                  <c:v>3063.7422505810896</c:v>
                </c:pt>
                <c:pt idx="34">
                  <c:v>3086.261444948537</c:v>
                </c:pt>
                <c:pt idx="35">
                  <c:v>3169.918207009258</c:v>
                </c:pt>
                <c:pt idx="36">
                  <c:v>3250.311169331402</c:v>
                </c:pt>
                <c:pt idx="37">
                  <c:v>3373.262513596256</c:v>
                </c:pt>
                <c:pt idx="38">
                  <c:v>3253.805704756671</c:v>
                </c:pt>
                <c:pt idx="39">
                  <c:v>3063.671596355533</c:v>
                </c:pt>
                <c:pt idx="40">
                  <c:v>3203.6584665648966</c:v>
                </c:pt>
                <c:pt idx="41">
                  <c:v>3193.4473410120836</c:v>
                </c:pt>
                <c:pt idx="42">
                  <c:v>3279.9955206112922</c:v>
                </c:pt>
                <c:pt idx="43">
                  <c:v>3228.2516983603095</c:v>
                </c:pt>
                <c:pt idx="44">
                  <c:v>3151.1466767166216</c:v>
                </c:pt>
                <c:pt idx="45">
                  <c:v>3397.455334178516</c:v>
                </c:pt>
                <c:pt idx="46">
                  <c:v>3355.660612278647</c:v>
                </c:pt>
                <c:pt idx="47">
                  <c:v>3366.502212198537</c:v>
                </c:pt>
                <c:pt idx="48">
                  <c:v>3366.691605126127</c:v>
                </c:pt>
                <c:pt idx="49">
                  <c:v>3295.9941575631883</c:v>
                </c:pt>
                <c:pt idx="50">
                  <c:v>3315.4416982406424</c:v>
                </c:pt>
                <c:pt idx="51">
                  <c:v>3420.656490650121</c:v>
                </c:pt>
                <c:pt idx="52">
                  <c:v>3552.2136373849457</c:v>
                </c:pt>
                <c:pt idx="53">
                  <c:v>3617.094116393074</c:v>
                </c:pt>
                <c:pt idx="54">
                  <c:v>3451.8098493823536</c:v>
                </c:pt>
                <c:pt idx="55">
                  <c:v>3494.8979118059824</c:v>
                </c:pt>
                <c:pt idx="56">
                  <c:v>3739.7773222152064</c:v>
                </c:pt>
                <c:pt idx="57">
                  <c:v>3623.012974352936</c:v>
                </c:pt>
                <c:pt idx="58">
                  <c:v>3551.16112885127</c:v>
                </c:pt>
                <c:pt idx="59">
                  <c:v>3782.896617304972</c:v>
                </c:pt>
                <c:pt idx="60">
                  <c:v>3616.656870908893</c:v>
                </c:pt>
                <c:pt idx="61">
                  <c:v>3567.507942981992</c:v>
                </c:pt>
                <c:pt idx="62">
                  <c:v>3653.439060554465</c:v>
                </c:pt>
                <c:pt idx="63">
                  <c:v>3485.0356202500575</c:v>
                </c:pt>
                <c:pt idx="64">
                  <c:v>3782.3548263931884</c:v>
                </c:pt>
                <c:pt idx="65">
                  <c:v>3840.700297478419</c:v>
                </c:pt>
                <c:pt idx="66">
                  <c:v>3704.7685632607754</c:v>
                </c:pt>
                <c:pt idx="67">
                  <c:v>3946.489425705163</c:v>
                </c:pt>
                <c:pt idx="68">
                  <c:v>3601.1106710467543</c:v>
                </c:pt>
                <c:pt idx="69">
                  <c:v>3880.146307062004</c:v>
                </c:pt>
                <c:pt idx="70">
                  <c:v>3872.0587753268896</c:v>
                </c:pt>
                <c:pt idx="71">
                  <c:v>3852.469332878124</c:v>
                </c:pt>
                <c:pt idx="72">
                  <c:v>3840.3495308699908</c:v>
                </c:pt>
                <c:pt idx="73">
                  <c:v>3800.576188663806</c:v>
                </c:pt>
                <c:pt idx="74">
                  <c:v>3775.3380564036192</c:v>
                </c:pt>
                <c:pt idx="75">
                  <c:v>4134.218720385623</c:v>
                </c:pt>
                <c:pt idx="76">
                  <c:v>4367.4158047562505</c:v>
                </c:pt>
                <c:pt idx="77">
                  <c:v>4349.433506964005</c:v>
                </c:pt>
                <c:pt idx="78">
                  <c:v>4126.910020515687</c:v>
                </c:pt>
                <c:pt idx="79">
                  <c:v>4531.091756984303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1821.47</c:v>
                </c:pt>
                <c:pt idx="1">
                  <c:v>2091.51</c:v>
                </c:pt>
                <c:pt idx="2">
                  <c:v>2119.6</c:v>
                </c:pt>
                <c:pt idx="3">
                  <c:v>2120.07</c:v>
                </c:pt>
                <c:pt idx="4">
                  <c:v>2127.3</c:v>
                </c:pt>
                <c:pt idx="5">
                  <c:v>2149.86</c:v>
                </c:pt>
                <c:pt idx="6">
                  <c:v>2174.07</c:v>
                </c:pt>
                <c:pt idx="7">
                  <c:v>2233.18</c:v>
                </c:pt>
                <c:pt idx="8">
                  <c:v>2295.8</c:v>
                </c:pt>
                <c:pt idx="9">
                  <c:v>2350.29</c:v>
                </c:pt>
                <c:pt idx="10">
                  <c:v>2364.83</c:v>
                </c:pt>
                <c:pt idx="11">
                  <c:v>2371</c:v>
                </c:pt>
                <c:pt idx="12">
                  <c:v>2381.96</c:v>
                </c:pt>
                <c:pt idx="13">
                  <c:v>2384.69</c:v>
                </c:pt>
                <c:pt idx="14">
                  <c:v>2468.05</c:v>
                </c:pt>
                <c:pt idx="15">
                  <c:v>2562.3</c:v>
                </c:pt>
                <c:pt idx="16">
                  <c:v>2600.35</c:v>
                </c:pt>
                <c:pt idx="17">
                  <c:v>2601.95</c:v>
                </c:pt>
                <c:pt idx="18">
                  <c:v>2641.13</c:v>
                </c:pt>
                <c:pt idx="19">
                  <c:v>2670.41</c:v>
                </c:pt>
                <c:pt idx="20">
                  <c:v>2701.53</c:v>
                </c:pt>
                <c:pt idx="21">
                  <c:v>2703.5</c:v>
                </c:pt>
                <c:pt idx="22">
                  <c:v>2707.6</c:v>
                </c:pt>
                <c:pt idx="23">
                  <c:v>2721.18</c:v>
                </c:pt>
                <c:pt idx="24">
                  <c:v>2791.78</c:v>
                </c:pt>
                <c:pt idx="25">
                  <c:v>2798.36</c:v>
                </c:pt>
                <c:pt idx="26">
                  <c:v>2817.77</c:v>
                </c:pt>
                <c:pt idx="27">
                  <c:v>2830.21</c:v>
                </c:pt>
                <c:pt idx="28">
                  <c:v>2921.7</c:v>
                </c:pt>
                <c:pt idx="29">
                  <c:v>2950.13</c:v>
                </c:pt>
                <c:pt idx="30">
                  <c:v>2986.47</c:v>
                </c:pt>
                <c:pt idx="31">
                  <c:v>3068.82</c:v>
                </c:pt>
                <c:pt idx="32">
                  <c:v>3106.3</c:v>
                </c:pt>
                <c:pt idx="33">
                  <c:v>3111.02</c:v>
                </c:pt>
                <c:pt idx="34">
                  <c:v>3138.4</c:v>
                </c:pt>
                <c:pt idx="35">
                  <c:v>3177.45</c:v>
                </c:pt>
                <c:pt idx="36">
                  <c:v>3184.12</c:v>
                </c:pt>
                <c:pt idx="37">
                  <c:v>3194.21</c:v>
                </c:pt>
                <c:pt idx="38">
                  <c:v>3214.4</c:v>
                </c:pt>
                <c:pt idx="39">
                  <c:v>3234.01</c:v>
                </c:pt>
                <c:pt idx="40">
                  <c:v>3245.27</c:v>
                </c:pt>
                <c:pt idx="41">
                  <c:v>3247.56</c:v>
                </c:pt>
                <c:pt idx="42">
                  <c:v>3248.42</c:v>
                </c:pt>
                <c:pt idx="43">
                  <c:v>3256.82</c:v>
                </c:pt>
                <c:pt idx="44">
                  <c:v>3264.21</c:v>
                </c:pt>
                <c:pt idx="45">
                  <c:v>3318.5</c:v>
                </c:pt>
                <c:pt idx="46">
                  <c:v>3365.29</c:v>
                </c:pt>
                <c:pt idx="47">
                  <c:v>3367.16</c:v>
                </c:pt>
                <c:pt idx="48">
                  <c:v>3384.3</c:v>
                </c:pt>
                <c:pt idx="49">
                  <c:v>3394.99</c:v>
                </c:pt>
                <c:pt idx="50">
                  <c:v>3419.65</c:v>
                </c:pt>
                <c:pt idx="51">
                  <c:v>3465.87</c:v>
                </c:pt>
                <c:pt idx="52">
                  <c:v>3524.54</c:v>
                </c:pt>
                <c:pt idx="53">
                  <c:v>3529.2</c:v>
                </c:pt>
                <c:pt idx="54">
                  <c:v>3535.24</c:v>
                </c:pt>
                <c:pt idx="55">
                  <c:v>3554.01</c:v>
                </c:pt>
                <c:pt idx="56">
                  <c:v>3577.86</c:v>
                </c:pt>
                <c:pt idx="57">
                  <c:v>3578.6</c:v>
                </c:pt>
                <c:pt idx="58">
                  <c:v>3581.43</c:v>
                </c:pt>
                <c:pt idx="59">
                  <c:v>3634.86</c:v>
                </c:pt>
                <c:pt idx="60">
                  <c:v>3636.99</c:v>
                </c:pt>
                <c:pt idx="61">
                  <c:v>3688.04</c:v>
                </c:pt>
                <c:pt idx="62">
                  <c:v>3690.17</c:v>
                </c:pt>
                <c:pt idx="63">
                  <c:v>3710.37</c:v>
                </c:pt>
                <c:pt idx="64">
                  <c:v>3724.98</c:v>
                </c:pt>
                <c:pt idx="65">
                  <c:v>3732.95</c:v>
                </c:pt>
                <c:pt idx="66">
                  <c:v>3747.86</c:v>
                </c:pt>
                <c:pt idx="67">
                  <c:v>3781.74</c:v>
                </c:pt>
                <c:pt idx="68">
                  <c:v>3852.68</c:v>
                </c:pt>
                <c:pt idx="69">
                  <c:v>3871.89</c:v>
                </c:pt>
                <c:pt idx="70">
                  <c:v>3886.03</c:v>
                </c:pt>
                <c:pt idx="71">
                  <c:v>3891.76</c:v>
                </c:pt>
                <c:pt idx="72">
                  <c:v>3924.22</c:v>
                </c:pt>
                <c:pt idx="73">
                  <c:v>3935.6</c:v>
                </c:pt>
                <c:pt idx="74">
                  <c:v>3990.2</c:v>
                </c:pt>
                <c:pt idx="75">
                  <c:v>4200.58</c:v>
                </c:pt>
                <c:pt idx="76">
                  <c:v>4209.4</c:v>
                </c:pt>
                <c:pt idx="77">
                  <c:v>4225.58</c:v>
                </c:pt>
                <c:pt idx="78">
                  <c:v>4458.14</c:v>
                </c:pt>
                <c:pt idx="79">
                  <c:v>4598.44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1821.47</c:v>
                </c:pt>
                <c:pt idx="1">
                  <c:v>2091.51</c:v>
                </c:pt>
                <c:pt idx="2">
                  <c:v>2119.6</c:v>
                </c:pt>
                <c:pt idx="3">
                  <c:v>2120.07</c:v>
                </c:pt>
                <c:pt idx="4">
                  <c:v>2127.3</c:v>
                </c:pt>
                <c:pt idx="5">
                  <c:v>2149.86</c:v>
                </c:pt>
                <c:pt idx="6">
                  <c:v>2174.07</c:v>
                </c:pt>
                <c:pt idx="7">
                  <c:v>2233.18</c:v>
                </c:pt>
                <c:pt idx="8">
                  <c:v>2295.8</c:v>
                </c:pt>
                <c:pt idx="9">
                  <c:v>2350.29</c:v>
                </c:pt>
                <c:pt idx="10">
                  <c:v>2364.83</c:v>
                </c:pt>
                <c:pt idx="11">
                  <c:v>2371</c:v>
                </c:pt>
                <c:pt idx="12">
                  <c:v>2381.96</c:v>
                </c:pt>
                <c:pt idx="13">
                  <c:v>2384.69</c:v>
                </c:pt>
                <c:pt idx="14">
                  <c:v>2468.05</c:v>
                </c:pt>
                <c:pt idx="15">
                  <c:v>2562.3</c:v>
                </c:pt>
                <c:pt idx="16">
                  <c:v>2600.35</c:v>
                </c:pt>
                <c:pt idx="17">
                  <c:v>2601.95</c:v>
                </c:pt>
                <c:pt idx="18">
                  <c:v>2641.13</c:v>
                </c:pt>
                <c:pt idx="19">
                  <c:v>2670.41</c:v>
                </c:pt>
                <c:pt idx="20">
                  <c:v>2701.53</c:v>
                </c:pt>
                <c:pt idx="21">
                  <c:v>2703.5</c:v>
                </c:pt>
                <c:pt idx="22">
                  <c:v>2707.6</c:v>
                </c:pt>
                <c:pt idx="23">
                  <c:v>2721.18</c:v>
                </c:pt>
                <c:pt idx="24">
                  <c:v>2791.78</c:v>
                </c:pt>
                <c:pt idx="25">
                  <c:v>2798.36</c:v>
                </c:pt>
                <c:pt idx="26">
                  <c:v>2817.77</c:v>
                </c:pt>
                <c:pt idx="27">
                  <c:v>2830.21</c:v>
                </c:pt>
                <c:pt idx="28">
                  <c:v>2921.7</c:v>
                </c:pt>
                <c:pt idx="29">
                  <c:v>2950.13</c:v>
                </c:pt>
                <c:pt idx="30">
                  <c:v>2986.47</c:v>
                </c:pt>
                <c:pt idx="31">
                  <c:v>3068.82</c:v>
                </c:pt>
                <c:pt idx="32">
                  <c:v>3106.3</c:v>
                </c:pt>
                <c:pt idx="33">
                  <c:v>3111.02</c:v>
                </c:pt>
                <c:pt idx="34">
                  <c:v>3138.4</c:v>
                </c:pt>
                <c:pt idx="35">
                  <c:v>3177.45</c:v>
                </c:pt>
                <c:pt idx="36">
                  <c:v>3184.12</c:v>
                </c:pt>
                <c:pt idx="37">
                  <c:v>3194.21</c:v>
                </c:pt>
                <c:pt idx="38">
                  <c:v>3214.4</c:v>
                </c:pt>
                <c:pt idx="39">
                  <c:v>3234.01</c:v>
                </c:pt>
                <c:pt idx="40">
                  <c:v>3245.27</c:v>
                </c:pt>
                <c:pt idx="41">
                  <c:v>3247.56</c:v>
                </c:pt>
                <c:pt idx="42">
                  <c:v>3248.42</c:v>
                </c:pt>
                <c:pt idx="43">
                  <c:v>3256.82</c:v>
                </c:pt>
                <c:pt idx="44">
                  <c:v>3264.21</c:v>
                </c:pt>
                <c:pt idx="45">
                  <c:v>3318.5</c:v>
                </c:pt>
                <c:pt idx="46">
                  <c:v>3365.29</c:v>
                </c:pt>
                <c:pt idx="47">
                  <c:v>3367.16</c:v>
                </c:pt>
                <c:pt idx="48">
                  <c:v>3384.3</c:v>
                </c:pt>
                <c:pt idx="49">
                  <c:v>3394.99</c:v>
                </c:pt>
                <c:pt idx="50">
                  <c:v>3419.65</c:v>
                </c:pt>
                <c:pt idx="51">
                  <c:v>3465.87</c:v>
                </c:pt>
                <c:pt idx="52">
                  <c:v>3524.54</c:v>
                </c:pt>
                <c:pt idx="53">
                  <c:v>3529.2</c:v>
                </c:pt>
                <c:pt idx="54">
                  <c:v>3535.24</c:v>
                </c:pt>
                <c:pt idx="55">
                  <c:v>3554.01</c:v>
                </c:pt>
                <c:pt idx="56">
                  <c:v>3577.86</c:v>
                </c:pt>
                <c:pt idx="57">
                  <c:v>3578.6</c:v>
                </c:pt>
                <c:pt idx="58">
                  <c:v>3581.43</c:v>
                </c:pt>
                <c:pt idx="59">
                  <c:v>3634.86</c:v>
                </c:pt>
                <c:pt idx="60">
                  <c:v>3636.99</c:v>
                </c:pt>
                <c:pt idx="61">
                  <c:v>3688.04</c:v>
                </c:pt>
                <c:pt idx="62">
                  <c:v>3690.17</c:v>
                </c:pt>
                <c:pt idx="63">
                  <c:v>3710.37</c:v>
                </c:pt>
                <c:pt idx="64">
                  <c:v>3724.98</c:v>
                </c:pt>
                <c:pt idx="65">
                  <c:v>3732.95</c:v>
                </c:pt>
                <c:pt idx="66">
                  <c:v>3747.86</c:v>
                </c:pt>
                <c:pt idx="67">
                  <c:v>3781.74</c:v>
                </c:pt>
                <c:pt idx="68">
                  <c:v>3852.68</c:v>
                </c:pt>
                <c:pt idx="69">
                  <c:v>3871.89</c:v>
                </c:pt>
                <c:pt idx="70">
                  <c:v>3886.03</c:v>
                </c:pt>
                <c:pt idx="71">
                  <c:v>3891.76</c:v>
                </c:pt>
                <c:pt idx="72">
                  <c:v>3924.22</c:v>
                </c:pt>
                <c:pt idx="73">
                  <c:v>3935.6</c:v>
                </c:pt>
                <c:pt idx="74">
                  <c:v>3990.2</c:v>
                </c:pt>
                <c:pt idx="75">
                  <c:v>4200.58</c:v>
                </c:pt>
                <c:pt idx="76">
                  <c:v>4209.4</c:v>
                </c:pt>
                <c:pt idx="77">
                  <c:v>4225.58</c:v>
                </c:pt>
                <c:pt idx="78">
                  <c:v>4458.14</c:v>
                </c:pt>
                <c:pt idx="79">
                  <c:v>4598.44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00"/>
          <c:min val="150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1500"/>
        <c:auto val="1"/>
        <c:lblAlgn val="ctr"/>
        <c:noMultiLvlLbl val="1"/>
        <c:majorUnit val="1000"/>
      </c:valAx>
      <c:valAx>
        <c:axId val="2094734552"/>
        <c:scaling>
          <c:orientation val="minMax"/>
          <c:max val="5000"/>
          <c:min val="1500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1500"/>
        <c:crossBetween val="midCat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0.584882426</c:v>
                </c:pt>
                <c:pt idx="1">
                  <c:v>0.605650738</c:v>
                </c:pt>
                <c:pt idx="2">
                  <c:v>0.726824545</c:v>
                </c:pt>
                <c:pt idx="3">
                  <c:v>0.728470038</c:v>
                </c:pt>
                <c:pt idx="4">
                  <c:v>0.734951316</c:v>
                </c:pt>
                <c:pt idx="5">
                  <c:v>0.748612919</c:v>
                </c:pt>
                <c:pt idx="6">
                  <c:v>0.757203623</c:v>
                </c:pt>
                <c:pt idx="7">
                  <c:v>0.765743386</c:v>
                </c:pt>
                <c:pt idx="8">
                  <c:v>0.772550667</c:v>
                </c:pt>
                <c:pt idx="9">
                  <c:v>0.781788783</c:v>
                </c:pt>
                <c:pt idx="10">
                  <c:v>0.795183524</c:v>
                </c:pt>
                <c:pt idx="11">
                  <c:v>0.795405597</c:v>
                </c:pt>
                <c:pt idx="12">
                  <c:v>0.796146445</c:v>
                </c:pt>
                <c:pt idx="13">
                  <c:v>0.808740892</c:v>
                </c:pt>
                <c:pt idx="14">
                  <c:v>0.810370518</c:v>
                </c:pt>
                <c:pt idx="15">
                  <c:v>0.819771382</c:v>
                </c:pt>
                <c:pt idx="16">
                  <c:v>0.821629501</c:v>
                </c:pt>
                <c:pt idx="17">
                  <c:v>0.828424868</c:v>
                </c:pt>
                <c:pt idx="18">
                  <c:v>0.843086075</c:v>
                </c:pt>
                <c:pt idx="19">
                  <c:v>0.844375699</c:v>
                </c:pt>
                <c:pt idx="20">
                  <c:v>0.862420517</c:v>
                </c:pt>
                <c:pt idx="21">
                  <c:v>0.865380588</c:v>
                </c:pt>
                <c:pt idx="22">
                  <c:v>0.871431161</c:v>
                </c:pt>
                <c:pt idx="23">
                  <c:v>0.873308103</c:v>
                </c:pt>
                <c:pt idx="24">
                  <c:v>0.884681361</c:v>
                </c:pt>
                <c:pt idx="25">
                  <c:v>0.885521395</c:v>
                </c:pt>
                <c:pt idx="26">
                  <c:v>0.893496611</c:v>
                </c:pt>
                <c:pt idx="27">
                  <c:v>0.901432885</c:v>
                </c:pt>
                <c:pt idx="28">
                  <c:v>0.9111329</c:v>
                </c:pt>
                <c:pt idx="29">
                  <c:v>0.919437971</c:v>
                </c:pt>
                <c:pt idx="30">
                  <c:v>0.935863374</c:v>
                </c:pt>
                <c:pt idx="31">
                  <c:v>0.969067194</c:v>
                </c:pt>
                <c:pt idx="32">
                  <c:v>0.971794981</c:v>
                </c:pt>
                <c:pt idx="33">
                  <c:v>0.992008445</c:v>
                </c:pt>
                <c:pt idx="34">
                  <c:v>0.996138481</c:v>
                </c:pt>
                <c:pt idx="35">
                  <c:v>1.010692418</c:v>
                </c:pt>
                <c:pt idx="36">
                  <c:v>1.021856809</c:v>
                </c:pt>
                <c:pt idx="37">
                  <c:v>1.027783872</c:v>
                </c:pt>
                <c:pt idx="38">
                  <c:v>1.032446115</c:v>
                </c:pt>
                <c:pt idx="39">
                  <c:v>1.032783478</c:v>
                </c:pt>
                <c:pt idx="40">
                  <c:v>1.033468543</c:v>
                </c:pt>
                <c:pt idx="41">
                  <c:v>1.041539733</c:v>
                </c:pt>
                <c:pt idx="42">
                  <c:v>1.054351128</c:v>
                </c:pt>
                <c:pt idx="43">
                  <c:v>1.054519587</c:v>
                </c:pt>
                <c:pt idx="44">
                  <c:v>1.065134546</c:v>
                </c:pt>
                <c:pt idx="45">
                  <c:v>1.068463662</c:v>
                </c:pt>
                <c:pt idx="46">
                  <c:v>1.083845877</c:v>
                </c:pt>
                <c:pt idx="47">
                  <c:v>1.08543856</c:v>
                </c:pt>
                <c:pt idx="48">
                  <c:v>1.094505515</c:v>
                </c:pt>
                <c:pt idx="49">
                  <c:v>1.108262504</c:v>
                </c:pt>
                <c:pt idx="50">
                  <c:v>1.113285924</c:v>
                </c:pt>
                <c:pt idx="51">
                  <c:v>1.116022496</c:v>
                </c:pt>
                <c:pt idx="52">
                  <c:v>1.124155157</c:v>
                </c:pt>
                <c:pt idx="53">
                  <c:v>1.135657194</c:v>
                </c:pt>
                <c:pt idx="54">
                  <c:v>1.14031284</c:v>
                </c:pt>
                <c:pt idx="55">
                  <c:v>1.155297231</c:v>
                </c:pt>
                <c:pt idx="56">
                  <c:v>1.156021578</c:v>
                </c:pt>
                <c:pt idx="57">
                  <c:v>1.156105283</c:v>
                </c:pt>
                <c:pt idx="58">
                  <c:v>1.15620245</c:v>
                </c:pt>
                <c:pt idx="59">
                  <c:v>1.163640909</c:v>
                </c:pt>
                <c:pt idx="60">
                  <c:v>1.170975867</c:v>
                </c:pt>
                <c:pt idx="61">
                  <c:v>1.183900632</c:v>
                </c:pt>
                <c:pt idx="62">
                  <c:v>1.197018043</c:v>
                </c:pt>
                <c:pt idx="63">
                  <c:v>1.208517797</c:v>
                </c:pt>
                <c:pt idx="64">
                  <c:v>1.247310638</c:v>
                </c:pt>
                <c:pt idx="65">
                  <c:v>1.254194501</c:v>
                </c:pt>
                <c:pt idx="66">
                  <c:v>1.289034723</c:v>
                </c:pt>
                <c:pt idx="67">
                  <c:v>1.30235535</c:v>
                </c:pt>
                <c:pt idx="68">
                  <c:v>1.31320588</c:v>
                </c:pt>
                <c:pt idx="69">
                  <c:v>1.321613762</c:v>
                </c:pt>
                <c:pt idx="70">
                  <c:v>1.34560481</c:v>
                </c:pt>
                <c:pt idx="71">
                  <c:v>1.36072877</c:v>
                </c:pt>
                <c:pt idx="72">
                  <c:v>1.432112942</c:v>
                </c:pt>
                <c:pt idx="73">
                  <c:v>1.438402324</c:v>
                </c:pt>
                <c:pt idx="74">
                  <c:v>1.448915893</c:v>
                </c:pt>
                <c:pt idx="75">
                  <c:v>1.456922837</c:v>
                </c:pt>
                <c:pt idx="76">
                  <c:v>1.4676181</c:v>
                </c:pt>
                <c:pt idx="77">
                  <c:v>1.482587711</c:v>
                </c:pt>
                <c:pt idx="78">
                  <c:v>1.49555186</c:v>
                </c:pt>
                <c:pt idx="79">
                  <c:v>1.894579299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0.6178298389458924</c:v>
                </c:pt>
                <c:pt idx="1">
                  <c:v>0.6356988130286223</c:v>
                </c:pt>
                <c:pt idx="2">
                  <c:v>0.7235102745217472</c:v>
                </c:pt>
                <c:pt idx="3">
                  <c:v>0.7103006976315137</c:v>
                </c:pt>
                <c:pt idx="4">
                  <c:v>0.7514211288885446</c:v>
                </c:pt>
                <c:pt idx="5">
                  <c:v>0.7815027803905544</c:v>
                </c:pt>
                <c:pt idx="6">
                  <c:v>0.7409721899830584</c:v>
                </c:pt>
                <c:pt idx="7">
                  <c:v>0.7506918862672347</c:v>
                </c:pt>
                <c:pt idx="8">
                  <c:v>0.7738543144321353</c:v>
                </c:pt>
                <c:pt idx="9">
                  <c:v>0.7960760494769914</c:v>
                </c:pt>
                <c:pt idx="10">
                  <c:v>0.8132435784692865</c:v>
                </c:pt>
                <c:pt idx="11">
                  <c:v>0.7900414042506095</c:v>
                </c:pt>
                <c:pt idx="12">
                  <c:v>0.7832450713397551</c:v>
                </c:pt>
                <c:pt idx="13">
                  <c:v>0.8829343238321491</c:v>
                </c:pt>
                <c:pt idx="14">
                  <c:v>0.8096705277464337</c:v>
                </c:pt>
                <c:pt idx="15">
                  <c:v>0.8306189679741667</c:v>
                </c:pt>
                <c:pt idx="16">
                  <c:v>0.8488464580131851</c:v>
                </c:pt>
                <c:pt idx="17">
                  <c:v>0.839189505184528</c:v>
                </c:pt>
                <c:pt idx="18">
                  <c:v>0.824366969820407</c:v>
                </c:pt>
                <c:pt idx="19">
                  <c:v>0.8728374170667839</c:v>
                </c:pt>
                <c:pt idx="20">
                  <c:v>0.8564508268503273</c:v>
                </c:pt>
                <c:pt idx="21">
                  <c:v>0.8511898585066336</c:v>
                </c:pt>
                <c:pt idx="22">
                  <c:v>0.8794485267803299</c:v>
                </c:pt>
                <c:pt idx="23">
                  <c:v>0.8990410208352373</c:v>
                </c:pt>
                <c:pt idx="24">
                  <c:v>0.9032757739880117</c:v>
                </c:pt>
                <c:pt idx="25">
                  <c:v>0.8820664948623146</c:v>
                </c:pt>
                <c:pt idx="26">
                  <c:v>0.8713796770205684</c:v>
                </c:pt>
                <c:pt idx="27">
                  <c:v>0.9096021378051525</c:v>
                </c:pt>
                <c:pt idx="28">
                  <c:v>0.8857122758114937</c:v>
                </c:pt>
                <c:pt idx="29">
                  <c:v>0.8603522158736812</c:v>
                </c:pt>
                <c:pt idx="30">
                  <c:v>0.9407460783235936</c:v>
                </c:pt>
                <c:pt idx="31">
                  <c:v>0.959301581813618</c:v>
                </c:pt>
                <c:pt idx="32">
                  <c:v>0.9827972309030636</c:v>
                </c:pt>
                <c:pt idx="33">
                  <c:v>0.989742597686508</c:v>
                </c:pt>
                <c:pt idx="34">
                  <c:v>1.024792734754425</c:v>
                </c:pt>
                <c:pt idx="35">
                  <c:v>0.9845545931104814</c:v>
                </c:pt>
                <c:pt idx="36">
                  <c:v>1.051186900880139</c:v>
                </c:pt>
                <c:pt idx="37">
                  <c:v>1.046242118668267</c:v>
                </c:pt>
                <c:pt idx="38">
                  <c:v>1.0276873788827738</c:v>
                </c:pt>
                <c:pt idx="39">
                  <c:v>1.0286854479765044</c:v>
                </c:pt>
                <c:pt idx="40">
                  <c:v>1.0237012770103762</c:v>
                </c:pt>
                <c:pt idx="41">
                  <c:v>1.0500079449602755</c:v>
                </c:pt>
                <c:pt idx="42">
                  <c:v>1.0444506702680445</c:v>
                </c:pt>
                <c:pt idx="43">
                  <c:v>1.0169727800865993</c:v>
                </c:pt>
                <c:pt idx="44">
                  <c:v>1.0419610512815802</c:v>
                </c:pt>
                <c:pt idx="45">
                  <c:v>1.077255594629233</c:v>
                </c:pt>
                <c:pt idx="46">
                  <c:v>1.0642182745759314</c:v>
                </c:pt>
                <c:pt idx="47">
                  <c:v>1.0681094750236877</c:v>
                </c:pt>
                <c:pt idx="48">
                  <c:v>1.1067155457089748</c:v>
                </c:pt>
                <c:pt idx="49">
                  <c:v>1.118671322051823</c:v>
                </c:pt>
                <c:pt idx="50">
                  <c:v>1.129390429854523</c:v>
                </c:pt>
                <c:pt idx="51">
                  <c:v>1.0913854860955414</c:v>
                </c:pt>
                <c:pt idx="52">
                  <c:v>1.1332942949257876</c:v>
                </c:pt>
                <c:pt idx="53">
                  <c:v>1.1453653392037406</c:v>
                </c:pt>
                <c:pt idx="54">
                  <c:v>1.1426727263706593</c:v>
                </c:pt>
                <c:pt idx="55">
                  <c:v>1.1398803120947403</c:v>
                </c:pt>
                <c:pt idx="56">
                  <c:v>1.1308206904929952</c:v>
                </c:pt>
                <c:pt idx="57">
                  <c:v>1.1811230932397663</c:v>
                </c:pt>
                <c:pt idx="58">
                  <c:v>1.1182148427353826</c:v>
                </c:pt>
                <c:pt idx="59">
                  <c:v>1.1588015982150592</c:v>
                </c:pt>
                <c:pt idx="60">
                  <c:v>1.1585129100995617</c:v>
                </c:pt>
                <c:pt idx="61">
                  <c:v>1.15243507736639</c:v>
                </c:pt>
                <c:pt idx="62">
                  <c:v>1.1755284541828022</c:v>
                </c:pt>
                <c:pt idx="63">
                  <c:v>1.2056576024685666</c:v>
                </c:pt>
                <c:pt idx="64">
                  <c:v>1.2504765197851277</c:v>
                </c:pt>
                <c:pt idx="65">
                  <c:v>1.2682882793924628</c:v>
                </c:pt>
                <c:pt idx="66">
                  <c:v>1.366893837179022</c:v>
                </c:pt>
                <c:pt idx="67">
                  <c:v>1.3366487536536327</c:v>
                </c:pt>
                <c:pt idx="68">
                  <c:v>1.3310294711517259</c:v>
                </c:pt>
                <c:pt idx="69">
                  <c:v>1.2991295065755422</c:v>
                </c:pt>
                <c:pt idx="70">
                  <c:v>1.2946384002090692</c:v>
                </c:pt>
                <c:pt idx="71">
                  <c:v>1.4100263133777031</c:v>
                </c:pt>
                <c:pt idx="72">
                  <c:v>1.4201154932026814</c:v>
                </c:pt>
                <c:pt idx="73">
                  <c:v>1.3798489310574902</c:v>
                </c:pt>
                <c:pt idx="74">
                  <c:v>1.4059719386013114</c:v>
                </c:pt>
                <c:pt idx="75">
                  <c:v>1.4455150660035883</c:v>
                </c:pt>
                <c:pt idx="76">
                  <c:v>1.439246334499035</c:v>
                </c:pt>
                <c:pt idx="77">
                  <c:v>1.5001717077045131</c:v>
                </c:pt>
                <c:pt idx="78">
                  <c:v>1.4535932495461894</c:v>
                </c:pt>
                <c:pt idx="79">
                  <c:v>1.8719418810989064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0.584882426</c:v>
                </c:pt>
                <c:pt idx="1">
                  <c:v>0.605650738</c:v>
                </c:pt>
                <c:pt idx="2">
                  <c:v>0.726824545</c:v>
                </c:pt>
                <c:pt idx="3">
                  <c:v>0.728470038</c:v>
                </c:pt>
                <c:pt idx="4">
                  <c:v>0.734951316</c:v>
                </c:pt>
                <c:pt idx="5">
                  <c:v>0.748612919</c:v>
                </c:pt>
                <c:pt idx="6">
                  <c:v>0.757203623</c:v>
                </c:pt>
                <c:pt idx="7">
                  <c:v>0.765743386</c:v>
                </c:pt>
                <c:pt idx="8">
                  <c:v>0.772550667</c:v>
                </c:pt>
                <c:pt idx="9">
                  <c:v>0.781788783</c:v>
                </c:pt>
                <c:pt idx="10">
                  <c:v>0.795183524</c:v>
                </c:pt>
                <c:pt idx="11">
                  <c:v>0.795405597</c:v>
                </c:pt>
                <c:pt idx="12">
                  <c:v>0.796146445</c:v>
                </c:pt>
                <c:pt idx="13">
                  <c:v>0.808740892</c:v>
                </c:pt>
                <c:pt idx="14">
                  <c:v>0.810370518</c:v>
                </c:pt>
                <c:pt idx="15">
                  <c:v>0.819771382</c:v>
                </c:pt>
                <c:pt idx="16">
                  <c:v>0.821629501</c:v>
                </c:pt>
                <c:pt idx="17">
                  <c:v>0.828424868</c:v>
                </c:pt>
                <c:pt idx="18">
                  <c:v>0.843086075</c:v>
                </c:pt>
                <c:pt idx="19">
                  <c:v>0.844375699</c:v>
                </c:pt>
                <c:pt idx="20">
                  <c:v>0.862420517</c:v>
                </c:pt>
                <c:pt idx="21">
                  <c:v>0.865380588</c:v>
                </c:pt>
                <c:pt idx="22">
                  <c:v>0.871431161</c:v>
                </c:pt>
                <c:pt idx="23">
                  <c:v>0.873308103</c:v>
                </c:pt>
                <c:pt idx="24">
                  <c:v>0.884681361</c:v>
                </c:pt>
                <c:pt idx="25">
                  <c:v>0.885521395</c:v>
                </c:pt>
                <c:pt idx="26">
                  <c:v>0.893496611</c:v>
                </c:pt>
                <c:pt idx="27">
                  <c:v>0.901432885</c:v>
                </c:pt>
                <c:pt idx="28">
                  <c:v>0.9111329</c:v>
                </c:pt>
                <c:pt idx="29">
                  <c:v>0.919437971</c:v>
                </c:pt>
                <c:pt idx="30">
                  <c:v>0.935863374</c:v>
                </c:pt>
                <c:pt idx="31">
                  <c:v>0.969067194</c:v>
                </c:pt>
                <c:pt idx="32">
                  <c:v>0.971794981</c:v>
                </c:pt>
                <c:pt idx="33">
                  <c:v>0.992008445</c:v>
                </c:pt>
                <c:pt idx="34">
                  <c:v>0.996138481</c:v>
                </c:pt>
                <c:pt idx="35">
                  <c:v>1.010692418</c:v>
                </c:pt>
                <c:pt idx="36">
                  <c:v>1.021856809</c:v>
                </c:pt>
                <c:pt idx="37">
                  <c:v>1.027783872</c:v>
                </c:pt>
                <c:pt idx="38">
                  <c:v>1.032446115</c:v>
                </c:pt>
                <c:pt idx="39">
                  <c:v>1.032783478</c:v>
                </c:pt>
                <c:pt idx="40">
                  <c:v>1.033468543</c:v>
                </c:pt>
                <c:pt idx="41">
                  <c:v>1.041539733</c:v>
                </c:pt>
                <c:pt idx="42">
                  <c:v>1.054351128</c:v>
                </c:pt>
                <c:pt idx="43">
                  <c:v>1.054519587</c:v>
                </c:pt>
                <c:pt idx="44">
                  <c:v>1.065134546</c:v>
                </c:pt>
                <c:pt idx="45">
                  <c:v>1.068463662</c:v>
                </c:pt>
                <c:pt idx="46">
                  <c:v>1.083845877</c:v>
                </c:pt>
                <c:pt idx="47">
                  <c:v>1.08543856</c:v>
                </c:pt>
                <c:pt idx="48">
                  <c:v>1.094505515</c:v>
                </c:pt>
                <c:pt idx="49">
                  <c:v>1.108262504</c:v>
                </c:pt>
                <c:pt idx="50">
                  <c:v>1.113285924</c:v>
                </c:pt>
                <c:pt idx="51">
                  <c:v>1.116022496</c:v>
                </c:pt>
                <c:pt idx="52">
                  <c:v>1.124155157</c:v>
                </c:pt>
                <c:pt idx="53">
                  <c:v>1.135657194</c:v>
                </c:pt>
                <c:pt idx="54">
                  <c:v>1.14031284</c:v>
                </c:pt>
                <c:pt idx="55">
                  <c:v>1.155297231</c:v>
                </c:pt>
                <c:pt idx="56">
                  <c:v>1.156021578</c:v>
                </c:pt>
                <c:pt idx="57">
                  <c:v>1.156105283</c:v>
                </c:pt>
                <c:pt idx="58">
                  <c:v>1.15620245</c:v>
                </c:pt>
                <c:pt idx="59">
                  <c:v>1.163640909</c:v>
                </c:pt>
                <c:pt idx="60">
                  <c:v>1.170975867</c:v>
                </c:pt>
                <c:pt idx="61">
                  <c:v>1.183900632</c:v>
                </c:pt>
                <c:pt idx="62">
                  <c:v>1.197018043</c:v>
                </c:pt>
                <c:pt idx="63">
                  <c:v>1.208517797</c:v>
                </c:pt>
                <c:pt idx="64">
                  <c:v>1.247310638</c:v>
                </c:pt>
                <c:pt idx="65">
                  <c:v>1.254194501</c:v>
                </c:pt>
                <c:pt idx="66">
                  <c:v>1.289034723</c:v>
                </c:pt>
                <c:pt idx="67">
                  <c:v>1.30235535</c:v>
                </c:pt>
                <c:pt idx="68">
                  <c:v>1.31320588</c:v>
                </c:pt>
                <c:pt idx="69">
                  <c:v>1.321613762</c:v>
                </c:pt>
                <c:pt idx="70">
                  <c:v>1.34560481</c:v>
                </c:pt>
                <c:pt idx="71">
                  <c:v>1.36072877</c:v>
                </c:pt>
                <c:pt idx="72">
                  <c:v>1.432112942</c:v>
                </c:pt>
                <c:pt idx="73">
                  <c:v>1.438402324</c:v>
                </c:pt>
                <c:pt idx="74">
                  <c:v>1.448915893</c:v>
                </c:pt>
                <c:pt idx="75">
                  <c:v>1.456922837</c:v>
                </c:pt>
                <c:pt idx="76">
                  <c:v>1.4676181</c:v>
                </c:pt>
                <c:pt idx="77">
                  <c:v>1.482587711</c:v>
                </c:pt>
                <c:pt idx="78">
                  <c:v>1.49555186</c:v>
                </c:pt>
                <c:pt idx="79">
                  <c:v>1.894579299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0.584882426</c:v>
                </c:pt>
                <c:pt idx="1">
                  <c:v>0.605650738</c:v>
                </c:pt>
                <c:pt idx="2">
                  <c:v>0.726824545</c:v>
                </c:pt>
                <c:pt idx="3">
                  <c:v>0.728470038</c:v>
                </c:pt>
                <c:pt idx="4">
                  <c:v>0.734951316</c:v>
                </c:pt>
                <c:pt idx="5">
                  <c:v>0.748612919</c:v>
                </c:pt>
                <c:pt idx="6">
                  <c:v>0.757203623</c:v>
                </c:pt>
                <c:pt idx="7">
                  <c:v>0.765743386</c:v>
                </c:pt>
                <c:pt idx="8">
                  <c:v>0.772550667</c:v>
                </c:pt>
                <c:pt idx="9">
                  <c:v>0.781788783</c:v>
                </c:pt>
                <c:pt idx="10">
                  <c:v>0.795183524</c:v>
                </c:pt>
                <c:pt idx="11">
                  <c:v>0.795405597</c:v>
                </c:pt>
                <c:pt idx="12">
                  <c:v>0.796146445</c:v>
                </c:pt>
                <c:pt idx="13">
                  <c:v>0.808740892</c:v>
                </c:pt>
                <c:pt idx="14">
                  <c:v>0.810370518</c:v>
                </c:pt>
                <c:pt idx="15">
                  <c:v>0.819771382</c:v>
                </c:pt>
                <c:pt idx="16">
                  <c:v>0.821629501</c:v>
                </c:pt>
                <c:pt idx="17">
                  <c:v>0.828424868</c:v>
                </c:pt>
                <c:pt idx="18">
                  <c:v>0.843086075</c:v>
                </c:pt>
                <c:pt idx="19">
                  <c:v>0.844375699</c:v>
                </c:pt>
                <c:pt idx="20">
                  <c:v>0.862420517</c:v>
                </c:pt>
                <c:pt idx="21">
                  <c:v>0.865380588</c:v>
                </c:pt>
                <c:pt idx="22">
                  <c:v>0.871431161</c:v>
                </c:pt>
                <c:pt idx="23">
                  <c:v>0.873308103</c:v>
                </c:pt>
                <c:pt idx="24">
                  <c:v>0.884681361</c:v>
                </c:pt>
                <c:pt idx="25">
                  <c:v>0.885521395</c:v>
                </c:pt>
                <c:pt idx="26">
                  <c:v>0.893496611</c:v>
                </c:pt>
                <c:pt idx="27">
                  <c:v>0.901432885</c:v>
                </c:pt>
                <c:pt idx="28">
                  <c:v>0.9111329</c:v>
                </c:pt>
                <c:pt idx="29">
                  <c:v>0.919437971</c:v>
                </c:pt>
                <c:pt idx="30">
                  <c:v>0.935863374</c:v>
                </c:pt>
                <c:pt idx="31">
                  <c:v>0.969067194</c:v>
                </c:pt>
                <c:pt idx="32">
                  <c:v>0.971794981</c:v>
                </c:pt>
                <c:pt idx="33">
                  <c:v>0.992008445</c:v>
                </c:pt>
                <c:pt idx="34">
                  <c:v>0.996138481</c:v>
                </c:pt>
                <c:pt idx="35">
                  <c:v>1.010692418</c:v>
                </c:pt>
                <c:pt idx="36">
                  <c:v>1.021856809</c:v>
                </c:pt>
                <c:pt idx="37">
                  <c:v>1.027783872</c:v>
                </c:pt>
                <c:pt idx="38">
                  <c:v>1.032446115</c:v>
                </c:pt>
                <c:pt idx="39">
                  <c:v>1.032783478</c:v>
                </c:pt>
                <c:pt idx="40">
                  <c:v>1.033468543</c:v>
                </c:pt>
                <c:pt idx="41">
                  <c:v>1.041539733</c:v>
                </c:pt>
                <c:pt idx="42">
                  <c:v>1.054351128</c:v>
                </c:pt>
                <c:pt idx="43">
                  <c:v>1.054519587</c:v>
                </c:pt>
                <c:pt idx="44">
                  <c:v>1.065134546</c:v>
                </c:pt>
                <c:pt idx="45">
                  <c:v>1.068463662</c:v>
                </c:pt>
                <c:pt idx="46">
                  <c:v>1.083845877</c:v>
                </c:pt>
                <c:pt idx="47">
                  <c:v>1.08543856</c:v>
                </c:pt>
                <c:pt idx="48">
                  <c:v>1.094505515</c:v>
                </c:pt>
                <c:pt idx="49">
                  <c:v>1.108262504</c:v>
                </c:pt>
                <c:pt idx="50">
                  <c:v>1.113285924</c:v>
                </c:pt>
                <c:pt idx="51">
                  <c:v>1.116022496</c:v>
                </c:pt>
                <c:pt idx="52">
                  <c:v>1.124155157</c:v>
                </c:pt>
                <c:pt idx="53">
                  <c:v>1.135657194</c:v>
                </c:pt>
                <c:pt idx="54">
                  <c:v>1.14031284</c:v>
                </c:pt>
                <c:pt idx="55">
                  <c:v>1.155297231</c:v>
                </c:pt>
                <c:pt idx="56">
                  <c:v>1.156021578</c:v>
                </c:pt>
                <c:pt idx="57">
                  <c:v>1.156105283</c:v>
                </c:pt>
                <c:pt idx="58">
                  <c:v>1.15620245</c:v>
                </c:pt>
                <c:pt idx="59">
                  <c:v>1.163640909</c:v>
                </c:pt>
                <c:pt idx="60">
                  <c:v>1.170975867</c:v>
                </c:pt>
                <c:pt idx="61">
                  <c:v>1.183900632</c:v>
                </c:pt>
                <c:pt idx="62">
                  <c:v>1.197018043</c:v>
                </c:pt>
                <c:pt idx="63">
                  <c:v>1.208517797</c:v>
                </c:pt>
                <c:pt idx="64">
                  <c:v>1.247310638</c:v>
                </c:pt>
                <c:pt idx="65">
                  <c:v>1.254194501</c:v>
                </c:pt>
                <c:pt idx="66">
                  <c:v>1.289034723</c:v>
                </c:pt>
                <c:pt idx="67">
                  <c:v>1.30235535</c:v>
                </c:pt>
                <c:pt idx="68">
                  <c:v>1.31320588</c:v>
                </c:pt>
                <c:pt idx="69">
                  <c:v>1.321613762</c:v>
                </c:pt>
                <c:pt idx="70">
                  <c:v>1.34560481</c:v>
                </c:pt>
                <c:pt idx="71">
                  <c:v>1.36072877</c:v>
                </c:pt>
                <c:pt idx="72">
                  <c:v>1.432112942</c:v>
                </c:pt>
                <c:pt idx="73">
                  <c:v>1.438402324</c:v>
                </c:pt>
                <c:pt idx="74">
                  <c:v>1.448915893</c:v>
                </c:pt>
                <c:pt idx="75">
                  <c:v>1.456922837</c:v>
                </c:pt>
                <c:pt idx="76">
                  <c:v>1.4676181</c:v>
                </c:pt>
                <c:pt idx="77">
                  <c:v>1.482587711</c:v>
                </c:pt>
                <c:pt idx="78">
                  <c:v>1.49555186</c:v>
                </c:pt>
                <c:pt idx="79">
                  <c:v>1.894579299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"/>
          <c:min val="0.4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0.4"/>
        <c:auto val="1"/>
        <c:lblAlgn val="ctr"/>
        <c:noMultiLvlLbl val="1"/>
        <c:majorUnit val="0.4"/>
      </c:valAx>
      <c:valAx>
        <c:axId val="2094734552"/>
        <c:scaling>
          <c:orientation val="minMax"/>
          <c:max val="2"/>
          <c:min val="0.4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0.4"/>
        <c:crossBetween val="midCat"/>
        <c:majorUnit val="0.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121.753</c:v>
                </c:pt>
                <c:pt idx="1">
                  <c:v>121.891</c:v>
                </c:pt>
                <c:pt idx="2">
                  <c:v>121.969</c:v>
                </c:pt>
                <c:pt idx="3">
                  <c:v>122.11</c:v>
                </c:pt>
                <c:pt idx="4">
                  <c:v>122.229</c:v>
                </c:pt>
                <c:pt idx="5">
                  <c:v>122.449</c:v>
                </c:pt>
                <c:pt idx="6">
                  <c:v>122.468</c:v>
                </c:pt>
                <c:pt idx="7">
                  <c:v>122.615</c:v>
                </c:pt>
                <c:pt idx="8">
                  <c:v>122.724</c:v>
                </c:pt>
                <c:pt idx="9">
                  <c:v>122.749</c:v>
                </c:pt>
                <c:pt idx="10">
                  <c:v>123.428</c:v>
                </c:pt>
                <c:pt idx="11">
                  <c:v>123.43</c:v>
                </c:pt>
                <c:pt idx="12">
                  <c:v>123.572</c:v>
                </c:pt>
                <c:pt idx="13">
                  <c:v>123.754</c:v>
                </c:pt>
                <c:pt idx="14">
                  <c:v>123.824</c:v>
                </c:pt>
                <c:pt idx="15">
                  <c:v>123.831</c:v>
                </c:pt>
                <c:pt idx="16">
                  <c:v>123.995</c:v>
                </c:pt>
                <c:pt idx="17">
                  <c:v>124.081</c:v>
                </c:pt>
                <c:pt idx="18">
                  <c:v>124.108</c:v>
                </c:pt>
                <c:pt idx="19">
                  <c:v>124.312</c:v>
                </c:pt>
                <c:pt idx="20">
                  <c:v>124.314</c:v>
                </c:pt>
                <c:pt idx="21">
                  <c:v>124.565</c:v>
                </c:pt>
                <c:pt idx="22">
                  <c:v>124.6</c:v>
                </c:pt>
                <c:pt idx="23">
                  <c:v>124.629</c:v>
                </c:pt>
                <c:pt idx="24">
                  <c:v>124.804</c:v>
                </c:pt>
                <c:pt idx="25">
                  <c:v>124.831</c:v>
                </c:pt>
                <c:pt idx="26">
                  <c:v>124.912</c:v>
                </c:pt>
                <c:pt idx="27">
                  <c:v>124.952</c:v>
                </c:pt>
                <c:pt idx="28">
                  <c:v>125.011</c:v>
                </c:pt>
                <c:pt idx="29">
                  <c:v>125.015</c:v>
                </c:pt>
                <c:pt idx="30">
                  <c:v>125.053</c:v>
                </c:pt>
                <c:pt idx="31">
                  <c:v>125.068</c:v>
                </c:pt>
                <c:pt idx="32">
                  <c:v>125.088</c:v>
                </c:pt>
                <c:pt idx="33">
                  <c:v>125.103</c:v>
                </c:pt>
                <c:pt idx="34">
                  <c:v>125.225</c:v>
                </c:pt>
                <c:pt idx="35">
                  <c:v>125.247</c:v>
                </c:pt>
                <c:pt idx="36">
                  <c:v>125.334</c:v>
                </c:pt>
                <c:pt idx="37">
                  <c:v>125.36</c:v>
                </c:pt>
                <c:pt idx="38">
                  <c:v>125.417</c:v>
                </c:pt>
                <c:pt idx="39">
                  <c:v>125.57</c:v>
                </c:pt>
                <c:pt idx="40">
                  <c:v>125.59</c:v>
                </c:pt>
                <c:pt idx="41">
                  <c:v>125.657</c:v>
                </c:pt>
                <c:pt idx="42">
                  <c:v>125.703</c:v>
                </c:pt>
                <c:pt idx="43">
                  <c:v>125.974</c:v>
                </c:pt>
                <c:pt idx="44">
                  <c:v>125.997</c:v>
                </c:pt>
                <c:pt idx="45">
                  <c:v>126.056</c:v>
                </c:pt>
                <c:pt idx="46">
                  <c:v>126.098</c:v>
                </c:pt>
                <c:pt idx="47">
                  <c:v>126.106</c:v>
                </c:pt>
                <c:pt idx="48">
                  <c:v>126.327</c:v>
                </c:pt>
                <c:pt idx="49">
                  <c:v>126.354</c:v>
                </c:pt>
                <c:pt idx="50">
                  <c:v>126.468</c:v>
                </c:pt>
                <c:pt idx="51">
                  <c:v>126.531</c:v>
                </c:pt>
                <c:pt idx="52">
                  <c:v>126.552</c:v>
                </c:pt>
                <c:pt idx="53">
                  <c:v>126.594</c:v>
                </c:pt>
                <c:pt idx="54">
                  <c:v>126.626</c:v>
                </c:pt>
                <c:pt idx="55">
                  <c:v>126.63</c:v>
                </c:pt>
                <c:pt idx="56">
                  <c:v>126.641</c:v>
                </c:pt>
                <c:pt idx="57">
                  <c:v>126.643</c:v>
                </c:pt>
                <c:pt idx="58">
                  <c:v>126.659</c:v>
                </c:pt>
                <c:pt idx="59">
                  <c:v>126.672</c:v>
                </c:pt>
                <c:pt idx="60">
                  <c:v>126.705</c:v>
                </c:pt>
                <c:pt idx="61">
                  <c:v>126.762</c:v>
                </c:pt>
                <c:pt idx="62">
                  <c:v>126.78</c:v>
                </c:pt>
                <c:pt idx="63">
                  <c:v>126.95</c:v>
                </c:pt>
                <c:pt idx="64">
                  <c:v>127.004</c:v>
                </c:pt>
                <c:pt idx="65">
                  <c:v>127.098</c:v>
                </c:pt>
                <c:pt idx="66">
                  <c:v>127.117</c:v>
                </c:pt>
                <c:pt idx="67">
                  <c:v>127.416</c:v>
                </c:pt>
                <c:pt idx="68">
                  <c:v>127.464</c:v>
                </c:pt>
                <c:pt idx="69">
                  <c:v>127.628</c:v>
                </c:pt>
                <c:pt idx="70">
                  <c:v>127.697</c:v>
                </c:pt>
                <c:pt idx="71">
                  <c:v>128.023</c:v>
                </c:pt>
                <c:pt idx="72">
                  <c:v>128.039</c:v>
                </c:pt>
                <c:pt idx="73">
                  <c:v>128.225</c:v>
                </c:pt>
                <c:pt idx="74">
                  <c:v>128.541</c:v>
                </c:pt>
                <c:pt idx="75">
                  <c:v>128.653</c:v>
                </c:pt>
                <c:pt idx="76">
                  <c:v>128.844</c:v>
                </c:pt>
                <c:pt idx="77">
                  <c:v>129.176</c:v>
                </c:pt>
                <c:pt idx="78">
                  <c:v>129.597</c:v>
                </c:pt>
                <c:pt idx="79">
                  <c:v>131.924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122.08993956536254</c:v>
                </c:pt>
                <c:pt idx="1">
                  <c:v>122.2097929243702</c:v>
                </c:pt>
                <c:pt idx="2">
                  <c:v>122.2914404425097</c:v>
                </c:pt>
                <c:pt idx="3">
                  <c:v>122.17057621287172</c:v>
                </c:pt>
                <c:pt idx="4">
                  <c:v>121.37291145040169</c:v>
                </c:pt>
                <c:pt idx="5">
                  <c:v>122.00230782717573</c:v>
                </c:pt>
                <c:pt idx="6">
                  <c:v>122.36361663626282</c:v>
                </c:pt>
                <c:pt idx="7">
                  <c:v>122.6944969382331</c:v>
                </c:pt>
                <c:pt idx="8">
                  <c:v>123.23079134861372</c:v>
                </c:pt>
                <c:pt idx="9">
                  <c:v>123.00136002473533</c:v>
                </c:pt>
                <c:pt idx="10">
                  <c:v>123.2630737499331</c:v>
                </c:pt>
                <c:pt idx="11">
                  <c:v>122.90744026804933</c:v>
                </c:pt>
                <c:pt idx="12">
                  <c:v>123.3019079614546</c:v>
                </c:pt>
                <c:pt idx="13">
                  <c:v>123.74597400848047</c:v>
                </c:pt>
                <c:pt idx="14">
                  <c:v>123.8120377127502</c:v>
                </c:pt>
                <c:pt idx="15">
                  <c:v>124.11979028260981</c:v>
                </c:pt>
                <c:pt idx="16">
                  <c:v>123.78892115140319</c:v>
                </c:pt>
                <c:pt idx="17">
                  <c:v>124.0970819808097</c:v>
                </c:pt>
                <c:pt idx="18">
                  <c:v>124.03125376281398</c:v>
                </c:pt>
                <c:pt idx="19">
                  <c:v>124.89290331086444</c:v>
                </c:pt>
                <c:pt idx="20">
                  <c:v>124.63612838749945</c:v>
                </c:pt>
                <c:pt idx="21">
                  <c:v>124.56666750842558</c:v>
                </c:pt>
                <c:pt idx="22">
                  <c:v>124.64665886415884</c:v>
                </c:pt>
                <c:pt idx="23">
                  <c:v>124.21940194942398</c:v>
                </c:pt>
                <c:pt idx="24">
                  <c:v>125.16830403581613</c:v>
                </c:pt>
                <c:pt idx="25">
                  <c:v>124.49122171503932</c:v>
                </c:pt>
                <c:pt idx="26">
                  <c:v>125.22411983580392</c:v>
                </c:pt>
                <c:pt idx="27">
                  <c:v>124.9241487582192</c:v>
                </c:pt>
                <c:pt idx="28">
                  <c:v>125.15894036840348</c:v>
                </c:pt>
                <c:pt idx="29">
                  <c:v>125.22535797187236</c:v>
                </c:pt>
                <c:pt idx="30">
                  <c:v>124.69628926427588</c:v>
                </c:pt>
                <c:pt idx="31">
                  <c:v>124.91590714730204</c:v>
                </c:pt>
                <c:pt idx="32">
                  <c:v>125.46658671306464</c:v>
                </c:pt>
                <c:pt idx="33">
                  <c:v>125.50805522253681</c:v>
                </c:pt>
                <c:pt idx="34">
                  <c:v>125.26783379223812</c:v>
                </c:pt>
                <c:pt idx="35">
                  <c:v>125.4292815106608</c:v>
                </c:pt>
                <c:pt idx="36">
                  <c:v>125.3301287076687</c:v>
                </c:pt>
                <c:pt idx="37">
                  <c:v>125.05184771223942</c:v>
                </c:pt>
                <c:pt idx="38">
                  <c:v>125.46530868769919</c:v>
                </c:pt>
                <c:pt idx="39">
                  <c:v>125.71231170158667</c:v>
                </c:pt>
                <c:pt idx="40">
                  <c:v>125.42021772028461</c:v>
                </c:pt>
                <c:pt idx="41">
                  <c:v>125.83247665985809</c:v>
                </c:pt>
                <c:pt idx="42">
                  <c:v>125.57701363112484</c:v>
                </c:pt>
                <c:pt idx="43">
                  <c:v>126.2904021268758</c:v>
                </c:pt>
                <c:pt idx="44">
                  <c:v>125.93588160792835</c:v>
                </c:pt>
                <c:pt idx="45">
                  <c:v>126.13142156720473</c:v>
                </c:pt>
                <c:pt idx="46">
                  <c:v>125.96216010784568</c:v>
                </c:pt>
                <c:pt idx="47">
                  <c:v>125.92050805110023</c:v>
                </c:pt>
                <c:pt idx="48">
                  <c:v>126.24765941647898</c:v>
                </c:pt>
                <c:pt idx="49">
                  <c:v>126.12843385836892</c:v>
                </c:pt>
                <c:pt idx="50">
                  <c:v>125.54106692760588</c:v>
                </c:pt>
                <c:pt idx="51">
                  <c:v>125.90180179839854</c:v>
                </c:pt>
                <c:pt idx="52">
                  <c:v>125.34248248303503</c:v>
                </c:pt>
                <c:pt idx="53">
                  <c:v>126.85026682592495</c:v>
                </c:pt>
                <c:pt idx="54">
                  <c:v>126.66678148258617</c:v>
                </c:pt>
                <c:pt idx="55">
                  <c:v>126.5200838514378</c:v>
                </c:pt>
                <c:pt idx="56">
                  <c:v>126.78016741743967</c:v>
                </c:pt>
                <c:pt idx="57">
                  <c:v>126.34982488208242</c:v>
                </c:pt>
                <c:pt idx="58">
                  <c:v>126.53055938874283</c:v>
                </c:pt>
                <c:pt idx="59">
                  <c:v>126.56221157995516</c:v>
                </c:pt>
                <c:pt idx="60">
                  <c:v>126.8062154458575</c:v>
                </c:pt>
                <c:pt idx="61">
                  <c:v>126.3224949608308</c:v>
                </c:pt>
                <c:pt idx="62">
                  <c:v>126.44879920528456</c:v>
                </c:pt>
                <c:pt idx="63">
                  <c:v>126.80556789689058</c:v>
                </c:pt>
                <c:pt idx="64">
                  <c:v>127.07944843080438</c:v>
                </c:pt>
                <c:pt idx="65">
                  <c:v>127.22884880032002</c:v>
                </c:pt>
                <c:pt idx="66">
                  <c:v>126.88401784916175</c:v>
                </c:pt>
                <c:pt idx="67">
                  <c:v>127.35683256097752</c:v>
                </c:pt>
                <c:pt idx="68">
                  <c:v>127.3675472254236</c:v>
                </c:pt>
                <c:pt idx="69">
                  <c:v>127.95949854949062</c:v>
                </c:pt>
                <c:pt idx="70">
                  <c:v>128.0170557968366</c:v>
                </c:pt>
                <c:pt idx="71">
                  <c:v>128.05812083837782</c:v>
                </c:pt>
                <c:pt idx="72">
                  <c:v>128.46527744399688</c:v>
                </c:pt>
                <c:pt idx="73">
                  <c:v>128.13608249080792</c:v>
                </c:pt>
                <c:pt idx="74">
                  <c:v>128.11247203789435</c:v>
                </c:pt>
                <c:pt idx="75">
                  <c:v>128.78283990605064</c:v>
                </c:pt>
                <c:pt idx="76">
                  <c:v>128.68698468400237</c:v>
                </c:pt>
                <c:pt idx="77">
                  <c:v>129.55507550404548</c:v>
                </c:pt>
                <c:pt idx="78">
                  <c:v>129.34034188077152</c:v>
                </c:pt>
                <c:pt idx="79">
                  <c:v>131.13800676732387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121.753</c:v>
                </c:pt>
                <c:pt idx="1">
                  <c:v>121.891</c:v>
                </c:pt>
                <c:pt idx="2">
                  <c:v>121.969</c:v>
                </c:pt>
                <c:pt idx="3">
                  <c:v>122.11</c:v>
                </c:pt>
                <c:pt idx="4">
                  <c:v>122.229</c:v>
                </c:pt>
                <c:pt idx="5">
                  <c:v>122.449</c:v>
                </c:pt>
                <c:pt idx="6">
                  <c:v>122.468</c:v>
                </c:pt>
                <c:pt idx="7">
                  <c:v>122.615</c:v>
                </c:pt>
                <c:pt idx="8">
                  <c:v>122.724</c:v>
                </c:pt>
                <c:pt idx="9">
                  <c:v>122.749</c:v>
                </c:pt>
                <c:pt idx="10">
                  <c:v>123.428</c:v>
                </c:pt>
                <c:pt idx="11">
                  <c:v>123.43</c:v>
                </c:pt>
                <c:pt idx="12">
                  <c:v>123.572</c:v>
                </c:pt>
                <c:pt idx="13">
                  <c:v>123.754</c:v>
                </c:pt>
                <c:pt idx="14">
                  <c:v>123.824</c:v>
                </c:pt>
                <c:pt idx="15">
                  <c:v>123.831</c:v>
                </c:pt>
                <c:pt idx="16">
                  <c:v>123.995</c:v>
                </c:pt>
                <c:pt idx="17">
                  <c:v>124.081</c:v>
                </c:pt>
                <c:pt idx="18">
                  <c:v>124.108</c:v>
                </c:pt>
                <c:pt idx="19">
                  <c:v>124.312</c:v>
                </c:pt>
                <c:pt idx="20">
                  <c:v>124.314</c:v>
                </c:pt>
                <c:pt idx="21">
                  <c:v>124.565</c:v>
                </c:pt>
                <c:pt idx="22">
                  <c:v>124.6</c:v>
                </c:pt>
                <c:pt idx="23">
                  <c:v>124.629</c:v>
                </c:pt>
                <c:pt idx="24">
                  <c:v>124.804</c:v>
                </c:pt>
                <c:pt idx="25">
                  <c:v>124.831</c:v>
                </c:pt>
                <c:pt idx="26">
                  <c:v>124.912</c:v>
                </c:pt>
                <c:pt idx="27">
                  <c:v>124.952</c:v>
                </c:pt>
                <c:pt idx="28">
                  <c:v>125.011</c:v>
                </c:pt>
                <c:pt idx="29">
                  <c:v>125.015</c:v>
                </c:pt>
                <c:pt idx="30">
                  <c:v>125.053</c:v>
                </c:pt>
                <c:pt idx="31">
                  <c:v>125.068</c:v>
                </c:pt>
                <c:pt idx="32">
                  <c:v>125.088</c:v>
                </c:pt>
                <c:pt idx="33">
                  <c:v>125.103</c:v>
                </c:pt>
                <c:pt idx="34">
                  <c:v>125.225</c:v>
                </c:pt>
                <c:pt idx="35">
                  <c:v>125.247</c:v>
                </c:pt>
                <c:pt idx="36">
                  <c:v>125.334</c:v>
                </c:pt>
                <c:pt idx="37">
                  <c:v>125.36</c:v>
                </c:pt>
                <c:pt idx="38">
                  <c:v>125.417</c:v>
                </c:pt>
                <c:pt idx="39">
                  <c:v>125.57</c:v>
                </c:pt>
                <c:pt idx="40">
                  <c:v>125.59</c:v>
                </c:pt>
                <c:pt idx="41">
                  <c:v>125.657</c:v>
                </c:pt>
                <c:pt idx="42">
                  <c:v>125.703</c:v>
                </c:pt>
                <c:pt idx="43">
                  <c:v>125.974</c:v>
                </c:pt>
                <c:pt idx="44">
                  <c:v>125.997</c:v>
                </c:pt>
                <c:pt idx="45">
                  <c:v>126.056</c:v>
                </c:pt>
                <c:pt idx="46">
                  <c:v>126.098</c:v>
                </c:pt>
                <c:pt idx="47">
                  <c:v>126.106</c:v>
                </c:pt>
                <c:pt idx="48">
                  <c:v>126.327</c:v>
                </c:pt>
                <c:pt idx="49">
                  <c:v>126.354</c:v>
                </c:pt>
                <c:pt idx="50">
                  <c:v>126.468</c:v>
                </c:pt>
                <c:pt idx="51">
                  <c:v>126.531</c:v>
                </c:pt>
                <c:pt idx="52">
                  <c:v>126.552</c:v>
                </c:pt>
                <c:pt idx="53">
                  <c:v>126.594</c:v>
                </c:pt>
                <c:pt idx="54">
                  <c:v>126.626</c:v>
                </c:pt>
                <c:pt idx="55">
                  <c:v>126.63</c:v>
                </c:pt>
                <c:pt idx="56">
                  <c:v>126.641</c:v>
                </c:pt>
                <c:pt idx="57">
                  <c:v>126.643</c:v>
                </c:pt>
                <c:pt idx="58">
                  <c:v>126.659</c:v>
                </c:pt>
                <c:pt idx="59">
                  <c:v>126.672</c:v>
                </c:pt>
                <c:pt idx="60">
                  <c:v>126.705</c:v>
                </c:pt>
                <c:pt idx="61">
                  <c:v>126.762</c:v>
                </c:pt>
                <c:pt idx="62">
                  <c:v>126.78</c:v>
                </c:pt>
                <c:pt idx="63">
                  <c:v>126.95</c:v>
                </c:pt>
                <c:pt idx="64">
                  <c:v>127.004</c:v>
                </c:pt>
                <c:pt idx="65">
                  <c:v>127.098</c:v>
                </c:pt>
                <c:pt idx="66">
                  <c:v>127.117</c:v>
                </c:pt>
                <c:pt idx="67">
                  <c:v>127.416</c:v>
                </c:pt>
                <c:pt idx="68">
                  <c:v>127.464</c:v>
                </c:pt>
                <c:pt idx="69">
                  <c:v>127.628</c:v>
                </c:pt>
                <c:pt idx="70">
                  <c:v>127.697</c:v>
                </c:pt>
                <c:pt idx="71">
                  <c:v>128.023</c:v>
                </c:pt>
                <c:pt idx="72">
                  <c:v>128.039</c:v>
                </c:pt>
                <c:pt idx="73">
                  <c:v>128.225</c:v>
                </c:pt>
                <c:pt idx="74">
                  <c:v>128.541</c:v>
                </c:pt>
                <c:pt idx="75">
                  <c:v>128.653</c:v>
                </c:pt>
                <c:pt idx="76">
                  <c:v>128.844</c:v>
                </c:pt>
                <c:pt idx="77">
                  <c:v>129.176</c:v>
                </c:pt>
                <c:pt idx="78">
                  <c:v>129.597</c:v>
                </c:pt>
                <c:pt idx="79">
                  <c:v>131.924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121.753</c:v>
                </c:pt>
                <c:pt idx="1">
                  <c:v>121.891</c:v>
                </c:pt>
                <c:pt idx="2">
                  <c:v>121.969</c:v>
                </c:pt>
                <c:pt idx="3">
                  <c:v>122.11</c:v>
                </c:pt>
                <c:pt idx="4">
                  <c:v>122.229</c:v>
                </c:pt>
                <c:pt idx="5">
                  <c:v>122.449</c:v>
                </c:pt>
                <c:pt idx="6">
                  <c:v>122.468</c:v>
                </c:pt>
                <c:pt idx="7">
                  <c:v>122.615</c:v>
                </c:pt>
                <c:pt idx="8">
                  <c:v>122.724</c:v>
                </c:pt>
                <c:pt idx="9">
                  <c:v>122.749</c:v>
                </c:pt>
                <c:pt idx="10">
                  <c:v>123.428</c:v>
                </c:pt>
                <c:pt idx="11">
                  <c:v>123.43</c:v>
                </c:pt>
                <c:pt idx="12">
                  <c:v>123.572</c:v>
                </c:pt>
                <c:pt idx="13">
                  <c:v>123.754</c:v>
                </c:pt>
                <c:pt idx="14">
                  <c:v>123.824</c:v>
                </c:pt>
                <c:pt idx="15">
                  <c:v>123.831</c:v>
                </c:pt>
                <c:pt idx="16">
                  <c:v>123.995</c:v>
                </c:pt>
                <c:pt idx="17">
                  <c:v>124.081</c:v>
                </c:pt>
                <c:pt idx="18">
                  <c:v>124.108</c:v>
                </c:pt>
                <c:pt idx="19">
                  <c:v>124.312</c:v>
                </c:pt>
                <c:pt idx="20">
                  <c:v>124.314</c:v>
                </c:pt>
                <c:pt idx="21">
                  <c:v>124.565</c:v>
                </c:pt>
                <c:pt idx="22">
                  <c:v>124.6</c:v>
                </c:pt>
                <c:pt idx="23">
                  <c:v>124.629</c:v>
                </c:pt>
                <c:pt idx="24">
                  <c:v>124.804</c:v>
                </c:pt>
                <c:pt idx="25">
                  <c:v>124.831</c:v>
                </c:pt>
                <c:pt idx="26">
                  <c:v>124.912</c:v>
                </c:pt>
                <c:pt idx="27">
                  <c:v>124.952</c:v>
                </c:pt>
                <c:pt idx="28">
                  <c:v>125.011</c:v>
                </c:pt>
                <c:pt idx="29">
                  <c:v>125.015</c:v>
                </c:pt>
                <c:pt idx="30">
                  <c:v>125.053</c:v>
                </c:pt>
                <c:pt idx="31">
                  <c:v>125.068</c:v>
                </c:pt>
                <c:pt idx="32">
                  <c:v>125.088</c:v>
                </c:pt>
                <c:pt idx="33">
                  <c:v>125.103</c:v>
                </c:pt>
                <c:pt idx="34">
                  <c:v>125.225</c:v>
                </c:pt>
                <c:pt idx="35">
                  <c:v>125.247</c:v>
                </c:pt>
                <c:pt idx="36">
                  <c:v>125.334</c:v>
                </c:pt>
                <c:pt idx="37">
                  <c:v>125.36</c:v>
                </c:pt>
                <c:pt idx="38">
                  <c:v>125.417</c:v>
                </c:pt>
                <c:pt idx="39">
                  <c:v>125.57</c:v>
                </c:pt>
                <c:pt idx="40">
                  <c:v>125.59</c:v>
                </c:pt>
                <c:pt idx="41">
                  <c:v>125.657</c:v>
                </c:pt>
                <c:pt idx="42">
                  <c:v>125.703</c:v>
                </c:pt>
                <c:pt idx="43">
                  <c:v>125.974</c:v>
                </c:pt>
                <c:pt idx="44">
                  <c:v>125.997</c:v>
                </c:pt>
                <c:pt idx="45">
                  <c:v>126.056</c:v>
                </c:pt>
                <c:pt idx="46">
                  <c:v>126.098</c:v>
                </c:pt>
                <c:pt idx="47">
                  <c:v>126.106</c:v>
                </c:pt>
                <c:pt idx="48">
                  <c:v>126.327</c:v>
                </c:pt>
                <c:pt idx="49">
                  <c:v>126.354</c:v>
                </c:pt>
                <c:pt idx="50">
                  <c:v>126.468</c:v>
                </c:pt>
                <c:pt idx="51">
                  <c:v>126.531</c:v>
                </c:pt>
                <c:pt idx="52">
                  <c:v>126.552</c:v>
                </c:pt>
                <c:pt idx="53">
                  <c:v>126.594</c:v>
                </c:pt>
                <c:pt idx="54">
                  <c:v>126.626</c:v>
                </c:pt>
                <c:pt idx="55">
                  <c:v>126.63</c:v>
                </c:pt>
                <c:pt idx="56">
                  <c:v>126.641</c:v>
                </c:pt>
                <c:pt idx="57">
                  <c:v>126.643</c:v>
                </c:pt>
                <c:pt idx="58">
                  <c:v>126.659</c:v>
                </c:pt>
                <c:pt idx="59">
                  <c:v>126.672</c:v>
                </c:pt>
                <c:pt idx="60">
                  <c:v>126.705</c:v>
                </c:pt>
                <c:pt idx="61">
                  <c:v>126.762</c:v>
                </c:pt>
                <c:pt idx="62">
                  <c:v>126.78</c:v>
                </c:pt>
                <c:pt idx="63">
                  <c:v>126.95</c:v>
                </c:pt>
                <c:pt idx="64">
                  <c:v>127.004</c:v>
                </c:pt>
                <c:pt idx="65">
                  <c:v>127.098</c:v>
                </c:pt>
                <c:pt idx="66">
                  <c:v>127.117</c:v>
                </c:pt>
                <c:pt idx="67">
                  <c:v>127.416</c:v>
                </c:pt>
                <c:pt idx="68">
                  <c:v>127.464</c:v>
                </c:pt>
                <c:pt idx="69">
                  <c:v>127.628</c:v>
                </c:pt>
                <c:pt idx="70">
                  <c:v>127.697</c:v>
                </c:pt>
                <c:pt idx="71">
                  <c:v>128.023</c:v>
                </c:pt>
                <c:pt idx="72">
                  <c:v>128.039</c:v>
                </c:pt>
                <c:pt idx="73">
                  <c:v>128.225</c:v>
                </c:pt>
                <c:pt idx="74">
                  <c:v>128.541</c:v>
                </c:pt>
                <c:pt idx="75">
                  <c:v>128.653</c:v>
                </c:pt>
                <c:pt idx="76">
                  <c:v>128.844</c:v>
                </c:pt>
                <c:pt idx="77">
                  <c:v>129.176</c:v>
                </c:pt>
                <c:pt idx="78">
                  <c:v>129.597</c:v>
                </c:pt>
                <c:pt idx="79">
                  <c:v>131.924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32"/>
          <c:min val="12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120"/>
        <c:auto val="1"/>
        <c:lblAlgn val="ctr"/>
        <c:noMultiLvlLbl val="1"/>
        <c:majorUnit val="4"/>
      </c:valAx>
      <c:valAx>
        <c:axId val="2094734552"/>
        <c:scaling>
          <c:orientation val="minMax"/>
          <c:max val="132"/>
          <c:min val="120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120"/>
        <c:crossBetween val="midCat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0.005568505</c:v>
                </c:pt>
                <c:pt idx="1">
                  <c:v>0.005925801</c:v>
                </c:pt>
                <c:pt idx="2">
                  <c:v>0.007112878</c:v>
                </c:pt>
                <c:pt idx="3">
                  <c:v>0.007549102</c:v>
                </c:pt>
                <c:pt idx="4">
                  <c:v>0.007831943</c:v>
                </c:pt>
                <c:pt idx="5">
                  <c:v>0.007942743</c:v>
                </c:pt>
                <c:pt idx="6">
                  <c:v>0.00806561</c:v>
                </c:pt>
                <c:pt idx="7">
                  <c:v>0.008270759</c:v>
                </c:pt>
                <c:pt idx="8">
                  <c:v>0.008388427</c:v>
                </c:pt>
                <c:pt idx="9">
                  <c:v>0.008601173</c:v>
                </c:pt>
                <c:pt idx="10">
                  <c:v>0.008782279</c:v>
                </c:pt>
                <c:pt idx="11">
                  <c:v>0.009127144</c:v>
                </c:pt>
                <c:pt idx="12">
                  <c:v>0.00917502</c:v>
                </c:pt>
                <c:pt idx="13">
                  <c:v>0.009304805</c:v>
                </c:pt>
                <c:pt idx="14">
                  <c:v>0.009522164</c:v>
                </c:pt>
                <c:pt idx="15">
                  <c:v>0.009604771</c:v>
                </c:pt>
                <c:pt idx="16">
                  <c:v>0.009743069</c:v>
                </c:pt>
                <c:pt idx="17">
                  <c:v>0.009764347</c:v>
                </c:pt>
                <c:pt idx="18">
                  <c:v>0.009810392</c:v>
                </c:pt>
                <c:pt idx="19">
                  <c:v>0.010067082</c:v>
                </c:pt>
                <c:pt idx="20">
                  <c:v>0.010091195</c:v>
                </c:pt>
                <c:pt idx="21">
                  <c:v>0.010919271</c:v>
                </c:pt>
                <c:pt idx="22">
                  <c:v>0.010995623</c:v>
                </c:pt>
                <c:pt idx="23">
                  <c:v>0.011176608</c:v>
                </c:pt>
                <c:pt idx="24">
                  <c:v>0.011284976</c:v>
                </c:pt>
                <c:pt idx="25">
                  <c:v>0.011550345</c:v>
                </c:pt>
                <c:pt idx="26">
                  <c:v>0.01232387</c:v>
                </c:pt>
                <c:pt idx="27">
                  <c:v>0.012465981</c:v>
                </c:pt>
                <c:pt idx="28">
                  <c:v>0.012839193</c:v>
                </c:pt>
                <c:pt idx="29">
                  <c:v>0.013253761</c:v>
                </c:pt>
                <c:pt idx="30">
                  <c:v>0.013418301</c:v>
                </c:pt>
                <c:pt idx="31">
                  <c:v>0.013434057</c:v>
                </c:pt>
                <c:pt idx="32">
                  <c:v>0.013439613</c:v>
                </c:pt>
                <c:pt idx="33">
                  <c:v>0.013520101</c:v>
                </c:pt>
                <c:pt idx="34">
                  <c:v>0.013609889</c:v>
                </c:pt>
                <c:pt idx="35">
                  <c:v>0.013968956</c:v>
                </c:pt>
                <c:pt idx="36">
                  <c:v>0.014315877</c:v>
                </c:pt>
                <c:pt idx="37">
                  <c:v>0.015833021</c:v>
                </c:pt>
                <c:pt idx="38">
                  <c:v>0.016282621</c:v>
                </c:pt>
                <c:pt idx="39">
                  <c:v>0.016375626</c:v>
                </c:pt>
                <c:pt idx="40">
                  <c:v>0.01695344</c:v>
                </c:pt>
                <c:pt idx="41">
                  <c:v>0.016960853</c:v>
                </c:pt>
                <c:pt idx="42">
                  <c:v>0.017042008</c:v>
                </c:pt>
                <c:pt idx="43">
                  <c:v>0.017641687</c:v>
                </c:pt>
                <c:pt idx="44">
                  <c:v>0.017671778</c:v>
                </c:pt>
                <c:pt idx="45">
                  <c:v>0.017996288</c:v>
                </c:pt>
                <c:pt idx="46">
                  <c:v>0.018616686</c:v>
                </c:pt>
                <c:pt idx="47">
                  <c:v>0.021018165</c:v>
                </c:pt>
                <c:pt idx="48">
                  <c:v>0.021609769</c:v>
                </c:pt>
                <c:pt idx="49">
                  <c:v>0.022257404</c:v>
                </c:pt>
                <c:pt idx="50">
                  <c:v>0.022575757</c:v>
                </c:pt>
                <c:pt idx="51">
                  <c:v>0.023138111</c:v>
                </c:pt>
                <c:pt idx="52">
                  <c:v>0.024027944</c:v>
                </c:pt>
                <c:pt idx="53">
                  <c:v>0.024669394</c:v>
                </c:pt>
                <c:pt idx="54">
                  <c:v>0.025146204</c:v>
                </c:pt>
                <c:pt idx="55">
                  <c:v>0.029418014</c:v>
                </c:pt>
                <c:pt idx="56">
                  <c:v>0.030428627</c:v>
                </c:pt>
                <c:pt idx="57">
                  <c:v>0.032736337</c:v>
                </c:pt>
                <c:pt idx="58">
                  <c:v>0.037486085</c:v>
                </c:pt>
                <c:pt idx="59">
                  <c:v>0.038273077</c:v>
                </c:pt>
                <c:pt idx="60">
                  <c:v>0.03984174</c:v>
                </c:pt>
                <c:pt idx="61">
                  <c:v>0.040542784</c:v>
                </c:pt>
                <c:pt idx="62">
                  <c:v>0.042985576</c:v>
                </c:pt>
                <c:pt idx="63">
                  <c:v>0.044453967</c:v>
                </c:pt>
                <c:pt idx="64">
                  <c:v>0.046780058</c:v>
                </c:pt>
                <c:pt idx="65">
                  <c:v>0.049687364</c:v>
                </c:pt>
                <c:pt idx="66">
                  <c:v>0.050134985</c:v>
                </c:pt>
                <c:pt idx="67">
                  <c:v>0.050636811</c:v>
                </c:pt>
                <c:pt idx="68">
                  <c:v>0.05167791</c:v>
                </c:pt>
                <c:pt idx="69">
                  <c:v>0.053022845</c:v>
                </c:pt>
                <c:pt idx="70">
                  <c:v>0.054918347</c:v>
                </c:pt>
                <c:pt idx="71">
                  <c:v>0.062443284</c:v>
                </c:pt>
                <c:pt idx="72">
                  <c:v>0.06888325</c:v>
                </c:pt>
                <c:pt idx="73">
                  <c:v>0.069121852</c:v>
                </c:pt>
                <c:pt idx="74">
                  <c:v>0.070826432</c:v>
                </c:pt>
                <c:pt idx="75">
                  <c:v>0.071970246</c:v>
                </c:pt>
                <c:pt idx="76">
                  <c:v>0.072357824</c:v>
                </c:pt>
                <c:pt idx="77">
                  <c:v>0.083792086</c:v>
                </c:pt>
                <c:pt idx="78">
                  <c:v>0.119789561</c:v>
                </c:pt>
                <c:pt idx="79">
                  <c:v>0.126276279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0.005821675551366652</c:v>
                </c:pt>
                <c:pt idx="1">
                  <c:v>0.00798361809653821</c:v>
                </c:pt>
                <c:pt idx="2">
                  <c:v>0.007010338457516484</c:v>
                </c:pt>
                <c:pt idx="3">
                  <c:v>0.01100606617475691</c:v>
                </c:pt>
                <c:pt idx="4">
                  <c:v>0.00966346400798293</c:v>
                </c:pt>
                <c:pt idx="5">
                  <c:v>0.006169337649205322</c:v>
                </c:pt>
                <c:pt idx="6">
                  <c:v>0.01260048900620077</c:v>
                </c:pt>
                <c:pt idx="7">
                  <c:v>0.008775970413523529</c:v>
                </c:pt>
                <c:pt idx="8">
                  <c:v>0.013215392200036188</c:v>
                </c:pt>
                <c:pt idx="9">
                  <c:v>0.008826926690181869</c:v>
                </c:pt>
                <c:pt idx="10">
                  <c:v>0.008455285666268547</c:v>
                </c:pt>
                <c:pt idx="11">
                  <c:v>0.010978927548658424</c:v>
                </c:pt>
                <c:pt idx="12">
                  <c:v>0.00706461514329668</c:v>
                </c:pt>
                <c:pt idx="13">
                  <c:v>0.009407003849337344</c:v>
                </c:pt>
                <c:pt idx="14">
                  <c:v>0.011091798802753343</c:v>
                </c:pt>
                <c:pt idx="15">
                  <c:v>0.008054929067503033</c:v>
                </c:pt>
                <c:pt idx="16">
                  <c:v>0.011937450856352448</c:v>
                </c:pt>
                <c:pt idx="17">
                  <c:v>0.013602346601819703</c:v>
                </c:pt>
                <c:pt idx="18">
                  <c:v>0.010712909651995724</c:v>
                </c:pt>
                <c:pt idx="19">
                  <c:v>0.013684642526251269</c:v>
                </c:pt>
                <c:pt idx="20">
                  <c:v>0.01619093157038077</c:v>
                </c:pt>
                <c:pt idx="21">
                  <c:v>0.01009346161210951</c:v>
                </c:pt>
                <c:pt idx="22">
                  <c:v>0.00868366883465629</c:v>
                </c:pt>
                <c:pt idx="23">
                  <c:v>0.013750046711096564</c:v>
                </c:pt>
                <c:pt idx="24">
                  <c:v>0.0113023255618654</c:v>
                </c:pt>
                <c:pt idx="25">
                  <c:v>0.01109669182342679</c:v>
                </c:pt>
                <c:pt idx="26">
                  <c:v>0.008839370471592039</c:v>
                </c:pt>
                <c:pt idx="27">
                  <c:v>0.011762076685365132</c:v>
                </c:pt>
                <c:pt idx="28">
                  <c:v>0.013163369395452054</c:v>
                </c:pt>
                <c:pt idx="29">
                  <c:v>0.014475050063676402</c:v>
                </c:pt>
                <c:pt idx="30">
                  <c:v>0.010180483750433438</c:v>
                </c:pt>
                <c:pt idx="31">
                  <c:v>0.01141595654150503</c:v>
                </c:pt>
                <c:pt idx="32">
                  <c:v>0.01584692024654407</c:v>
                </c:pt>
                <c:pt idx="33">
                  <c:v>0.008321787962496573</c:v>
                </c:pt>
                <c:pt idx="34">
                  <c:v>0.0071006696988094795</c:v>
                </c:pt>
                <c:pt idx="35">
                  <c:v>0.010080897096426154</c:v>
                </c:pt>
                <c:pt idx="36">
                  <c:v>0.012750774606736341</c:v>
                </c:pt>
                <c:pt idx="37">
                  <c:v>0.008810875699972385</c:v>
                </c:pt>
                <c:pt idx="38">
                  <c:v>0.01468181505030486</c:v>
                </c:pt>
                <c:pt idx="39">
                  <c:v>0.013570462397571694</c:v>
                </c:pt>
                <c:pt idx="40">
                  <c:v>0.01630829642392135</c:v>
                </c:pt>
                <c:pt idx="41">
                  <c:v>0.016644661977291045</c:v>
                </c:pt>
                <c:pt idx="42">
                  <c:v>0.014870798854292435</c:v>
                </c:pt>
                <c:pt idx="43">
                  <c:v>0.016778185793976816</c:v>
                </c:pt>
                <c:pt idx="44">
                  <c:v>0.02094970007490904</c:v>
                </c:pt>
                <c:pt idx="45">
                  <c:v>0.012402043162547421</c:v>
                </c:pt>
                <c:pt idx="46">
                  <c:v>0.020959315374233185</c:v>
                </c:pt>
                <c:pt idx="47">
                  <c:v>0.019601564493858564</c:v>
                </c:pt>
                <c:pt idx="48">
                  <c:v>0.02031579897612345</c:v>
                </c:pt>
                <c:pt idx="49">
                  <c:v>0.021184807294900132</c:v>
                </c:pt>
                <c:pt idx="50">
                  <c:v>0.022188399622861447</c:v>
                </c:pt>
                <c:pt idx="51">
                  <c:v>0.02183066194188119</c:v>
                </c:pt>
                <c:pt idx="52">
                  <c:v>0.02374697145030387</c:v>
                </c:pt>
                <c:pt idx="53">
                  <c:v>0.020712762737214094</c:v>
                </c:pt>
                <c:pt idx="54">
                  <c:v>0.025288126348261965</c:v>
                </c:pt>
                <c:pt idx="55">
                  <c:v>0.027688928024930583</c:v>
                </c:pt>
                <c:pt idx="56">
                  <c:v>0.03339485048478812</c:v>
                </c:pt>
                <c:pt idx="57">
                  <c:v>0.04262300612013572</c:v>
                </c:pt>
                <c:pt idx="58">
                  <c:v>0.03836155684624135</c:v>
                </c:pt>
                <c:pt idx="59">
                  <c:v>0.0372476440597564</c:v>
                </c:pt>
                <c:pt idx="60">
                  <c:v>0.041454847530309244</c:v>
                </c:pt>
                <c:pt idx="61">
                  <c:v>0.03951113559262127</c:v>
                </c:pt>
                <c:pt idx="62">
                  <c:v>0.04298787712679308</c:v>
                </c:pt>
                <c:pt idx="63">
                  <c:v>0.04663720790941391</c:v>
                </c:pt>
                <c:pt idx="64">
                  <c:v>0.04299462796265152</c:v>
                </c:pt>
                <c:pt idx="65">
                  <c:v>0.04755870167990557</c:v>
                </c:pt>
                <c:pt idx="66">
                  <c:v>0.04911442766198343</c:v>
                </c:pt>
                <c:pt idx="67">
                  <c:v>0.061676916300121024</c:v>
                </c:pt>
                <c:pt idx="68">
                  <c:v>0.056221762531404734</c:v>
                </c:pt>
                <c:pt idx="69">
                  <c:v>0.05342264631947634</c:v>
                </c:pt>
                <c:pt idx="70">
                  <c:v>0.05548126981568416</c:v>
                </c:pt>
                <c:pt idx="71">
                  <c:v>0.06350321512948538</c:v>
                </c:pt>
                <c:pt idx="72">
                  <c:v>0.057725094605451395</c:v>
                </c:pt>
                <c:pt idx="73">
                  <c:v>0.07623468156040464</c:v>
                </c:pt>
                <c:pt idx="74">
                  <c:v>0.07044991183447175</c:v>
                </c:pt>
                <c:pt idx="75">
                  <c:v>0.07152604197974843</c:v>
                </c:pt>
                <c:pt idx="76">
                  <c:v>0.07611723062294382</c:v>
                </c:pt>
                <c:pt idx="77">
                  <c:v>0.08801801274624063</c:v>
                </c:pt>
                <c:pt idx="78">
                  <c:v>0.12074728638489436</c:v>
                </c:pt>
                <c:pt idx="79">
                  <c:v>0.11111050063279748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0.005568505</c:v>
                </c:pt>
                <c:pt idx="1">
                  <c:v>0.005925801</c:v>
                </c:pt>
                <c:pt idx="2">
                  <c:v>0.007112878</c:v>
                </c:pt>
                <c:pt idx="3">
                  <c:v>0.007549102</c:v>
                </c:pt>
                <c:pt idx="4">
                  <c:v>0.007831943</c:v>
                </c:pt>
                <c:pt idx="5">
                  <c:v>0.007942743</c:v>
                </c:pt>
                <c:pt idx="6">
                  <c:v>0.00806561</c:v>
                </c:pt>
                <c:pt idx="7">
                  <c:v>0.008270759</c:v>
                </c:pt>
                <c:pt idx="8">
                  <c:v>0.008388427</c:v>
                </c:pt>
                <c:pt idx="9">
                  <c:v>0.008601173</c:v>
                </c:pt>
                <c:pt idx="10">
                  <c:v>0.008782279</c:v>
                </c:pt>
                <c:pt idx="11">
                  <c:v>0.009127144</c:v>
                </c:pt>
                <c:pt idx="12">
                  <c:v>0.00917502</c:v>
                </c:pt>
                <c:pt idx="13">
                  <c:v>0.009304805</c:v>
                </c:pt>
                <c:pt idx="14">
                  <c:v>0.009522164</c:v>
                </c:pt>
                <c:pt idx="15">
                  <c:v>0.009604771</c:v>
                </c:pt>
                <c:pt idx="16">
                  <c:v>0.009743069</c:v>
                </c:pt>
                <c:pt idx="17">
                  <c:v>0.009764347</c:v>
                </c:pt>
                <c:pt idx="18">
                  <c:v>0.009810392</c:v>
                </c:pt>
                <c:pt idx="19">
                  <c:v>0.010067082</c:v>
                </c:pt>
                <c:pt idx="20">
                  <c:v>0.010091195</c:v>
                </c:pt>
                <c:pt idx="21">
                  <c:v>0.010919271</c:v>
                </c:pt>
                <c:pt idx="22">
                  <c:v>0.010995623</c:v>
                </c:pt>
                <c:pt idx="23">
                  <c:v>0.011176608</c:v>
                </c:pt>
                <c:pt idx="24">
                  <c:v>0.011284976</c:v>
                </c:pt>
                <c:pt idx="25">
                  <c:v>0.011550345</c:v>
                </c:pt>
                <c:pt idx="26">
                  <c:v>0.01232387</c:v>
                </c:pt>
                <c:pt idx="27">
                  <c:v>0.012465981</c:v>
                </c:pt>
                <c:pt idx="28">
                  <c:v>0.012839193</c:v>
                </c:pt>
                <c:pt idx="29">
                  <c:v>0.013253761</c:v>
                </c:pt>
                <c:pt idx="30">
                  <c:v>0.013418301</c:v>
                </c:pt>
                <c:pt idx="31">
                  <c:v>0.013434057</c:v>
                </c:pt>
                <c:pt idx="32">
                  <c:v>0.013439613</c:v>
                </c:pt>
                <c:pt idx="33">
                  <c:v>0.013520101</c:v>
                </c:pt>
                <c:pt idx="34">
                  <c:v>0.013609889</c:v>
                </c:pt>
                <c:pt idx="35">
                  <c:v>0.013968956</c:v>
                </c:pt>
                <c:pt idx="36">
                  <c:v>0.014315877</c:v>
                </c:pt>
                <c:pt idx="37">
                  <c:v>0.015833021</c:v>
                </c:pt>
                <c:pt idx="38">
                  <c:v>0.016282621</c:v>
                </c:pt>
                <c:pt idx="39">
                  <c:v>0.016375626</c:v>
                </c:pt>
                <c:pt idx="40">
                  <c:v>0.01695344</c:v>
                </c:pt>
                <c:pt idx="41">
                  <c:v>0.016960853</c:v>
                </c:pt>
                <c:pt idx="42">
                  <c:v>0.017042008</c:v>
                </c:pt>
                <c:pt idx="43">
                  <c:v>0.017641687</c:v>
                </c:pt>
                <c:pt idx="44">
                  <c:v>0.017671778</c:v>
                </c:pt>
                <c:pt idx="45">
                  <c:v>0.017996288</c:v>
                </c:pt>
                <c:pt idx="46">
                  <c:v>0.018616686</c:v>
                </c:pt>
                <c:pt idx="47">
                  <c:v>0.021018165</c:v>
                </c:pt>
                <c:pt idx="48">
                  <c:v>0.021609769</c:v>
                </c:pt>
                <c:pt idx="49">
                  <c:v>0.022257404</c:v>
                </c:pt>
                <c:pt idx="50">
                  <c:v>0.022575757</c:v>
                </c:pt>
                <c:pt idx="51">
                  <c:v>0.023138111</c:v>
                </c:pt>
                <c:pt idx="52">
                  <c:v>0.024027944</c:v>
                </c:pt>
                <c:pt idx="53">
                  <c:v>0.024669394</c:v>
                </c:pt>
                <c:pt idx="54">
                  <c:v>0.025146204</c:v>
                </c:pt>
                <c:pt idx="55">
                  <c:v>0.029418014</c:v>
                </c:pt>
                <c:pt idx="56">
                  <c:v>0.030428627</c:v>
                </c:pt>
                <c:pt idx="57">
                  <c:v>0.032736337</c:v>
                </c:pt>
                <c:pt idx="58">
                  <c:v>0.037486085</c:v>
                </c:pt>
                <c:pt idx="59">
                  <c:v>0.038273077</c:v>
                </c:pt>
                <c:pt idx="60">
                  <c:v>0.03984174</c:v>
                </c:pt>
                <c:pt idx="61">
                  <c:v>0.040542784</c:v>
                </c:pt>
                <c:pt idx="62">
                  <c:v>0.042985576</c:v>
                </c:pt>
                <c:pt idx="63">
                  <c:v>0.044453967</c:v>
                </c:pt>
                <c:pt idx="64">
                  <c:v>0.046780058</c:v>
                </c:pt>
                <c:pt idx="65">
                  <c:v>0.049687364</c:v>
                </c:pt>
                <c:pt idx="66">
                  <c:v>0.050134985</c:v>
                </c:pt>
                <c:pt idx="67">
                  <c:v>0.050636811</c:v>
                </c:pt>
                <c:pt idx="68">
                  <c:v>0.05167791</c:v>
                </c:pt>
                <c:pt idx="69">
                  <c:v>0.053022845</c:v>
                </c:pt>
                <c:pt idx="70">
                  <c:v>0.054918347</c:v>
                </c:pt>
                <c:pt idx="71">
                  <c:v>0.062443284</c:v>
                </c:pt>
                <c:pt idx="72">
                  <c:v>0.06888325</c:v>
                </c:pt>
                <c:pt idx="73">
                  <c:v>0.069121852</c:v>
                </c:pt>
                <c:pt idx="74">
                  <c:v>0.070826432</c:v>
                </c:pt>
                <c:pt idx="75">
                  <c:v>0.071970246</c:v>
                </c:pt>
                <c:pt idx="76">
                  <c:v>0.072357824</c:v>
                </c:pt>
                <c:pt idx="77">
                  <c:v>0.083792086</c:v>
                </c:pt>
                <c:pt idx="78">
                  <c:v>0.119789561</c:v>
                </c:pt>
                <c:pt idx="79">
                  <c:v>0.126276279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0.005568505</c:v>
                </c:pt>
                <c:pt idx="1">
                  <c:v>0.005925801</c:v>
                </c:pt>
                <c:pt idx="2">
                  <c:v>0.007112878</c:v>
                </c:pt>
                <c:pt idx="3">
                  <c:v>0.007549102</c:v>
                </c:pt>
                <c:pt idx="4">
                  <c:v>0.007831943</c:v>
                </c:pt>
                <c:pt idx="5">
                  <c:v>0.007942743</c:v>
                </c:pt>
                <c:pt idx="6">
                  <c:v>0.00806561</c:v>
                </c:pt>
                <c:pt idx="7">
                  <c:v>0.008270759</c:v>
                </c:pt>
                <c:pt idx="8">
                  <c:v>0.008388427</c:v>
                </c:pt>
                <c:pt idx="9">
                  <c:v>0.008601173</c:v>
                </c:pt>
                <c:pt idx="10">
                  <c:v>0.008782279</c:v>
                </c:pt>
                <c:pt idx="11">
                  <c:v>0.009127144</c:v>
                </c:pt>
                <c:pt idx="12">
                  <c:v>0.00917502</c:v>
                </c:pt>
                <c:pt idx="13">
                  <c:v>0.009304805</c:v>
                </c:pt>
                <c:pt idx="14">
                  <c:v>0.009522164</c:v>
                </c:pt>
                <c:pt idx="15">
                  <c:v>0.009604771</c:v>
                </c:pt>
                <c:pt idx="16">
                  <c:v>0.009743069</c:v>
                </c:pt>
                <c:pt idx="17">
                  <c:v>0.009764347</c:v>
                </c:pt>
                <c:pt idx="18">
                  <c:v>0.009810392</c:v>
                </c:pt>
                <c:pt idx="19">
                  <c:v>0.010067082</c:v>
                </c:pt>
                <c:pt idx="20">
                  <c:v>0.010091195</c:v>
                </c:pt>
                <c:pt idx="21">
                  <c:v>0.010919271</c:v>
                </c:pt>
                <c:pt idx="22">
                  <c:v>0.010995623</c:v>
                </c:pt>
                <c:pt idx="23">
                  <c:v>0.011176608</c:v>
                </c:pt>
                <c:pt idx="24">
                  <c:v>0.011284976</c:v>
                </c:pt>
                <c:pt idx="25">
                  <c:v>0.011550345</c:v>
                </c:pt>
                <c:pt idx="26">
                  <c:v>0.01232387</c:v>
                </c:pt>
                <c:pt idx="27">
                  <c:v>0.012465981</c:v>
                </c:pt>
                <c:pt idx="28">
                  <c:v>0.012839193</c:v>
                </c:pt>
                <c:pt idx="29">
                  <c:v>0.013253761</c:v>
                </c:pt>
                <c:pt idx="30">
                  <c:v>0.013418301</c:v>
                </c:pt>
                <c:pt idx="31">
                  <c:v>0.013434057</c:v>
                </c:pt>
                <c:pt idx="32">
                  <c:v>0.013439613</c:v>
                </c:pt>
                <c:pt idx="33">
                  <c:v>0.013520101</c:v>
                </c:pt>
                <c:pt idx="34">
                  <c:v>0.013609889</c:v>
                </c:pt>
                <c:pt idx="35">
                  <c:v>0.013968956</c:v>
                </c:pt>
                <c:pt idx="36">
                  <c:v>0.014315877</c:v>
                </c:pt>
                <c:pt idx="37">
                  <c:v>0.015833021</c:v>
                </c:pt>
                <c:pt idx="38">
                  <c:v>0.016282621</c:v>
                </c:pt>
                <c:pt idx="39">
                  <c:v>0.016375626</c:v>
                </c:pt>
                <c:pt idx="40">
                  <c:v>0.01695344</c:v>
                </c:pt>
                <c:pt idx="41">
                  <c:v>0.016960853</c:v>
                </c:pt>
                <c:pt idx="42">
                  <c:v>0.017042008</c:v>
                </c:pt>
                <c:pt idx="43">
                  <c:v>0.017641687</c:v>
                </c:pt>
                <c:pt idx="44">
                  <c:v>0.017671778</c:v>
                </c:pt>
                <c:pt idx="45">
                  <c:v>0.017996288</c:v>
                </c:pt>
                <c:pt idx="46">
                  <c:v>0.018616686</c:v>
                </c:pt>
                <c:pt idx="47">
                  <c:v>0.021018165</c:v>
                </c:pt>
                <c:pt idx="48">
                  <c:v>0.021609769</c:v>
                </c:pt>
                <c:pt idx="49">
                  <c:v>0.022257404</c:v>
                </c:pt>
                <c:pt idx="50">
                  <c:v>0.022575757</c:v>
                </c:pt>
                <c:pt idx="51">
                  <c:v>0.023138111</c:v>
                </c:pt>
                <c:pt idx="52">
                  <c:v>0.024027944</c:v>
                </c:pt>
                <c:pt idx="53">
                  <c:v>0.024669394</c:v>
                </c:pt>
                <c:pt idx="54">
                  <c:v>0.025146204</c:v>
                </c:pt>
                <c:pt idx="55">
                  <c:v>0.029418014</c:v>
                </c:pt>
                <c:pt idx="56">
                  <c:v>0.030428627</c:v>
                </c:pt>
                <c:pt idx="57">
                  <c:v>0.032736337</c:v>
                </c:pt>
                <c:pt idx="58">
                  <c:v>0.037486085</c:v>
                </c:pt>
                <c:pt idx="59">
                  <c:v>0.038273077</c:v>
                </c:pt>
                <c:pt idx="60">
                  <c:v>0.03984174</c:v>
                </c:pt>
                <c:pt idx="61">
                  <c:v>0.040542784</c:v>
                </c:pt>
                <c:pt idx="62">
                  <c:v>0.042985576</c:v>
                </c:pt>
                <c:pt idx="63">
                  <c:v>0.044453967</c:v>
                </c:pt>
                <c:pt idx="64">
                  <c:v>0.046780058</c:v>
                </c:pt>
                <c:pt idx="65">
                  <c:v>0.049687364</c:v>
                </c:pt>
                <c:pt idx="66">
                  <c:v>0.050134985</c:v>
                </c:pt>
                <c:pt idx="67">
                  <c:v>0.050636811</c:v>
                </c:pt>
                <c:pt idx="68">
                  <c:v>0.05167791</c:v>
                </c:pt>
                <c:pt idx="69">
                  <c:v>0.053022845</c:v>
                </c:pt>
                <c:pt idx="70">
                  <c:v>0.054918347</c:v>
                </c:pt>
                <c:pt idx="71">
                  <c:v>0.062443284</c:v>
                </c:pt>
                <c:pt idx="72">
                  <c:v>0.06888325</c:v>
                </c:pt>
                <c:pt idx="73">
                  <c:v>0.069121852</c:v>
                </c:pt>
                <c:pt idx="74">
                  <c:v>0.070826432</c:v>
                </c:pt>
                <c:pt idx="75">
                  <c:v>0.071970246</c:v>
                </c:pt>
                <c:pt idx="76">
                  <c:v>0.072357824</c:v>
                </c:pt>
                <c:pt idx="77">
                  <c:v>0.083792086</c:v>
                </c:pt>
                <c:pt idx="78">
                  <c:v>0.119789561</c:v>
                </c:pt>
                <c:pt idx="79">
                  <c:v>0.126276279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14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.0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autoZero"/>
        <c:auto val="1"/>
        <c:lblAlgn val="ctr"/>
        <c:noMultiLvlLbl val="1"/>
        <c:majorUnit val="0.04"/>
      </c:valAx>
      <c:valAx>
        <c:axId val="2094734552"/>
        <c:scaling>
          <c:orientation val="minMax"/>
          <c:max val="0.14"/>
          <c:min val="0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0"/>
        <c:crossBetween val="midCat"/>
        <c:majorUnit val="0.0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0090B0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0090B0"/>
              </a:solidFill>
              <a:ln w="9525" cap="flat">
                <a:solidFill>
                  <a:srgbClr val="0090B0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0.002086048</c:v>
                </c:pt>
                <c:pt idx="1">
                  <c:v>0.002277239</c:v>
                </c:pt>
                <c:pt idx="2">
                  <c:v>0.002356456</c:v>
                </c:pt>
                <c:pt idx="3">
                  <c:v>0.002412828</c:v>
                </c:pt>
                <c:pt idx="4">
                  <c:v>0.002502999</c:v>
                </c:pt>
                <c:pt idx="5">
                  <c:v>0.002593537</c:v>
                </c:pt>
                <c:pt idx="6">
                  <c:v>0.002603317</c:v>
                </c:pt>
                <c:pt idx="7">
                  <c:v>0.002933632</c:v>
                </c:pt>
                <c:pt idx="8">
                  <c:v>0.003215548</c:v>
                </c:pt>
                <c:pt idx="9">
                  <c:v>0.003287937</c:v>
                </c:pt>
                <c:pt idx="10">
                  <c:v>0.003292869</c:v>
                </c:pt>
                <c:pt idx="11">
                  <c:v>0.003292968</c:v>
                </c:pt>
                <c:pt idx="12">
                  <c:v>0.003525045</c:v>
                </c:pt>
                <c:pt idx="13">
                  <c:v>0.003779495</c:v>
                </c:pt>
                <c:pt idx="14">
                  <c:v>0.003961715</c:v>
                </c:pt>
                <c:pt idx="15">
                  <c:v>0.003972279</c:v>
                </c:pt>
                <c:pt idx="16">
                  <c:v>0.004002817</c:v>
                </c:pt>
                <c:pt idx="17">
                  <c:v>0.004148323</c:v>
                </c:pt>
                <c:pt idx="18">
                  <c:v>0.004179593</c:v>
                </c:pt>
                <c:pt idx="19">
                  <c:v>0.00422012</c:v>
                </c:pt>
                <c:pt idx="20">
                  <c:v>0.00422961</c:v>
                </c:pt>
                <c:pt idx="21">
                  <c:v>0.004238379</c:v>
                </c:pt>
                <c:pt idx="22">
                  <c:v>0.004335112</c:v>
                </c:pt>
                <c:pt idx="23">
                  <c:v>0.004339508</c:v>
                </c:pt>
                <c:pt idx="24">
                  <c:v>0.004343244</c:v>
                </c:pt>
                <c:pt idx="25">
                  <c:v>0.004350372</c:v>
                </c:pt>
                <c:pt idx="26">
                  <c:v>0.004483284</c:v>
                </c:pt>
                <c:pt idx="27">
                  <c:v>0.004710575</c:v>
                </c:pt>
                <c:pt idx="28">
                  <c:v>0.004749843</c:v>
                </c:pt>
                <c:pt idx="29">
                  <c:v>0.004981335</c:v>
                </c:pt>
                <c:pt idx="30">
                  <c:v>0.005056663</c:v>
                </c:pt>
                <c:pt idx="31">
                  <c:v>0.005198242</c:v>
                </c:pt>
                <c:pt idx="32">
                  <c:v>0.005215538</c:v>
                </c:pt>
                <c:pt idx="33">
                  <c:v>0.005220103</c:v>
                </c:pt>
                <c:pt idx="34">
                  <c:v>0.005303539</c:v>
                </c:pt>
                <c:pt idx="35">
                  <c:v>0.005358879</c:v>
                </c:pt>
                <c:pt idx="36">
                  <c:v>0.005412519</c:v>
                </c:pt>
                <c:pt idx="37">
                  <c:v>0.005665942</c:v>
                </c:pt>
                <c:pt idx="38">
                  <c:v>0.005964852</c:v>
                </c:pt>
                <c:pt idx="39">
                  <c:v>0.006026822</c:v>
                </c:pt>
                <c:pt idx="40">
                  <c:v>0.006485073</c:v>
                </c:pt>
                <c:pt idx="41">
                  <c:v>0.006539585</c:v>
                </c:pt>
                <c:pt idx="42">
                  <c:v>0.007104033</c:v>
                </c:pt>
                <c:pt idx="43">
                  <c:v>0.007257246</c:v>
                </c:pt>
                <c:pt idx="44">
                  <c:v>0.007291489</c:v>
                </c:pt>
                <c:pt idx="45">
                  <c:v>0.007337024</c:v>
                </c:pt>
                <c:pt idx="46">
                  <c:v>0.007521457</c:v>
                </c:pt>
                <c:pt idx="47">
                  <c:v>0.007970302</c:v>
                </c:pt>
                <c:pt idx="48">
                  <c:v>0.008023349</c:v>
                </c:pt>
                <c:pt idx="49">
                  <c:v>0.008269322</c:v>
                </c:pt>
                <c:pt idx="50">
                  <c:v>0.008310101</c:v>
                </c:pt>
                <c:pt idx="51">
                  <c:v>0.00853189</c:v>
                </c:pt>
                <c:pt idx="52">
                  <c:v>0.008743812</c:v>
                </c:pt>
                <c:pt idx="53">
                  <c:v>0.008902394</c:v>
                </c:pt>
                <c:pt idx="54">
                  <c:v>0.009575514</c:v>
                </c:pt>
                <c:pt idx="55">
                  <c:v>0.010804561</c:v>
                </c:pt>
                <c:pt idx="56">
                  <c:v>0.011068457</c:v>
                </c:pt>
                <c:pt idx="57">
                  <c:v>0.011098002</c:v>
                </c:pt>
                <c:pt idx="58">
                  <c:v>0.012898218</c:v>
                </c:pt>
                <c:pt idx="59">
                  <c:v>0.013974903</c:v>
                </c:pt>
                <c:pt idx="60">
                  <c:v>0.01411384</c:v>
                </c:pt>
                <c:pt idx="61">
                  <c:v>0.0156133</c:v>
                </c:pt>
                <c:pt idx="62">
                  <c:v>0.015613472</c:v>
                </c:pt>
                <c:pt idx="63">
                  <c:v>0.016705871</c:v>
                </c:pt>
                <c:pt idx="64">
                  <c:v>0.016708016</c:v>
                </c:pt>
                <c:pt idx="65">
                  <c:v>0.017276923</c:v>
                </c:pt>
                <c:pt idx="66">
                  <c:v>0.017464871</c:v>
                </c:pt>
                <c:pt idx="67">
                  <c:v>0.017895761</c:v>
                </c:pt>
                <c:pt idx="68">
                  <c:v>0.018316898</c:v>
                </c:pt>
                <c:pt idx="69">
                  <c:v>0.019969964</c:v>
                </c:pt>
                <c:pt idx="70">
                  <c:v>0.020040481</c:v>
                </c:pt>
                <c:pt idx="71">
                  <c:v>0.020512937</c:v>
                </c:pt>
                <c:pt idx="72">
                  <c:v>0.024902271</c:v>
                </c:pt>
                <c:pt idx="73">
                  <c:v>0.028511266</c:v>
                </c:pt>
                <c:pt idx="74">
                  <c:v>0.034854991</c:v>
                </c:pt>
                <c:pt idx="75">
                  <c:v>0.036621141</c:v>
                </c:pt>
                <c:pt idx="76">
                  <c:v>0.038068394</c:v>
                </c:pt>
                <c:pt idx="77">
                  <c:v>0.038462455</c:v>
                </c:pt>
                <c:pt idx="78">
                  <c:v>0.038940642</c:v>
                </c:pt>
                <c:pt idx="79">
                  <c:v>0.043799329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-0.0010968086286532938</c:v>
                </c:pt>
                <c:pt idx="1">
                  <c:v>0.004037877235654433</c:v>
                </c:pt>
                <c:pt idx="2">
                  <c:v>0.0024444730610352784</c:v>
                </c:pt>
                <c:pt idx="3">
                  <c:v>0.0018261055926934722</c:v>
                </c:pt>
                <c:pt idx="4">
                  <c:v>0.0023285026347899754</c:v>
                </c:pt>
                <c:pt idx="5">
                  <c:v>0.0030005486938416495</c:v>
                </c:pt>
                <c:pt idx="6">
                  <c:v>0.002166246220197175</c:v>
                </c:pt>
                <c:pt idx="7">
                  <c:v>0.008121233187767144</c:v>
                </c:pt>
                <c:pt idx="8">
                  <c:v>0.0026188324391928225</c:v>
                </c:pt>
                <c:pt idx="9">
                  <c:v>0.005116593709810175</c:v>
                </c:pt>
                <c:pt idx="10">
                  <c:v>0.005569574975944156</c:v>
                </c:pt>
                <c:pt idx="11">
                  <c:v>0.0034144450130798587</c:v>
                </c:pt>
                <c:pt idx="12">
                  <c:v>0.0026037915192728828</c:v>
                </c:pt>
                <c:pt idx="13">
                  <c:v>0.0032362756295503843</c:v>
                </c:pt>
                <c:pt idx="14">
                  <c:v>0.004252737969883313</c:v>
                </c:pt>
                <c:pt idx="15">
                  <c:v>0.007629190653921287</c:v>
                </c:pt>
                <c:pt idx="16">
                  <c:v>0.003371327025803371</c:v>
                </c:pt>
                <c:pt idx="17">
                  <c:v>0.0034883777454680328</c:v>
                </c:pt>
                <c:pt idx="18">
                  <c:v>0.007000497393455858</c:v>
                </c:pt>
                <c:pt idx="19">
                  <c:v>0.005272800288852672</c:v>
                </c:pt>
                <c:pt idx="20">
                  <c:v>0.00607601204142906</c:v>
                </c:pt>
                <c:pt idx="21">
                  <c:v>0.004469490100569094</c:v>
                </c:pt>
                <c:pt idx="22">
                  <c:v>0.0022873270413510897</c:v>
                </c:pt>
                <c:pt idx="23">
                  <c:v>0.005114553439156821</c:v>
                </c:pt>
                <c:pt idx="24">
                  <c:v>0.005152763451328096</c:v>
                </c:pt>
                <c:pt idx="25">
                  <c:v>0.006352714327433774</c:v>
                </c:pt>
                <c:pt idx="26">
                  <c:v>0.005560837080898419</c:v>
                </c:pt>
                <c:pt idx="27">
                  <c:v>0.005551956970154803</c:v>
                </c:pt>
                <c:pt idx="28">
                  <c:v>0.005548512090116653</c:v>
                </c:pt>
                <c:pt idx="29">
                  <c:v>0.010504784306773709</c:v>
                </c:pt>
                <c:pt idx="30">
                  <c:v>0.003320140453322778</c:v>
                </c:pt>
                <c:pt idx="31">
                  <c:v>0.0077493491429298355</c:v>
                </c:pt>
                <c:pt idx="32">
                  <c:v>0.004993190578298395</c:v>
                </c:pt>
                <c:pt idx="33">
                  <c:v>0.005883795643202281</c:v>
                </c:pt>
                <c:pt idx="34">
                  <c:v>0.0072241913474834114</c:v>
                </c:pt>
                <c:pt idx="35">
                  <c:v>0.0014514951677451083</c:v>
                </c:pt>
                <c:pt idx="36">
                  <c:v>0.002904729275218206</c:v>
                </c:pt>
                <c:pt idx="37">
                  <c:v>0.00119352622491262</c:v>
                </c:pt>
                <c:pt idx="38">
                  <c:v>0.00883315929472898</c:v>
                </c:pt>
                <c:pt idx="39">
                  <c:v>0.005628535960504287</c:v>
                </c:pt>
                <c:pt idx="40">
                  <c:v>0.003135128490234047</c:v>
                </c:pt>
                <c:pt idx="41">
                  <c:v>0.00586860993539002</c:v>
                </c:pt>
                <c:pt idx="42">
                  <c:v>0.004169520100981955</c:v>
                </c:pt>
                <c:pt idx="43">
                  <c:v>0.002858816153884278</c:v>
                </c:pt>
                <c:pt idx="44">
                  <c:v>0.008844038208168948</c:v>
                </c:pt>
                <c:pt idx="45">
                  <c:v>0.00863149322523295</c:v>
                </c:pt>
                <c:pt idx="46">
                  <c:v>0.005640133138887485</c:v>
                </c:pt>
                <c:pt idx="47">
                  <c:v>0.0076915856434407</c:v>
                </c:pt>
                <c:pt idx="48">
                  <c:v>0.006430695604114747</c:v>
                </c:pt>
                <c:pt idx="49">
                  <c:v>0.0055615613425484154</c:v>
                </c:pt>
                <c:pt idx="50">
                  <c:v>0.004227395922036927</c:v>
                </c:pt>
                <c:pt idx="51">
                  <c:v>0.0018529951042520424</c:v>
                </c:pt>
                <c:pt idx="52">
                  <c:v>0.007070020677482166</c:v>
                </c:pt>
                <c:pt idx="53">
                  <c:v>0.00838670386678912</c:v>
                </c:pt>
                <c:pt idx="54">
                  <c:v>0.005115492639188929</c:v>
                </c:pt>
                <c:pt idx="55">
                  <c:v>0.014563665295078753</c:v>
                </c:pt>
                <c:pt idx="56">
                  <c:v>0.012583419081533397</c:v>
                </c:pt>
                <c:pt idx="57">
                  <c:v>0.011441981242311808</c:v>
                </c:pt>
                <c:pt idx="58">
                  <c:v>0.01853388377690132</c:v>
                </c:pt>
                <c:pt idx="59">
                  <c:v>0.009086996387373605</c:v>
                </c:pt>
                <c:pt idx="60">
                  <c:v>0.01094583940002685</c:v>
                </c:pt>
                <c:pt idx="61">
                  <c:v>0.018059248734558737</c:v>
                </c:pt>
                <c:pt idx="62">
                  <c:v>0.009439417594612403</c:v>
                </c:pt>
                <c:pt idx="63">
                  <c:v>0.01869393961210468</c:v>
                </c:pt>
                <c:pt idx="64">
                  <c:v>0.017243719281081205</c:v>
                </c:pt>
                <c:pt idx="65">
                  <c:v>0.010292980596993023</c:v>
                </c:pt>
                <c:pt idx="66">
                  <c:v>0.02234764787227344</c:v>
                </c:pt>
                <c:pt idx="67">
                  <c:v>0.026102114852083372</c:v>
                </c:pt>
                <c:pt idx="68">
                  <c:v>0.021062718010504067</c:v>
                </c:pt>
                <c:pt idx="69">
                  <c:v>0.023501777206561714</c:v>
                </c:pt>
                <c:pt idx="70">
                  <c:v>0.019310945142631895</c:v>
                </c:pt>
                <c:pt idx="71">
                  <c:v>0.02147511218884536</c:v>
                </c:pt>
                <c:pt idx="72">
                  <c:v>0.02521528110403235</c:v>
                </c:pt>
                <c:pt idx="73">
                  <c:v>0.029959032222190346</c:v>
                </c:pt>
                <c:pt idx="74">
                  <c:v>0.02849465245915161</c:v>
                </c:pt>
                <c:pt idx="75">
                  <c:v>0.0360876404944777</c:v>
                </c:pt>
                <c:pt idx="76">
                  <c:v>0.04069579437243892</c:v>
                </c:pt>
                <c:pt idx="77">
                  <c:v>0.03294230004653619</c:v>
                </c:pt>
                <c:pt idx="78">
                  <c:v>0.03657489466579031</c:v>
                </c:pt>
                <c:pt idx="79">
                  <c:v>0.03284501999707445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0.002086048</c:v>
                </c:pt>
                <c:pt idx="1">
                  <c:v>0.002277239</c:v>
                </c:pt>
                <c:pt idx="2">
                  <c:v>0.002356456</c:v>
                </c:pt>
                <c:pt idx="3">
                  <c:v>0.002412828</c:v>
                </c:pt>
                <c:pt idx="4">
                  <c:v>0.002502999</c:v>
                </c:pt>
                <c:pt idx="5">
                  <c:v>0.002593537</c:v>
                </c:pt>
                <c:pt idx="6">
                  <c:v>0.002603317</c:v>
                </c:pt>
                <c:pt idx="7">
                  <c:v>0.002933632</c:v>
                </c:pt>
                <c:pt idx="8">
                  <c:v>0.003215548</c:v>
                </c:pt>
                <c:pt idx="9">
                  <c:v>0.003287937</c:v>
                </c:pt>
                <c:pt idx="10">
                  <c:v>0.003292869</c:v>
                </c:pt>
                <c:pt idx="11">
                  <c:v>0.003292968</c:v>
                </c:pt>
                <c:pt idx="12">
                  <c:v>0.003525045</c:v>
                </c:pt>
                <c:pt idx="13">
                  <c:v>0.003779495</c:v>
                </c:pt>
                <c:pt idx="14">
                  <c:v>0.003961715</c:v>
                </c:pt>
                <c:pt idx="15">
                  <c:v>0.003972279</c:v>
                </c:pt>
                <c:pt idx="16">
                  <c:v>0.004002817</c:v>
                </c:pt>
                <c:pt idx="17">
                  <c:v>0.004148323</c:v>
                </c:pt>
                <c:pt idx="18">
                  <c:v>0.004179593</c:v>
                </c:pt>
                <c:pt idx="19">
                  <c:v>0.00422012</c:v>
                </c:pt>
                <c:pt idx="20">
                  <c:v>0.00422961</c:v>
                </c:pt>
                <c:pt idx="21">
                  <c:v>0.004238379</c:v>
                </c:pt>
                <c:pt idx="22">
                  <c:v>0.004335112</c:v>
                </c:pt>
                <c:pt idx="23">
                  <c:v>0.004339508</c:v>
                </c:pt>
                <c:pt idx="24">
                  <c:v>0.004343244</c:v>
                </c:pt>
                <c:pt idx="25">
                  <c:v>0.004350372</c:v>
                </c:pt>
                <c:pt idx="26">
                  <c:v>0.004483284</c:v>
                </c:pt>
                <c:pt idx="27">
                  <c:v>0.004710575</c:v>
                </c:pt>
                <c:pt idx="28">
                  <c:v>0.004749843</c:v>
                </c:pt>
                <c:pt idx="29">
                  <c:v>0.004981335</c:v>
                </c:pt>
                <c:pt idx="30">
                  <c:v>0.005056663</c:v>
                </c:pt>
                <c:pt idx="31">
                  <c:v>0.005198242</c:v>
                </c:pt>
                <c:pt idx="32">
                  <c:v>0.005215538</c:v>
                </c:pt>
                <c:pt idx="33">
                  <c:v>0.005220103</c:v>
                </c:pt>
                <c:pt idx="34">
                  <c:v>0.005303539</c:v>
                </c:pt>
                <c:pt idx="35">
                  <c:v>0.005358879</c:v>
                </c:pt>
                <c:pt idx="36">
                  <c:v>0.005412519</c:v>
                </c:pt>
                <c:pt idx="37">
                  <c:v>0.005665942</c:v>
                </c:pt>
                <c:pt idx="38">
                  <c:v>0.005964852</c:v>
                </c:pt>
                <c:pt idx="39">
                  <c:v>0.006026822</c:v>
                </c:pt>
                <c:pt idx="40">
                  <c:v>0.006485073</c:v>
                </c:pt>
                <c:pt idx="41">
                  <c:v>0.006539585</c:v>
                </c:pt>
                <c:pt idx="42">
                  <c:v>0.007104033</c:v>
                </c:pt>
                <c:pt idx="43">
                  <c:v>0.007257246</c:v>
                </c:pt>
                <c:pt idx="44">
                  <c:v>0.007291489</c:v>
                </c:pt>
                <c:pt idx="45">
                  <c:v>0.007337024</c:v>
                </c:pt>
                <c:pt idx="46">
                  <c:v>0.007521457</c:v>
                </c:pt>
                <c:pt idx="47">
                  <c:v>0.007970302</c:v>
                </c:pt>
                <c:pt idx="48">
                  <c:v>0.008023349</c:v>
                </c:pt>
                <c:pt idx="49">
                  <c:v>0.008269322</c:v>
                </c:pt>
                <c:pt idx="50">
                  <c:v>0.008310101</c:v>
                </c:pt>
                <c:pt idx="51">
                  <c:v>0.00853189</c:v>
                </c:pt>
                <c:pt idx="52">
                  <c:v>0.008743812</c:v>
                </c:pt>
                <c:pt idx="53">
                  <c:v>0.008902394</c:v>
                </c:pt>
                <c:pt idx="54">
                  <c:v>0.009575514</c:v>
                </c:pt>
                <c:pt idx="55">
                  <c:v>0.010804561</c:v>
                </c:pt>
                <c:pt idx="56">
                  <c:v>0.011068457</c:v>
                </c:pt>
                <c:pt idx="57">
                  <c:v>0.011098002</c:v>
                </c:pt>
                <c:pt idx="58">
                  <c:v>0.012898218</c:v>
                </c:pt>
                <c:pt idx="59">
                  <c:v>0.013974903</c:v>
                </c:pt>
                <c:pt idx="60">
                  <c:v>0.01411384</c:v>
                </c:pt>
                <c:pt idx="61">
                  <c:v>0.0156133</c:v>
                </c:pt>
                <c:pt idx="62">
                  <c:v>0.015613472</c:v>
                </c:pt>
                <c:pt idx="63">
                  <c:v>0.016705871</c:v>
                </c:pt>
                <c:pt idx="64">
                  <c:v>0.016708016</c:v>
                </c:pt>
                <c:pt idx="65">
                  <c:v>0.017276923</c:v>
                </c:pt>
                <c:pt idx="66">
                  <c:v>0.017464871</c:v>
                </c:pt>
                <c:pt idx="67">
                  <c:v>0.017895761</c:v>
                </c:pt>
                <c:pt idx="68">
                  <c:v>0.018316898</c:v>
                </c:pt>
                <c:pt idx="69">
                  <c:v>0.019969964</c:v>
                </c:pt>
                <c:pt idx="70">
                  <c:v>0.020040481</c:v>
                </c:pt>
                <c:pt idx="71">
                  <c:v>0.020512937</c:v>
                </c:pt>
                <c:pt idx="72">
                  <c:v>0.024902271</c:v>
                </c:pt>
                <c:pt idx="73">
                  <c:v>0.028511266</c:v>
                </c:pt>
                <c:pt idx="74">
                  <c:v>0.034854991</c:v>
                </c:pt>
                <c:pt idx="75">
                  <c:v>0.036621141</c:v>
                </c:pt>
                <c:pt idx="76">
                  <c:v>0.038068394</c:v>
                </c:pt>
                <c:pt idx="77">
                  <c:v>0.038462455</c:v>
                </c:pt>
                <c:pt idx="78">
                  <c:v>0.038940642</c:v>
                </c:pt>
                <c:pt idx="79">
                  <c:v>0.043799329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0.002086048</c:v>
                </c:pt>
                <c:pt idx="1">
                  <c:v>0.002277239</c:v>
                </c:pt>
                <c:pt idx="2">
                  <c:v>0.002356456</c:v>
                </c:pt>
                <c:pt idx="3">
                  <c:v>0.002412828</c:v>
                </c:pt>
                <c:pt idx="4">
                  <c:v>0.002502999</c:v>
                </c:pt>
                <c:pt idx="5">
                  <c:v>0.002593537</c:v>
                </c:pt>
                <c:pt idx="6">
                  <c:v>0.002603317</c:v>
                </c:pt>
                <c:pt idx="7">
                  <c:v>0.002933632</c:v>
                </c:pt>
                <c:pt idx="8">
                  <c:v>0.003215548</c:v>
                </c:pt>
                <c:pt idx="9">
                  <c:v>0.003287937</c:v>
                </c:pt>
                <c:pt idx="10">
                  <c:v>0.003292869</c:v>
                </c:pt>
                <c:pt idx="11">
                  <c:v>0.003292968</c:v>
                </c:pt>
                <c:pt idx="12">
                  <c:v>0.003525045</c:v>
                </c:pt>
                <c:pt idx="13">
                  <c:v>0.003779495</c:v>
                </c:pt>
                <c:pt idx="14">
                  <c:v>0.003961715</c:v>
                </c:pt>
                <c:pt idx="15">
                  <c:v>0.003972279</c:v>
                </c:pt>
                <c:pt idx="16">
                  <c:v>0.004002817</c:v>
                </c:pt>
                <c:pt idx="17">
                  <c:v>0.004148323</c:v>
                </c:pt>
                <c:pt idx="18">
                  <c:v>0.004179593</c:v>
                </c:pt>
                <c:pt idx="19">
                  <c:v>0.00422012</c:v>
                </c:pt>
                <c:pt idx="20">
                  <c:v>0.00422961</c:v>
                </c:pt>
                <c:pt idx="21">
                  <c:v>0.004238379</c:v>
                </c:pt>
                <c:pt idx="22">
                  <c:v>0.004335112</c:v>
                </c:pt>
                <c:pt idx="23">
                  <c:v>0.004339508</c:v>
                </c:pt>
                <c:pt idx="24">
                  <c:v>0.004343244</c:v>
                </c:pt>
                <c:pt idx="25">
                  <c:v>0.004350372</c:v>
                </c:pt>
                <c:pt idx="26">
                  <c:v>0.004483284</c:v>
                </c:pt>
                <c:pt idx="27">
                  <c:v>0.004710575</c:v>
                </c:pt>
                <c:pt idx="28">
                  <c:v>0.004749843</c:v>
                </c:pt>
                <c:pt idx="29">
                  <c:v>0.004981335</c:v>
                </c:pt>
                <c:pt idx="30">
                  <c:v>0.005056663</c:v>
                </c:pt>
                <c:pt idx="31">
                  <c:v>0.005198242</c:v>
                </c:pt>
                <c:pt idx="32">
                  <c:v>0.005215538</c:v>
                </c:pt>
                <c:pt idx="33">
                  <c:v>0.005220103</c:v>
                </c:pt>
                <c:pt idx="34">
                  <c:v>0.005303539</c:v>
                </c:pt>
                <c:pt idx="35">
                  <c:v>0.005358879</c:v>
                </c:pt>
                <c:pt idx="36">
                  <c:v>0.005412519</c:v>
                </c:pt>
                <c:pt idx="37">
                  <c:v>0.005665942</c:v>
                </c:pt>
                <c:pt idx="38">
                  <c:v>0.005964852</c:v>
                </c:pt>
                <c:pt idx="39">
                  <c:v>0.006026822</c:v>
                </c:pt>
                <c:pt idx="40">
                  <c:v>0.006485073</c:v>
                </c:pt>
                <c:pt idx="41">
                  <c:v>0.006539585</c:v>
                </c:pt>
                <c:pt idx="42">
                  <c:v>0.007104033</c:v>
                </c:pt>
                <c:pt idx="43">
                  <c:v>0.007257246</c:v>
                </c:pt>
                <c:pt idx="44">
                  <c:v>0.007291489</c:v>
                </c:pt>
                <c:pt idx="45">
                  <c:v>0.007337024</c:v>
                </c:pt>
                <c:pt idx="46">
                  <c:v>0.007521457</c:v>
                </c:pt>
                <c:pt idx="47">
                  <c:v>0.007970302</c:v>
                </c:pt>
                <c:pt idx="48">
                  <c:v>0.008023349</c:v>
                </c:pt>
                <c:pt idx="49">
                  <c:v>0.008269322</c:v>
                </c:pt>
                <c:pt idx="50">
                  <c:v>0.008310101</c:v>
                </c:pt>
                <c:pt idx="51">
                  <c:v>0.00853189</c:v>
                </c:pt>
                <c:pt idx="52">
                  <c:v>0.008743812</c:v>
                </c:pt>
                <c:pt idx="53">
                  <c:v>0.008902394</c:v>
                </c:pt>
                <c:pt idx="54">
                  <c:v>0.009575514</c:v>
                </c:pt>
                <c:pt idx="55">
                  <c:v>0.010804561</c:v>
                </c:pt>
                <c:pt idx="56">
                  <c:v>0.011068457</c:v>
                </c:pt>
                <c:pt idx="57">
                  <c:v>0.011098002</c:v>
                </c:pt>
                <c:pt idx="58">
                  <c:v>0.012898218</c:v>
                </c:pt>
                <c:pt idx="59">
                  <c:v>0.013974903</c:v>
                </c:pt>
                <c:pt idx="60">
                  <c:v>0.01411384</c:v>
                </c:pt>
                <c:pt idx="61">
                  <c:v>0.0156133</c:v>
                </c:pt>
                <c:pt idx="62">
                  <c:v>0.015613472</c:v>
                </c:pt>
                <c:pt idx="63">
                  <c:v>0.016705871</c:v>
                </c:pt>
                <c:pt idx="64">
                  <c:v>0.016708016</c:v>
                </c:pt>
                <c:pt idx="65">
                  <c:v>0.017276923</c:v>
                </c:pt>
                <c:pt idx="66">
                  <c:v>0.017464871</c:v>
                </c:pt>
                <c:pt idx="67">
                  <c:v>0.017895761</c:v>
                </c:pt>
                <c:pt idx="68">
                  <c:v>0.018316898</c:v>
                </c:pt>
                <c:pt idx="69">
                  <c:v>0.019969964</c:v>
                </c:pt>
                <c:pt idx="70">
                  <c:v>0.020040481</c:v>
                </c:pt>
                <c:pt idx="71">
                  <c:v>0.020512937</c:v>
                </c:pt>
                <c:pt idx="72">
                  <c:v>0.024902271</c:v>
                </c:pt>
                <c:pt idx="73">
                  <c:v>0.028511266</c:v>
                </c:pt>
                <c:pt idx="74">
                  <c:v>0.034854991</c:v>
                </c:pt>
                <c:pt idx="75">
                  <c:v>0.036621141</c:v>
                </c:pt>
                <c:pt idx="76">
                  <c:v>0.038068394</c:v>
                </c:pt>
                <c:pt idx="77">
                  <c:v>0.038462455</c:v>
                </c:pt>
                <c:pt idx="78">
                  <c:v>0.038940642</c:v>
                </c:pt>
                <c:pt idx="79">
                  <c:v>0.043799329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05"/>
          <c:min val="-0.01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.0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-0.01"/>
        <c:auto val="1"/>
        <c:lblAlgn val="ctr"/>
        <c:noMultiLvlLbl val="1"/>
        <c:majorUnit val="0.01"/>
      </c:valAx>
      <c:valAx>
        <c:axId val="2094734552"/>
        <c:scaling>
          <c:orientation val="minMax"/>
          <c:max val="0.05"/>
          <c:min val="-0.01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-0.01"/>
        <c:crossBetween val="midCat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0.168771391</c:v>
                </c:pt>
                <c:pt idx="1">
                  <c:v>0.196937848</c:v>
                </c:pt>
                <c:pt idx="2">
                  <c:v>0.215570339</c:v>
                </c:pt>
                <c:pt idx="3">
                  <c:v>0.243405295</c:v>
                </c:pt>
                <c:pt idx="4">
                  <c:v>0.277431631</c:v>
                </c:pt>
                <c:pt idx="5">
                  <c:v>0.282791484</c:v>
                </c:pt>
                <c:pt idx="6">
                  <c:v>0.289183702</c:v>
                </c:pt>
                <c:pt idx="7">
                  <c:v>0.293855944</c:v>
                </c:pt>
                <c:pt idx="8">
                  <c:v>0.299557904</c:v>
                </c:pt>
                <c:pt idx="9">
                  <c:v>0.302734954</c:v>
                </c:pt>
                <c:pt idx="10">
                  <c:v>0.302925496</c:v>
                </c:pt>
                <c:pt idx="11">
                  <c:v>0.315443776</c:v>
                </c:pt>
                <c:pt idx="12">
                  <c:v>0.326632438</c:v>
                </c:pt>
                <c:pt idx="13">
                  <c:v>0.336167038</c:v>
                </c:pt>
                <c:pt idx="14">
                  <c:v>0.343461069</c:v>
                </c:pt>
                <c:pt idx="15">
                  <c:v>0.347713363</c:v>
                </c:pt>
                <c:pt idx="16">
                  <c:v>0.355981839</c:v>
                </c:pt>
                <c:pt idx="17">
                  <c:v>0.363051786</c:v>
                </c:pt>
                <c:pt idx="18">
                  <c:v>0.364807854</c:v>
                </c:pt>
                <c:pt idx="19">
                  <c:v>0.365011179</c:v>
                </c:pt>
                <c:pt idx="20">
                  <c:v>0.38071269</c:v>
                </c:pt>
                <c:pt idx="21">
                  <c:v>0.383648301</c:v>
                </c:pt>
                <c:pt idx="22">
                  <c:v>0.387348748</c:v>
                </c:pt>
                <c:pt idx="23">
                  <c:v>0.395030327</c:v>
                </c:pt>
                <c:pt idx="24">
                  <c:v>0.398269657</c:v>
                </c:pt>
                <c:pt idx="25">
                  <c:v>0.40106132</c:v>
                </c:pt>
                <c:pt idx="26">
                  <c:v>0.402435665</c:v>
                </c:pt>
                <c:pt idx="27">
                  <c:v>0.403750659</c:v>
                </c:pt>
                <c:pt idx="28">
                  <c:v>0.411700736</c:v>
                </c:pt>
                <c:pt idx="29">
                  <c:v>0.413982797</c:v>
                </c:pt>
                <c:pt idx="30">
                  <c:v>0.418340206</c:v>
                </c:pt>
                <c:pt idx="31">
                  <c:v>0.421446559</c:v>
                </c:pt>
                <c:pt idx="32">
                  <c:v>0.436486928</c:v>
                </c:pt>
                <c:pt idx="33">
                  <c:v>0.438476803</c:v>
                </c:pt>
                <c:pt idx="34">
                  <c:v>0.43906709</c:v>
                </c:pt>
                <c:pt idx="35">
                  <c:v>0.442676491</c:v>
                </c:pt>
                <c:pt idx="36">
                  <c:v>0.443772121</c:v>
                </c:pt>
                <c:pt idx="37">
                  <c:v>0.445006874</c:v>
                </c:pt>
                <c:pt idx="38">
                  <c:v>0.446008545</c:v>
                </c:pt>
                <c:pt idx="39">
                  <c:v>0.456229874</c:v>
                </c:pt>
                <c:pt idx="40">
                  <c:v>0.469009761</c:v>
                </c:pt>
                <c:pt idx="41">
                  <c:v>0.47172778</c:v>
                </c:pt>
                <c:pt idx="42">
                  <c:v>0.474432167</c:v>
                </c:pt>
                <c:pt idx="43">
                  <c:v>0.477012919</c:v>
                </c:pt>
                <c:pt idx="44">
                  <c:v>0.481754693</c:v>
                </c:pt>
                <c:pt idx="45">
                  <c:v>0.491410787</c:v>
                </c:pt>
                <c:pt idx="46">
                  <c:v>0.500635346</c:v>
                </c:pt>
                <c:pt idx="47">
                  <c:v>0.501314581</c:v>
                </c:pt>
                <c:pt idx="48">
                  <c:v>0.507026078</c:v>
                </c:pt>
                <c:pt idx="49">
                  <c:v>0.51856931</c:v>
                </c:pt>
                <c:pt idx="50">
                  <c:v>0.522519374</c:v>
                </c:pt>
                <c:pt idx="51">
                  <c:v>0.523075414</c:v>
                </c:pt>
                <c:pt idx="52">
                  <c:v>0.539461943</c:v>
                </c:pt>
                <c:pt idx="53">
                  <c:v>0.548864177</c:v>
                </c:pt>
                <c:pt idx="54">
                  <c:v>0.56055093</c:v>
                </c:pt>
                <c:pt idx="55">
                  <c:v>0.562146616</c:v>
                </c:pt>
                <c:pt idx="56">
                  <c:v>0.562305585</c:v>
                </c:pt>
                <c:pt idx="57">
                  <c:v>0.568568884</c:v>
                </c:pt>
                <c:pt idx="58">
                  <c:v>0.572854653</c:v>
                </c:pt>
                <c:pt idx="59">
                  <c:v>0.590418204</c:v>
                </c:pt>
                <c:pt idx="60">
                  <c:v>0.597812258</c:v>
                </c:pt>
                <c:pt idx="61">
                  <c:v>0.606987609</c:v>
                </c:pt>
                <c:pt idx="62">
                  <c:v>0.608890399</c:v>
                </c:pt>
                <c:pt idx="63">
                  <c:v>0.616647738</c:v>
                </c:pt>
                <c:pt idx="64">
                  <c:v>0.628995945</c:v>
                </c:pt>
                <c:pt idx="65">
                  <c:v>0.629626463</c:v>
                </c:pt>
                <c:pt idx="66">
                  <c:v>0.630595875</c:v>
                </c:pt>
                <c:pt idx="67">
                  <c:v>0.638839305</c:v>
                </c:pt>
                <c:pt idx="68">
                  <c:v>0.644814538</c:v>
                </c:pt>
                <c:pt idx="69">
                  <c:v>0.645039439</c:v>
                </c:pt>
                <c:pt idx="70">
                  <c:v>0.646857205</c:v>
                </c:pt>
                <c:pt idx="71">
                  <c:v>0.6500243</c:v>
                </c:pt>
                <c:pt idx="72">
                  <c:v>0.651630604</c:v>
                </c:pt>
                <c:pt idx="73">
                  <c:v>0.663793709</c:v>
                </c:pt>
                <c:pt idx="74">
                  <c:v>0.667395006</c:v>
                </c:pt>
                <c:pt idx="75">
                  <c:v>0.67940685</c:v>
                </c:pt>
                <c:pt idx="76">
                  <c:v>0.679632803</c:v>
                </c:pt>
                <c:pt idx="77">
                  <c:v>0.707336013</c:v>
                </c:pt>
                <c:pt idx="78">
                  <c:v>0.708184186</c:v>
                </c:pt>
                <c:pt idx="79">
                  <c:v>0.733222889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0.1722687694465455</c:v>
                </c:pt>
                <c:pt idx="1">
                  <c:v>0.19759545459174221</c:v>
                </c:pt>
                <c:pt idx="2">
                  <c:v>0.2269102992355994</c:v>
                </c:pt>
                <c:pt idx="3">
                  <c:v>0.3070317789120067</c:v>
                </c:pt>
                <c:pt idx="4">
                  <c:v>0.2831636728300543</c:v>
                </c:pt>
                <c:pt idx="5">
                  <c:v>0.28243718640133375</c:v>
                </c:pt>
                <c:pt idx="6">
                  <c:v>0.3159020559888416</c:v>
                </c:pt>
                <c:pt idx="7">
                  <c:v>0.30711729819851463</c:v>
                </c:pt>
                <c:pt idx="8">
                  <c:v>0.294959110497114</c:v>
                </c:pt>
                <c:pt idx="9">
                  <c:v>0.3079628141951338</c:v>
                </c:pt>
                <c:pt idx="10">
                  <c:v>0.28901601826801004</c:v>
                </c:pt>
                <c:pt idx="11">
                  <c:v>0.3299589415583682</c:v>
                </c:pt>
                <c:pt idx="12">
                  <c:v>0.33732266784307896</c:v>
                </c:pt>
                <c:pt idx="13">
                  <c:v>0.31972209324854006</c:v>
                </c:pt>
                <c:pt idx="14">
                  <c:v>0.3379851709818479</c:v>
                </c:pt>
                <c:pt idx="15">
                  <c:v>0.3455977231270022</c:v>
                </c:pt>
                <c:pt idx="16">
                  <c:v>0.4077487731379407</c:v>
                </c:pt>
                <c:pt idx="17">
                  <c:v>0.3512276748547604</c:v>
                </c:pt>
                <c:pt idx="18">
                  <c:v>0.3604270857339625</c:v>
                </c:pt>
                <c:pt idx="19">
                  <c:v>0.38692716275040373</c:v>
                </c:pt>
                <c:pt idx="20">
                  <c:v>0.39866544516263747</c:v>
                </c:pt>
                <c:pt idx="21">
                  <c:v>0.4048452813451033</c:v>
                </c:pt>
                <c:pt idx="22">
                  <c:v>0.3949171855430053</c:v>
                </c:pt>
                <c:pt idx="23">
                  <c:v>0.39565312345947057</c:v>
                </c:pt>
                <c:pt idx="24">
                  <c:v>0.3569721508898572</c:v>
                </c:pt>
                <c:pt idx="25">
                  <c:v>0.4311518074816114</c:v>
                </c:pt>
                <c:pt idx="26">
                  <c:v>0.4723609370274081</c:v>
                </c:pt>
                <c:pt idx="27">
                  <c:v>0.413484264473118</c:v>
                </c:pt>
                <c:pt idx="28">
                  <c:v>0.4211708724726409</c:v>
                </c:pt>
                <c:pt idx="29">
                  <c:v>0.39865568816476277</c:v>
                </c:pt>
                <c:pt idx="30">
                  <c:v>0.41874682369142757</c:v>
                </c:pt>
                <c:pt idx="31">
                  <c:v>0.413386981043761</c:v>
                </c:pt>
                <c:pt idx="32">
                  <c:v>0.44698650333185863</c:v>
                </c:pt>
                <c:pt idx="33">
                  <c:v>0.38159999188733834</c:v>
                </c:pt>
                <c:pt idx="34">
                  <c:v>0.44636637336079027</c:v>
                </c:pt>
                <c:pt idx="35">
                  <c:v>0.46989158464345837</c:v>
                </c:pt>
                <c:pt idx="36">
                  <c:v>0.4324299744767257</c:v>
                </c:pt>
                <c:pt idx="37">
                  <c:v>0.45534989528810144</c:v>
                </c:pt>
                <c:pt idx="38">
                  <c:v>0.45464974491427895</c:v>
                </c:pt>
                <c:pt idx="39">
                  <c:v>0.4355329795437788</c:v>
                </c:pt>
                <c:pt idx="40">
                  <c:v>0.4872746607989447</c:v>
                </c:pt>
                <c:pt idx="41">
                  <c:v>0.4702901857544007</c:v>
                </c:pt>
                <c:pt idx="42">
                  <c:v>0.5045110184618556</c:v>
                </c:pt>
                <c:pt idx="43">
                  <c:v>0.44129926657455437</c:v>
                </c:pt>
                <c:pt idx="44">
                  <c:v>0.46915214718733894</c:v>
                </c:pt>
                <c:pt idx="45">
                  <c:v>0.4849657572211631</c:v>
                </c:pt>
                <c:pt idx="46">
                  <c:v>0.5437323929875615</c:v>
                </c:pt>
                <c:pt idx="47">
                  <c:v>0.45193107638348395</c:v>
                </c:pt>
                <c:pt idx="48">
                  <c:v>0.5331410322095609</c:v>
                </c:pt>
                <c:pt idx="49">
                  <c:v>0.4999517863805472</c:v>
                </c:pt>
                <c:pt idx="50">
                  <c:v>0.5007205123477045</c:v>
                </c:pt>
                <c:pt idx="51">
                  <c:v>0.46088457845396297</c:v>
                </c:pt>
                <c:pt idx="52">
                  <c:v>0.5294018712406181</c:v>
                </c:pt>
                <c:pt idx="53">
                  <c:v>0.610900283604126</c:v>
                </c:pt>
                <c:pt idx="54">
                  <c:v>0.509141768552142</c:v>
                </c:pt>
                <c:pt idx="55">
                  <c:v>0.6043071799454786</c:v>
                </c:pt>
                <c:pt idx="56">
                  <c:v>0.520821133726478</c:v>
                </c:pt>
                <c:pt idx="57">
                  <c:v>0.5554279070443678</c:v>
                </c:pt>
                <c:pt idx="58">
                  <c:v>0.5717219840003686</c:v>
                </c:pt>
                <c:pt idx="59">
                  <c:v>0.5954117221421737</c:v>
                </c:pt>
                <c:pt idx="60">
                  <c:v>0.5634410636238373</c:v>
                </c:pt>
                <c:pt idx="61">
                  <c:v>0.6503122812878431</c:v>
                </c:pt>
                <c:pt idx="62">
                  <c:v>0.5672707109634338</c:v>
                </c:pt>
                <c:pt idx="63">
                  <c:v>0.6232242443941645</c:v>
                </c:pt>
                <c:pt idx="64">
                  <c:v>0.6309563943053969</c:v>
                </c:pt>
                <c:pt idx="65">
                  <c:v>0.6107356883438169</c:v>
                </c:pt>
                <c:pt idx="66">
                  <c:v>0.6505328006855666</c:v>
                </c:pt>
                <c:pt idx="67">
                  <c:v>0.6376789692887399</c:v>
                </c:pt>
                <c:pt idx="68">
                  <c:v>0.6218999989522557</c:v>
                </c:pt>
                <c:pt idx="69">
                  <c:v>0.6322903824293216</c:v>
                </c:pt>
                <c:pt idx="70">
                  <c:v>0.6781433573759152</c:v>
                </c:pt>
                <c:pt idx="71">
                  <c:v>0.7057209943252559</c:v>
                </c:pt>
                <c:pt idx="72">
                  <c:v>0.6570288221855314</c:v>
                </c:pt>
                <c:pt idx="73">
                  <c:v>0.648043501494696</c:v>
                </c:pt>
                <c:pt idx="74">
                  <c:v>0.6609282974532384</c:v>
                </c:pt>
                <c:pt idx="75">
                  <c:v>0.7108611127619797</c:v>
                </c:pt>
                <c:pt idx="76">
                  <c:v>0.6553385235914786</c:v>
                </c:pt>
                <c:pt idx="77">
                  <c:v>0.7067682902295205</c:v>
                </c:pt>
                <c:pt idx="78">
                  <c:v>0.6649326104897066</c:v>
                </c:pt>
                <c:pt idx="79">
                  <c:v>0.6636312087833753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0.168771391</c:v>
                </c:pt>
                <c:pt idx="1">
                  <c:v>0.196937848</c:v>
                </c:pt>
                <c:pt idx="2">
                  <c:v>0.215570339</c:v>
                </c:pt>
                <c:pt idx="3">
                  <c:v>0.243405295</c:v>
                </c:pt>
                <c:pt idx="4">
                  <c:v>0.277431631</c:v>
                </c:pt>
                <c:pt idx="5">
                  <c:v>0.282791484</c:v>
                </c:pt>
                <c:pt idx="6">
                  <c:v>0.289183702</c:v>
                </c:pt>
                <c:pt idx="7">
                  <c:v>0.293855944</c:v>
                </c:pt>
                <c:pt idx="8">
                  <c:v>0.299557904</c:v>
                </c:pt>
                <c:pt idx="9">
                  <c:v>0.302734954</c:v>
                </c:pt>
                <c:pt idx="10">
                  <c:v>0.302925496</c:v>
                </c:pt>
                <c:pt idx="11">
                  <c:v>0.315443776</c:v>
                </c:pt>
                <c:pt idx="12">
                  <c:v>0.326632438</c:v>
                </c:pt>
                <c:pt idx="13">
                  <c:v>0.336167038</c:v>
                </c:pt>
                <c:pt idx="14">
                  <c:v>0.343461069</c:v>
                </c:pt>
                <c:pt idx="15">
                  <c:v>0.347713363</c:v>
                </c:pt>
                <c:pt idx="16">
                  <c:v>0.355981839</c:v>
                </c:pt>
                <c:pt idx="17">
                  <c:v>0.363051786</c:v>
                </c:pt>
                <c:pt idx="18">
                  <c:v>0.364807854</c:v>
                </c:pt>
                <c:pt idx="19">
                  <c:v>0.365011179</c:v>
                </c:pt>
                <c:pt idx="20">
                  <c:v>0.38071269</c:v>
                </c:pt>
                <c:pt idx="21">
                  <c:v>0.383648301</c:v>
                </c:pt>
                <c:pt idx="22">
                  <c:v>0.387348748</c:v>
                </c:pt>
                <c:pt idx="23">
                  <c:v>0.395030327</c:v>
                </c:pt>
                <c:pt idx="24">
                  <c:v>0.398269657</c:v>
                </c:pt>
                <c:pt idx="25">
                  <c:v>0.40106132</c:v>
                </c:pt>
                <c:pt idx="26">
                  <c:v>0.402435665</c:v>
                </c:pt>
                <c:pt idx="27">
                  <c:v>0.403750659</c:v>
                </c:pt>
                <c:pt idx="28">
                  <c:v>0.411700736</c:v>
                </c:pt>
                <c:pt idx="29">
                  <c:v>0.413982797</c:v>
                </c:pt>
                <c:pt idx="30">
                  <c:v>0.418340206</c:v>
                </c:pt>
                <c:pt idx="31">
                  <c:v>0.421446559</c:v>
                </c:pt>
                <c:pt idx="32">
                  <c:v>0.436486928</c:v>
                </c:pt>
                <c:pt idx="33">
                  <c:v>0.438476803</c:v>
                </c:pt>
                <c:pt idx="34">
                  <c:v>0.43906709</c:v>
                </c:pt>
                <c:pt idx="35">
                  <c:v>0.442676491</c:v>
                </c:pt>
                <c:pt idx="36">
                  <c:v>0.443772121</c:v>
                </c:pt>
                <c:pt idx="37">
                  <c:v>0.445006874</c:v>
                </c:pt>
                <c:pt idx="38">
                  <c:v>0.446008545</c:v>
                </c:pt>
                <c:pt idx="39">
                  <c:v>0.456229874</c:v>
                </c:pt>
                <c:pt idx="40">
                  <c:v>0.469009761</c:v>
                </c:pt>
                <c:pt idx="41">
                  <c:v>0.47172778</c:v>
                </c:pt>
                <c:pt idx="42">
                  <c:v>0.474432167</c:v>
                </c:pt>
                <c:pt idx="43">
                  <c:v>0.477012919</c:v>
                </c:pt>
                <c:pt idx="44">
                  <c:v>0.481754693</c:v>
                </c:pt>
                <c:pt idx="45">
                  <c:v>0.491410787</c:v>
                </c:pt>
                <c:pt idx="46">
                  <c:v>0.500635346</c:v>
                </c:pt>
                <c:pt idx="47">
                  <c:v>0.501314581</c:v>
                </c:pt>
                <c:pt idx="48">
                  <c:v>0.507026078</c:v>
                </c:pt>
                <c:pt idx="49">
                  <c:v>0.51856931</c:v>
                </c:pt>
                <c:pt idx="50">
                  <c:v>0.522519374</c:v>
                </c:pt>
                <c:pt idx="51">
                  <c:v>0.523075414</c:v>
                </c:pt>
                <c:pt idx="52">
                  <c:v>0.539461943</c:v>
                </c:pt>
                <c:pt idx="53">
                  <c:v>0.548864177</c:v>
                </c:pt>
                <c:pt idx="54">
                  <c:v>0.56055093</c:v>
                </c:pt>
                <c:pt idx="55">
                  <c:v>0.562146616</c:v>
                </c:pt>
                <c:pt idx="56">
                  <c:v>0.562305585</c:v>
                </c:pt>
                <c:pt idx="57">
                  <c:v>0.568568884</c:v>
                </c:pt>
                <c:pt idx="58">
                  <c:v>0.572854653</c:v>
                </c:pt>
                <c:pt idx="59">
                  <c:v>0.590418204</c:v>
                </c:pt>
                <c:pt idx="60">
                  <c:v>0.597812258</c:v>
                </c:pt>
                <c:pt idx="61">
                  <c:v>0.606987609</c:v>
                </c:pt>
                <c:pt idx="62">
                  <c:v>0.608890399</c:v>
                </c:pt>
                <c:pt idx="63">
                  <c:v>0.616647738</c:v>
                </c:pt>
                <c:pt idx="64">
                  <c:v>0.628995945</c:v>
                </c:pt>
                <c:pt idx="65">
                  <c:v>0.629626463</c:v>
                </c:pt>
                <c:pt idx="66">
                  <c:v>0.630595875</c:v>
                </c:pt>
                <c:pt idx="67">
                  <c:v>0.638839305</c:v>
                </c:pt>
                <c:pt idx="68">
                  <c:v>0.644814538</c:v>
                </c:pt>
                <c:pt idx="69">
                  <c:v>0.645039439</c:v>
                </c:pt>
                <c:pt idx="70">
                  <c:v>0.646857205</c:v>
                </c:pt>
                <c:pt idx="71">
                  <c:v>0.6500243</c:v>
                </c:pt>
                <c:pt idx="72">
                  <c:v>0.651630604</c:v>
                </c:pt>
                <c:pt idx="73">
                  <c:v>0.663793709</c:v>
                </c:pt>
                <c:pt idx="74">
                  <c:v>0.667395006</c:v>
                </c:pt>
                <c:pt idx="75">
                  <c:v>0.67940685</c:v>
                </c:pt>
                <c:pt idx="76">
                  <c:v>0.679632803</c:v>
                </c:pt>
                <c:pt idx="77">
                  <c:v>0.707336013</c:v>
                </c:pt>
                <c:pt idx="78">
                  <c:v>0.708184186</c:v>
                </c:pt>
                <c:pt idx="79">
                  <c:v>0.733222889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0.168771391</c:v>
                </c:pt>
                <c:pt idx="1">
                  <c:v>0.196937848</c:v>
                </c:pt>
                <c:pt idx="2">
                  <c:v>0.215570339</c:v>
                </c:pt>
                <c:pt idx="3">
                  <c:v>0.243405295</c:v>
                </c:pt>
                <c:pt idx="4">
                  <c:v>0.277431631</c:v>
                </c:pt>
                <c:pt idx="5">
                  <c:v>0.282791484</c:v>
                </c:pt>
                <c:pt idx="6">
                  <c:v>0.289183702</c:v>
                </c:pt>
                <c:pt idx="7">
                  <c:v>0.293855944</c:v>
                </c:pt>
                <c:pt idx="8">
                  <c:v>0.299557904</c:v>
                </c:pt>
                <c:pt idx="9">
                  <c:v>0.302734954</c:v>
                </c:pt>
                <c:pt idx="10">
                  <c:v>0.302925496</c:v>
                </c:pt>
                <c:pt idx="11">
                  <c:v>0.315443776</c:v>
                </c:pt>
                <c:pt idx="12">
                  <c:v>0.326632438</c:v>
                </c:pt>
                <c:pt idx="13">
                  <c:v>0.336167038</c:v>
                </c:pt>
                <c:pt idx="14">
                  <c:v>0.343461069</c:v>
                </c:pt>
                <c:pt idx="15">
                  <c:v>0.347713363</c:v>
                </c:pt>
                <c:pt idx="16">
                  <c:v>0.355981839</c:v>
                </c:pt>
                <c:pt idx="17">
                  <c:v>0.363051786</c:v>
                </c:pt>
                <c:pt idx="18">
                  <c:v>0.364807854</c:v>
                </c:pt>
                <c:pt idx="19">
                  <c:v>0.365011179</c:v>
                </c:pt>
                <c:pt idx="20">
                  <c:v>0.38071269</c:v>
                </c:pt>
                <c:pt idx="21">
                  <c:v>0.383648301</c:v>
                </c:pt>
                <c:pt idx="22">
                  <c:v>0.387348748</c:v>
                </c:pt>
                <c:pt idx="23">
                  <c:v>0.395030327</c:v>
                </c:pt>
                <c:pt idx="24">
                  <c:v>0.398269657</c:v>
                </c:pt>
                <c:pt idx="25">
                  <c:v>0.40106132</c:v>
                </c:pt>
                <c:pt idx="26">
                  <c:v>0.402435665</c:v>
                </c:pt>
                <c:pt idx="27">
                  <c:v>0.403750659</c:v>
                </c:pt>
                <c:pt idx="28">
                  <c:v>0.411700736</c:v>
                </c:pt>
                <c:pt idx="29">
                  <c:v>0.413982797</c:v>
                </c:pt>
                <c:pt idx="30">
                  <c:v>0.418340206</c:v>
                </c:pt>
                <c:pt idx="31">
                  <c:v>0.421446559</c:v>
                </c:pt>
                <c:pt idx="32">
                  <c:v>0.436486928</c:v>
                </c:pt>
                <c:pt idx="33">
                  <c:v>0.438476803</c:v>
                </c:pt>
                <c:pt idx="34">
                  <c:v>0.43906709</c:v>
                </c:pt>
                <c:pt idx="35">
                  <c:v>0.442676491</c:v>
                </c:pt>
                <c:pt idx="36">
                  <c:v>0.443772121</c:v>
                </c:pt>
                <c:pt idx="37">
                  <c:v>0.445006874</c:v>
                </c:pt>
                <c:pt idx="38">
                  <c:v>0.446008545</c:v>
                </c:pt>
                <c:pt idx="39">
                  <c:v>0.456229874</c:v>
                </c:pt>
                <c:pt idx="40">
                  <c:v>0.469009761</c:v>
                </c:pt>
                <c:pt idx="41">
                  <c:v>0.47172778</c:v>
                </c:pt>
                <c:pt idx="42">
                  <c:v>0.474432167</c:v>
                </c:pt>
                <c:pt idx="43">
                  <c:v>0.477012919</c:v>
                </c:pt>
                <c:pt idx="44">
                  <c:v>0.481754693</c:v>
                </c:pt>
                <c:pt idx="45">
                  <c:v>0.491410787</c:v>
                </c:pt>
                <c:pt idx="46">
                  <c:v>0.500635346</c:v>
                </c:pt>
                <c:pt idx="47">
                  <c:v>0.501314581</c:v>
                </c:pt>
                <c:pt idx="48">
                  <c:v>0.507026078</c:v>
                </c:pt>
                <c:pt idx="49">
                  <c:v>0.51856931</c:v>
                </c:pt>
                <c:pt idx="50">
                  <c:v>0.522519374</c:v>
                </c:pt>
                <c:pt idx="51">
                  <c:v>0.523075414</c:v>
                </c:pt>
                <c:pt idx="52">
                  <c:v>0.539461943</c:v>
                </c:pt>
                <c:pt idx="53">
                  <c:v>0.548864177</c:v>
                </c:pt>
                <c:pt idx="54">
                  <c:v>0.56055093</c:v>
                </c:pt>
                <c:pt idx="55">
                  <c:v>0.562146616</c:v>
                </c:pt>
                <c:pt idx="56">
                  <c:v>0.562305585</c:v>
                </c:pt>
                <c:pt idx="57">
                  <c:v>0.568568884</c:v>
                </c:pt>
                <c:pt idx="58">
                  <c:v>0.572854653</c:v>
                </c:pt>
                <c:pt idx="59">
                  <c:v>0.590418204</c:v>
                </c:pt>
                <c:pt idx="60">
                  <c:v>0.597812258</c:v>
                </c:pt>
                <c:pt idx="61">
                  <c:v>0.606987609</c:v>
                </c:pt>
                <c:pt idx="62">
                  <c:v>0.608890399</c:v>
                </c:pt>
                <c:pt idx="63">
                  <c:v>0.616647738</c:v>
                </c:pt>
                <c:pt idx="64">
                  <c:v>0.628995945</c:v>
                </c:pt>
                <c:pt idx="65">
                  <c:v>0.629626463</c:v>
                </c:pt>
                <c:pt idx="66">
                  <c:v>0.630595875</c:v>
                </c:pt>
                <c:pt idx="67">
                  <c:v>0.638839305</c:v>
                </c:pt>
                <c:pt idx="68">
                  <c:v>0.644814538</c:v>
                </c:pt>
                <c:pt idx="69">
                  <c:v>0.645039439</c:v>
                </c:pt>
                <c:pt idx="70">
                  <c:v>0.646857205</c:v>
                </c:pt>
                <c:pt idx="71">
                  <c:v>0.6500243</c:v>
                </c:pt>
                <c:pt idx="72">
                  <c:v>0.651630604</c:v>
                </c:pt>
                <c:pt idx="73">
                  <c:v>0.663793709</c:v>
                </c:pt>
                <c:pt idx="74">
                  <c:v>0.667395006</c:v>
                </c:pt>
                <c:pt idx="75">
                  <c:v>0.67940685</c:v>
                </c:pt>
                <c:pt idx="76">
                  <c:v>0.679632803</c:v>
                </c:pt>
                <c:pt idx="77">
                  <c:v>0.707336013</c:v>
                </c:pt>
                <c:pt idx="78">
                  <c:v>0.708184186</c:v>
                </c:pt>
                <c:pt idx="79">
                  <c:v>0.733222889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8"/>
          <c:min val="0.1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0.1"/>
        <c:auto val="1"/>
        <c:lblAlgn val="ctr"/>
        <c:noMultiLvlLbl val="1"/>
        <c:majorUnit val="0.2"/>
      </c:valAx>
      <c:valAx>
        <c:axId val="2094734552"/>
        <c:scaling>
          <c:orientation val="minMax"/>
          <c:max val="0.8"/>
          <c:min val="0.1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0.1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</c:v>
                </c:pt>
              </c:strCache>
            </c:strRef>
          </c:tx>
          <c:spPr>
            <a:solidFill>
              <a:srgbClr val="2C4E82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2C4E82"/>
              </a:solidFill>
              <a:ln w="9525" cap="flat">
                <a:solidFill>
                  <a:srgbClr val="2C4E82"/>
                </a:solidFill>
                <a:prstDash val="solid"/>
                <a:round/>
              </a:ln>
              <a:effectLst/>
            </c:spPr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5.014839964</c:v>
                </c:pt>
                <c:pt idx="1">
                  <c:v>5.019158706</c:v>
                </c:pt>
                <c:pt idx="2">
                  <c:v>5.026994313</c:v>
                </c:pt>
                <c:pt idx="3">
                  <c:v>5.036686668</c:v>
                </c:pt>
                <c:pt idx="4">
                  <c:v>5.052349141</c:v>
                </c:pt>
                <c:pt idx="5">
                  <c:v>5.055668282</c:v>
                </c:pt>
                <c:pt idx="6">
                  <c:v>5.057062439</c:v>
                </c:pt>
                <c:pt idx="7">
                  <c:v>5.060211409</c:v>
                </c:pt>
                <c:pt idx="8">
                  <c:v>5.0625295</c:v>
                </c:pt>
                <c:pt idx="9">
                  <c:v>5.063972627</c:v>
                </c:pt>
                <c:pt idx="10">
                  <c:v>5.065304894</c:v>
                </c:pt>
                <c:pt idx="11">
                  <c:v>5.065757042</c:v>
                </c:pt>
                <c:pt idx="12">
                  <c:v>5.065804184</c:v>
                </c:pt>
                <c:pt idx="13">
                  <c:v>5.066530643</c:v>
                </c:pt>
                <c:pt idx="14">
                  <c:v>5.066906966</c:v>
                </c:pt>
                <c:pt idx="15">
                  <c:v>5.069445234</c:v>
                </c:pt>
                <c:pt idx="16">
                  <c:v>5.070807846</c:v>
                </c:pt>
                <c:pt idx="17">
                  <c:v>5.07217806</c:v>
                </c:pt>
                <c:pt idx="18">
                  <c:v>5.072880038</c:v>
                </c:pt>
                <c:pt idx="19">
                  <c:v>5.076140387</c:v>
                </c:pt>
                <c:pt idx="20">
                  <c:v>5.076455136</c:v>
                </c:pt>
                <c:pt idx="21">
                  <c:v>5.082198852</c:v>
                </c:pt>
                <c:pt idx="22">
                  <c:v>5.09285287</c:v>
                </c:pt>
                <c:pt idx="23">
                  <c:v>5.093504808</c:v>
                </c:pt>
                <c:pt idx="24">
                  <c:v>5.093590159</c:v>
                </c:pt>
                <c:pt idx="25">
                  <c:v>5.098373074</c:v>
                </c:pt>
                <c:pt idx="26">
                  <c:v>5.100529298</c:v>
                </c:pt>
                <c:pt idx="27">
                  <c:v>5.100892462</c:v>
                </c:pt>
                <c:pt idx="28">
                  <c:v>5.101608601</c:v>
                </c:pt>
                <c:pt idx="29">
                  <c:v>5.102536722</c:v>
                </c:pt>
                <c:pt idx="30">
                  <c:v>5.102757915</c:v>
                </c:pt>
                <c:pt idx="31">
                  <c:v>5.108722713</c:v>
                </c:pt>
                <c:pt idx="32">
                  <c:v>5.110192386</c:v>
                </c:pt>
                <c:pt idx="33">
                  <c:v>5.112304263</c:v>
                </c:pt>
                <c:pt idx="34">
                  <c:v>5.114853095</c:v>
                </c:pt>
                <c:pt idx="35">
                  <c:v>5.117778158</c:v>
                </c:pt>
                <c:pt idx="36">
                  <c:v>5.118875743</c:v>
                </c:pt>
                <c:pt idx="37">
                  <c:v>5.118907438</c:v>
                </c:pt>
                <c:pt idx="38">
                  <c:v>5.120254908</c:v>
                </c:pt>
                <c:pt idx="39">
                  <c:v>5.123540976</c:v>
                </c:pt>
                <c:pt idx="40">
                  <c:v>5.124616531</c:v>
                </c:pt>
                <c:pt idx="41">
                  <c:v>5.125409397</c:v>
                </c:pt>
                <c:pt idx="42">
                  <c:v>5.126475747</c:v>
                </c:pt>
                <c:pt idx="43">
                  <c:v>5.130680353</c:v>
                </c:pt>
                <c:pt idx="44">
                  <c:v>5.138547103</c:v>
                </c:pt>
                <c:pt idx="45">
                  <c:v>5.139936256</c:v>
                </c:pt>
                <c:pt idx="46">
                  <c:v>5.140254327</c:v>
                </c:pt>
                <c:pt idx="47">
                  <c:v>5.140458342</c:v>
                </c:pt>
                <c:pt idx="48">
                  <c:v>5.140743893</c:v>
                </c:pt>
                <c:pt idx="49">
                  <c:v>5.141273092</c:v>
                </c:pt>
                <c:pt idx="50">
                  <c:v>5.141406069</c:v>
                </c:pt>
                <c:pt idx="51">
                  <c:v>5.145978474</c:v>
                </c:pt>
                <c:pt idx="52">
                  <c:v>5.147032235</c:v>
                </c:pt>
                <c:pt idx="53">
                  <c:v>5.147550732</c:v>
                </c:pt>
                <c:pt idx="54">
                  <c:v>5.149230073</c:v>
                </c:pt>
                <c:pt idx="55">
                  <c:v>5.155045489</c:v>
                </c:pt>
                <c:pt idx="56">
                  <c:v>5.15518278</c:v>
                </c:pt>
                <c:pt idx="57">
                  <c:v>5.156483541</c:v>
                </c:pt>
                <c:pt idx="58">
                  <c:v>5.161252751</c:v>
                </c:pt>
                <c:pt idx="59">
                  <c:v>5.162446785</c:v>
                </c:pt>
                <c:pt idx="60">
                  <c:v>5.162574962</c:v>
                </c:pt>
                <c:pt idx="61">
                  <c:v>5.172233693</c:v>
                </c:pt>
                <c:pt idx="62">
                  <c:v>5.175352741</c:v>
                </c:pt>
                <c:pt idx="63">
                  <c:v>5.175537128</c:v>
                </c:pt>
                <c:pt idx="64">
                  <c:v>5.179482801</c:v>
                </c:pt>
                <c:pt idx="65">
                  <c:v>5.180497687</c:v>
                </c:pt>
                <c:pt idx="66">
                  <c:v>5.181464142</c:v>
                </c:pt>
                <c:pt idx="67">
                  <c:v>5.182723608</c:v>
                </c:pt>
                <c:pt idx="68">
                  <c:v>5.189728181</c:v>
                </c:pt>
                <c:pt idx="69">
                  <c:v>5.190650884</c:v>
                </c:pt>
                <c:pt idx="70">
                  <c:v>5.191412022</c:v>
                </c:pt>
                <c:pt idx="71">
                  <c:v>5.191891407</c:v>
                </c:pt>
                <c:pt idx="72">
                  <c:v>5.193179269</c:v>
                </c:pt>
                <c:pt idx="73">
                  <c:v>5.194406987</c:v>
                </c:pt>
                <c:pt idx="74">
                  <c:v>5.197409584</c:v>
                </c:pt>
                <c:pt idx="75">
                  <c:v>5.198725542</c:v>
                </c:pt>
                <c:pt idx="76">
                  <c:v>5.201275891</c:v>
                </c:pt>
                <c:pt idx="77">
                  <c:v>5.202048163</c:v>
                </c:pt>
                <c:pt idx="78">
                  <c:v>5.217970769</c:v>
                </c:pt>
                <c:pt idx="79">
                  <c:v>5.22773453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5.014760087178658</c:v>
                </c:pt>
                <c:pt idx="1">
                  <c:v>5.019848204384912</c:v>
                </c:pt>
                <c:pt idx="2">
                  <c:v>5.027218633341993</c:v>
                </c:pt>
                <c:pt idx="3">
                  <c:v>5.036901626781821</c:v>
                </c:pt>
                <c:pt idx="4">
                  <c:v>5.052546516110076</c:v>
                </c:pt>
                <c:pt idx="5">
                  <c:v>5.054976947561013</c:v>
                </c:pt>
                <c:pt idx="6">
                  <c:v>5.057209778975983</c:v>
                </c:pt>
                <c:pt idx="7">
                  <c:v>5.059737256558871</c:v>
                </c:pt>
                <c:pt idx="8">
                  <c:v>5.062463613017889</c:v>
                </c:pt>
                <c:pt idx="9">
                  <c:v>5.06318687181286</c:v>
                </c:pt>
                <c:pt idx="10">
                  <c:v>5.065181484985299</c:v>
                </c:pt>
                <c:pt idx="11">
                  <c:v>5.064937763533798</c:v>
                </c:pt>
                <c:pt idx="12">
                  <c:v>5.066163489490742</c:v>
                </c:pt>
                <c:pt idx="13">
                  <c:v>5.066588465186049</c:v>
                </c:pt>
                <c:pt idx="14">
                  <c:v>5.067047009160103</c:v>
                </c:pt>
                <c:pt idx="15">
                  <c:v>5.069480600131183</c:v>
                </c:pt>
                <c:pt idx="16">
                  <c:v>5.071140549057614</c:v>
                </c:pt>
                <c:pt idx="17">
                  <c:v>5.071673924153676</c:v>
                </c:pt>
                <c:pt idx="18">
                  <c:v>5.07271350676164</c:v>
                </c:pt>
                <c:pt idx="19">
                  <c:v>5.075912292900792</c:v>
                </c:pt>
                <c:pt idx="20">
                  <c:v>5.0768670139872665</c:v>
                </c:pt>
                <c:pt idx="21">
                  <c:v>5.081829719568781</c:v>
                </c:pt>
                <c:pt idx="22">
                  <c:v>5.093421126559013</c:v>
                </c:pt>
                <c:pt idx="23">
                  <c:v>5.093406980519469</c:v>
                </c:pt>
                <c:pt idx="24">
                  <c:v>5.094079787985051</c:v>
                </c:pt>
                <c:pt idx="25">
                  <c:v>5.097923568246821</c:v>
                </c:pt>
                <c:pt idx="26">
                  <c:v>5.100731972592453</c:v>
                </c:pt>
                <c:pt idx="27">
                  <c:v>5.10024266485795</c:v>
                </c:pt>
                <c:pt idx="28">
                  <c:v>5.101430850728589</c:v>
                </c:pt>
                <c:pt idx="29">
                  <c:v>5.10296648827209</c:v>
                </c:pt>
                <c:pt idx="30">
                  <c:v>5.102328029109935</c:v>
                </c:pt>
                <c:pt idx="31">
                  <c:v>5.108983281759939</c:v>
                </c:pt>
                <c:pt idx="32">
                  <c:v>5.110110102403452</c:v>
                </c:pt>
                <c:pt idx="33">
                  <c:v>5.112084803887465</c:v>
                </c:pt>
                <c:pt idx="34">
                  <c:v>5.11515349458539</c:v>
                </c:pt>
                <c:pt idx="35">
                  <c:v>5.117482575971468</c:v>
                </c:pt>
                <c:pt idx="36">
                  <c:v>5.119569350467498</c:v>
                </c:pt>
                <c:pt idx="37">
                  <c:v>5.11891044814156</c:v>
                </c:pt>
                <c:pt idx="38">
                  <c:v>5.120219677616308</c:v>
                </c:pt>
                <c:pt idx="39">
                  <c:v>5.12368968688629</c:v>
                </c:pt>
                <c:pt idx="40">
                  <c:v>5.12496549576119</c:v>
                </c:pt>
                <c:pt idx="41">
                  <c:v>5.1256064966754264</c:v>
                </c:pt>
                <c:pt idx="42">
                  <c:v>5.126769881960997</c:v>
                </c:pt>
                <c:pt idx="43">
                  <c:v>5.131111506509654</c:v>
                </c:pt>
                <c:pt idx="44">
                  <c:v>5.138900940659087</c:v>
                </c:pt>
                <c:pt idx="45">
                  <c:v>5.140002695050904</c:v>
                </c:pt>
                <c:pt idx="46">
                  <c:v>5.140255840686759</c:v>
                </c:pt>
                <c:pt idx="47">
                  <c:v>5.1402257858843585</c:v>
                </c:pt>
                <c:pt idx="48">
                  <c:v>5.140899998695285</c:v>
                </c:pt>
                <c:pt idx="49">
                  <c:v>5.141548142688917</c:v>
                </c:pt>
                <c:pt idx="50">
                  <c:v>5.14193638187783</c:v>
                </c:pt>
                <c:pt idx="51">
                  <c:v>5.145811874517688</c:v>
                </c:pt>
                <c:pt idx="52">
                  <c:v>5.147006469633161</c:v>
                </c:pt>
                <c:pt idx="53">
                  <c:v>5.147085393875843</c:v>
                </c:pt>
                <c:pt idx="54">
                  <c:v>5.150562942049462</c:v>
                </c:pt>
                <c:pt idx="55">
                  <c:v>5.154408829351087</c:v>
                </c:pt>
                <c:pt idx="56">
                  <c:v>5.157166397441138</c:v>
                </c:pt>
                <c:pt idx="57">
                  <c:v>5.156644299862498</c:v>
                </c:pt>
                <c:pt idx="58">
                  <c:v>5.161448248746601</c:v>
                </c:pt>
                <c:pt idx="59">
                  <c:v>5.162227093068133</c:v>
                </c:pt>
                <c:pt idx="60">
                  <c:v>5.162525133321394</c:v>
                </c:pt>
                <c:pt idx="61">
                  <c:v>5.171629018773807</c:v>
                </c:pt>
                <c:pt idx="62">
                  <c:v>5.176728867908952</c:v>
                </c:pt>
                <c:pt idx="63">
                  <c:v>5.175602732600164</c:v>
                </c:pt>
                <c:pt idx="64">
                  <c:v>5.179126602886828</c:v>
                </c:pt>
                <c:pt idx="65">
                  <c:v>5.180058119668673</c:v>
                </c:pt>
                <c:pt idx="66">
                  <c:v>5.1814716146682</c:v>
                </c:pt>
                <c:pt idx="67">
                  <c:v>5.183119282193668</c:v>
                </c:pt>
                <c:pt idx="68">
                  <c:v>5.189602976870522</c:v>
                </c:pt>
                <c:pt idx="69">
                  <c:v>5.190899490336428</c:v>
                </c:pt>
                <c:pt idx="70">
                  <c:v>5.191263345773347</c:v>
                </c:pt>
                <c:pt idx="71">
                  <c:v>5.192092406072074</c:v>
                </c:pt>
                <c:pt idx="72">
                  <c:v>5.192519049286272</c:v>
                </c:pt>
                <c:pt idx="73">
                  <c:v>5.194334062877133</c:v>
                </c:pt>
                <c:pt idx="74">
                  <c:v>5.196864168535425</c:v>
                </c:pt>
                <c:pt idx="75">
                  <c:v>5.199238185985117</c:v>
                </c:pt>
                <c:pt idx="76">
                  <c:v>5.20150380398718</c:v>
                </c:pt>
                <c:pt idx="77">
                  <c:v>5.201396153202827</c:v>
                </c:pt>
                <c:pt idx="78">
                  <c:v>5.2167271036381315</c:v>
                </c:pt>
                <c:pt idx="79">
                  <c:v>5.227814663037669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실측=예측</c:v>
                </c:pt>
              </c:strCache>
            </c:strRef>
          </c:tx>
          <c:spPr>
            <a:solidFill>
              <a:srgbClr val="C0392B"/>
            </a:solidFill>
            <a:ln w="127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5.014839964</c:v>
                </c:pt>
                <c:pt idx="1">
                  <c:v>5.019158706</c:v>
                </c:pt>
                <c:pt idx="2">
                  <c:v>5.026994313</c:v>
                </c:pt>
                <c:pt idx="3">
                  <c:v>5.036686668</c:v>
                </c:pt>
                <c:pt idx="4">
                  <c:v>5.052349141</c:v>
                </c:pt>
                <c:pt idx="5">
                  <c:v>5.055668282</c:v>
                </c:pt>
                <c:pt idx="6">
                  <c:v>5.057062439</c:v>
                </c:pt>
                <c:pt idx="7">
                  <c:v>5.060211409</c:v>
                </c:pt>
                <c:pt idx="8">
                  <c:v>5.0625295</c:v>
                </c:pt>
                <c:pt idx="9">
                  <c:v>5.063972627</c:v>
                </c:pt>
                <c:pt idx="10">
                  <c:v>5.065304894</c:v>
                </c:pt>
                <c:pt idx="11">
                  <c:v>5.065757042</c:v>
                </c:pt>
                <c:pt idx="12">
                  <c:v>5.065804184</c:v>
                </c:pt>
                <c:pt idx="13">
                  <c:v>5.066530643</c:v>
                </c:pt>
                <c:pt idx="14">
                  <c:v>5.066906966</c:v>
                </c:pt>
                <c:pt idx="15">
                  <c:v>5.069445234</c:v>
                </c:pt>
                <c:pt idx="16">
                  <c:v>5.070807846</c:v>
                </c:pt>
                <c:pt idx="17">
                  <c:v>5.07217806</c:v>
                </c:pt>
                <c:pt idx="18">
                  <c:v>5.072880038</c:v>
                </c:pt>
                <c:pt idx="19">
                  <c:v>5.076140387</c:v>
                </c:pt>
                <c:pt idx="20">
                  <c:v>5.076455136</c:v>
                </c:pt>
                <c:pt idx="21">
                  <c:v>5.082198852</c:v>
                </c:pt>
                <c:pt idx="22">
                  <c:v>5.09285287</c:v>
                </c:pt>
                <c:pt idx="23">
                  <c:v>5.093504808</c:v>
                </c:pt>
                <c:pt idx="24">
                  <c:v>5.093590159</c:v>
                </c:pt>
                <c:pt idx="25">
                  <c:v>5.098373074</c:v>
                </c:pt>
                <c:pt idx="26">
                  <c:v>5.100529298</c:v>
                </c:pt>
                <c:pt idx="27">
                  <c:v>5.100892462</c:v>
                </c:pt>
                <c:pt idx="28">
                  <c:v>5.101608601</c:v>
                </c:pt>
                <c:pt idx="29">
                  <c:v>5.102536722</c:v>
                </c:pt>
                <c:pt idx="30">
                  <c:v>5.102757915</c:v>
                </c:pt>
                <c:pt idx="31">
                  <c:v>5.108722713</c:v>
                </c:pt>
                <c:pt idx="32">
                  <c:v>5.110192386</c:v>
                </c:pt>
                <c:pt idx="33">
                  <c:v>5.112304263</c:v>
                </c:pt>
                <c:pt idx="34">
                  <c:v>5.114853095</c:v>
                </c:pt>
                <c:pt idx="35">
                  <c:v>5.117778158</c:v>
                </c:pt>
                <c:pt idx="36">
                  <c:v>5.118875743</c:v>
                </c:pt>
                <c:pt idx="37">
                  <c:v>5.118907438</c:v>
                </c:pt>
                <c:pt idx="38">
                  <c:v>5.120254908</c:v>
                </c:pt>
                <c:pt idx="39">
                  <c:v>5.123540976</c:v>
                </c:pt>
                <c:pt idx="40">
                  <c:v>5.124616531</c:v>
                </c:pt>
                <c:pt idx="41">
                  <c:v>5.125409397</c:v>
                </c:pt>
                <c:pt idx="42">
                  <c:v>5.126475747</c:v>
                </c:pt>
                <c:pt idx="43">
                  <c:v>5.130680353</c:v>
                </c:pt>
                <c:pt idx="44">
                  <c:v>5.138547103</c:v>
                </c:pt>
                <c:pt idx="45">
                  <c:v>5.139936256</c:v>
                </c:pt>
                <c:pt idx="46">
                  <c:v>5.140254327</c:v>
                </c:pt>
                <c:pt idx="47">
                  <c:v>5.140458342</c:v>
                </c:pt>
                <c:pt idx="48">
                  <c:v>5.140743893</c:v>
                </c:pt>
                <c:pt idx="49">
                  <c:v>5.141273092</c:v>
                </c:pt>
                <c:pt idx="50">
                  <c:v>5.141406069</c:v>
                </c:pt>
                <c:pt idx="51">
                  <c:v>5.145978474</c:v>
                </c:pt>
                <c:pt idx="52">
                  <c:v>5.147032235</c:v>
                </c:pt>
                <c:pt idx="53">
                  <c:v>5.147550732</c:v>
                </c:pt>
                <c:pt idx="54">
                  <c:v>5.149230073</c:v>
                </c:pt>
                <c:pt idx="55">
                  <c:v>5.155045489</c:v>
                </c:pt>
                <c:pt idx="56">
                  <c:v>5.15518278</c:v>
                </c:pt>
                <c:pt idx="57">
                  <c:v>5.156483541</c:v>
                </c:pt>
                <c:pt idx="58">
                  <c:v>5.161252751</c:v>
                </c:pt>
                <c:pt idx="59">
                  <c:v>5.162446785</c:v>
                </c:pt>
                <c:pt idx="60">
                  <c:v>5.162574962</c:v>
                </c:pt>
                <c:pt idx="61">
                  <c:v>5.172233693</c:v>
                </c:pt>
                <c:pt idx="62">
                  <c:v>5.175352741</c:v>
                </c:pt>
                <c:pt idx="63">
                  <c:v>5.175537128</c:v>
                </c:pt>
                <c:pt idx="64">
                  <c:v>5.179482801</c:v>
                </c:pt>
                <c:pt idx="65">
                  <c:v>5.180497687</c:v>
                </c:pt>
                <c:pt idx="66">
                  <c:v>5.181464142</c:v>
                </c:pt>
                <c:pt idx="67">
                  <c:v>5.182723608</c:v>
                </c:pt>
                <c:pt idx="68">
                  <c:v>5.189728181</c:v>
                </c:pt>
                <c:pt idx="69">
                  <c:v>5.190650884</c:v>
                </c:pt>
                <c:pt idx="70">
                  <c:v>5.191412022</c:v>
                </c:pt>
                <c:pt idx="71">
                  <c:v>5.191891407</c:v>
                </c:pt>
                <c:pt idx="72">
                  <c:v>5.193179269</c:v>
                </c:pt>
                <c:pt idx="73">
                  <c:v>5.194406987</c:v>
                </c:pt>
                <c:pt idx="74">
                  <c:v>5.197409584</c:v>
                </c:pt>
                <c:pt idx="75">
                  <c:v>5.198725542</c:v>
                </c:pt>
                <c:pt idx="76">
                  <c:v>5.201275891</c:v>
                </c:pt>
                <c:pt idx="77">
                  <c:v>5.202048163</c:v>
                </c:pt>
                <c:pt idx="78">
                  <c:v>5.217970769</c:v>
                </c:pt>
                <c:pt idx="79">
                  <c:v>5.22773453</c:v>
                </c:pt>
              </c:numCache>
            </c:numRef>
          </c:xVal>
          <c:yVal>
            <c:numRef>
              <c:f>Sheet1!$C$2:$C$81</c:f>
              <c:numCache>
                <c:formatCode>General</c:formatCode>
                <c:ptCount val="80"/>
                <c:pt idx="0">
                  <c:v>5.014839964</c:v>
                </c:pt>
                <c:pt idx="1">
                  <c:v>5.019158706</c:v>
                </c:pt>
                <c:pt idx="2">
                  <c:v>5.026994313</c:v>
                </c:pt>
                <c:pt idx="3">
                  <c:v>5.036686668</c:v>
                </c:pt>
                <c:pt idx="4">
                  <c:v>5.052349141</c:v>
                </c:pt>
                <c:pt idx="5">
                  <c:v>5.055668282</c:v>
                </c:pt>
                <c:pt idx="6">
                  <c:v>5.057062439</c:v>
                </c:pt>
                <c:pt idx="7">
                  <c:v>5.060211409</c:v>
                </c:pt>
                <c:pt idx="8">
                  <c:v>5.0625295</c:v>
                </c:pt>
                <c:pt idx="9">
                  <c:v>5.063972627</c:v>
                </c:pt>
                <c:pt idx="10">
                  <c:v>5.065304894</c:v>
                </c:pt>
                <c:pt idx="11">
                  <c:v>5.065757042</c:v>
                </c:pt>
                <c:pt idx="12">
                  <c:v>5.065804184</c:v>
                </c:pt>
                <c:pt idx="13">
                  <c:v>5.066530643</c:v>
                </c:pt>
                <c:pt idx="14">
                  <c:v>5.066906966</c:v>
                </c:pt>
                <c:pt idx="15">
                  <c:v>5.069445234</c:v>
                </c:pt>
                <c:pt idx="16">
                  <c:v>5.070807846</c:v>
                </c:pt>
                <c:pt idx="17">
                  <c:v>5.07217806</c:v>
                </c:pt>
                <c:pt idx="18">
                  <c:v>5.072880038</c:v>
                </c:pt>
                <c:pt idx="19">
                  <c:v>5.076140387</c:v>
                </c:pt>
                <c:pt idx="20">
                  <c:v>5.076455136</c:v>
                </c:pt>
                <c:pt idx="21">
                  <c:v>5.082198852</c:v>
                </c:pt>
                <c:pt idx="22">
                  <c:v>5.09285287</c:v>
                </c:pt>
                <c:pt idx="23">
                  <c:v>5.093504808</c:v>
                </c:pt>
                <c:pt idx="24">
                  <c:v>5.093590159</c:v>
                </c:pt>
                <c:pt idx="25">
                  <c:v>5.098373074</c:v>
                </c:pt>
                <c:pt idx="26">
                  <c:v>5.100529298</c:v>
                </c:pt>
                <c:pt idx="27">
                  <c:v>5.100892462</c:v>
                </c:pt>
                <c:pt idx="28">
                  <c:v>5.101608601</c:v>
                </c:pt>
                <c:pt idx="29">
                  <c:v>5.102536722</c:v>
                </c:pt>
                <c:pt idx="30">
                  <c:v>5.102757915</c:v>
                </c:pt>
                <c:pt idx="31">
                  <c:v>5.108722713</c:v>
                </c:pt>
                <c:pt idx="32">
                  <c:v>5.110192386</c:v>
                </c:pt>
                <c:pt idx="33">
                  <c:v>5.112304263</c:v>
                </c:pt>
                <c:pt idx="34">
                  <c:v>5.114853095</c:v>
                </c:pt>
                <c:pt idx="35">
                  <c:v>5.117778158</c:v>
                </c:pt>
                <c:pt idx="36">
                  <c:v>5.118875743</c:v>
                </c:pt>
                <c:pt idx="37">
                  <c:v>5.118907438</c:v>
                </c:pt>
                <c:pt idx="38">
                  <c:v>5.120254908</c:v>
                </c:pt>
                <c:pt idx="39">
                  <c:v>5.123540976</c:v>
                </c:pt>
                <c:pt idx="40">
                  <c:v>5.124616531</c:v>
                </c:pt>
                <c:pt idx="41">
                  <c:v>5.125409397</c:v>
                </c:pt>
                <c:pt idx="42">
                  <c:v>5.126475747</c:v>
                </c:pt>
                <c:pt idx="43">
                  <c:v>5.130680353</c:v>
                </c:pt>
                <c:pt idx="44">
                  <c:v>5.138547103</c:v>
                </c:pt>
                <c:pt idx="45">
                  <c:v>5.139936256</c:v>
                </c:pt>
                <c:pt idx="46">
                  <c:v>5.140254327</c:v>
                </c:pt>
                <c:pt idx="47">
                  <c:v>5.140458342</c:v>
                </c:pt>
                <c:pt idx="48">
                  <c:v>5.140743893</c:v>
                </c:pt>
                <c:pt idx="49">
                  <c:v>5.141273092</c:v>
                </c:pt>
                <c:pt idx="50">
                  <c:v>5.141406069</c:v>
                </c:pt>
                <c:pt idx="51">
                  <c:v>5.145978474</c:v>
                </c:pt>
                <c:pt idx="52">
                  <c:v>5.147032235</c:v>
                </c:pt>
                <c:pt idx="53">
                  <c:v>5.147550732</c:v>
                </c:pt>
                <c:pt idx="54">
                  <c:v>5.149230073</c:v>
                </c:pt>
                <c:pt idx="55">
                  <c:v>5.155045489</c:v>
                </c:pt>
                <c:pt idx="56">
                  <c:v>5.15518278</c:v>
                </c:pt>
                <c:pt idx="57">
                  <c:v>5.156483541</c:v>
                </c:pt>
                <c:pt idx="58">
                  <c:v>5.161252751</c:v>
                </c:pt>
                <c:pt idx="59">
                  <c:v>5.162446785</c:v>
                </c:pt>
                <c:pt idx="60">
                  <c:v>5.162574962</c:v>
                </c:pt>
                <c:pt idx="61">
                  <c:v>5.172233693</c:v>
                </c:pt>
                <c:pt idx="62">
                  <c:v>5.175352741</c:v>
                </c:pt>
                <c:pt idx="63">
                  <c:v>5.175537128</c:v>
                </c:pt>
                <c:pt idx="64">
                  <c:v>5.179482801</c:v>
                </c:pt>
                <c:pt idx="65">
                  <c:v>5.180497687</c:v>
                </c:pt>
                <c:pt idx="66">
                  <c:v>5.181464142</c:v>
                </c:pt>
                <c:pt idx="67">
                  <c:v>5.182723608</c:v>
                </c:pt>
                <c:pt idx="68">
                  <c:v>5.189728181</c:v>
                </c:pt>
                <c:pt idx="69">
                  <c:v>5.190650884</c:v>
                </c:pt>
                <c:pt idx="70">
                  <c:v>5.191412022</c:v>
                </c:pt>
                <c:pt idx="71">
                  <c:v>5.191891407</c:v>
                </c:pt>
                <c:pt idx="72">
                  <c:v>5.193179269</c:v>
                </c:pt>
                <c:pt idx="73">
                  <c:v>5.194406987</c:v>
                </c:pt>
                <c:pt idx="74">
                  <c:v>5.197409584</c:v>
                </c:pt>
                <c:pt idx="75">
                  <c:v>5.198725542</c:v>
                </c:pt>
                <c:pt idx="76">
                  <c:v>5.201275891</c:v>
                </c:pt>
                <c:pt idx="77">
                  <c:v>5.202048163</c:v>
                </c:pt>
                <c:pt idx="78">
                  <c:v>5.217970769</c:v>
                </c:pt>
                <c:pt idx="79">
                  <c:v>5.22773453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25"/>
          <c:min val="5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실측</a:t>
                </a:r>
              </a:p>
            </c:rich>
          </c:tx>
          <c:layout/>
          <c:overlay val="0"/>
        </c:title>
        <c:numFmt formatCode="0.0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At val="5"/>
        <c:auto val="1"/>
        <c:lblAlgn val="ctr"/>
        <c:noMultiLvlLbl val="1"/>
        <c:majorUnit val="0.05"/>
      </c:valAx>
      <c:valAx>
        <c:axId val="2094734552"/>
        <c:scaling>
          <c:orientation val="minMax"/>
          <c:max val="5.25"/>
          <c:min val="5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6B7A8F"/>
                    </a:solidFill>
                    <a:latin typeface="Arial"/>
                  </a:rPr>
                  <a:t>예측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At val="5"/>
        <c:crossBetween val="midCat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2개월차 산출물 발표. 1개월차에 구축한 자동해석 환경 위에서, 영향이 있는 설계변수를 먼저 선별하고 그 변수들로 머신러닝 대리모델을 구축한 과정을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01은 어떤 변수가 실제로 영향을 주는지 먼저 걸러낸 과정, 02는 남은 변수로 대리모델을 만든 과정, 03은 그 모델이 얼마나 정확한지와 어떤 변수가 성능을 좌우하는지 확인한 결과다.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냉각유는 1차 통과를 지난 뒤 분기에서 전원공급모듈 쪽으로 일부가 빠지기 때문에, 2차 통과는 1차 통과보다 적은 유량이 흐른다. 핀을 하나의 변수로 공유하면 한쪽 통과에 맞추는 순간 다른 쪽이 불리해지므로, 핀 두께와 개수를 통과별로 따로 두어 후보 변수는 11개가 된다. 11차원은 대리모델을 바로 만들기에 큰 공간이라, 먼저 영향이 있는 변수를 선별한다.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후보 11개를 바로 대리모델 실험에 넣지 않고, 먼저 확정적 선별 설계(DSD) 29회로 영향이 있는 변수를 골랐다. 실험표는 변수 하나만 중간값에 두고 나머지를 상하한에 두는 행 14개와 그 거울상 14개, 중심점 1개로 구성된다. 가짜 인자 3열은 실제로는 효과가 0이어야 하므로 판정의 기준선이 된다. 판정 규칙은 결과를 보기 전에 고정했다.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11개 중 8개가 활성, 3개(입구 각도, 중간 각도, 출구 유로 두께)는 어떤 응답에서도 기준을 넘지 못해 고정했다. 가장 눈여겨볼 점은 1차 핀 개수가 1차 균일도를, 2차 핀 개수가 2차 균일도를 각각 지배한다는 것이다. 핀을 통과별로 나눈 판단이 데이터로 뒷받침된다.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선별에서 남은 8개 변수로 최적라틴방격법 80점을 해석했다. 핀 개수가 가장 큰 영향을 주는 변수로 확인됐기 때문에, 개수를 10~24개 전 범위에 고르게 먼저 배치하고 두께는 그 개수에서 만들 수 있는 범위로 맞췄다.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GPR은 해석 결과를 학습해 임의의 설계에 대한 성능을 예측하는 모델이다. 다른 회귀 모델과 달리 예측값과 함께 불확실성을 준다. 해석점이 촘촘한 곳은 불확실성이 작고, 해석점 사이가 먼 곳은 커진다. 이 불확실성은 차월에 어디를 추가로 해석할지 정하는 데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자동해석 구조에 선별 실험표 생성(DSD.py)과 선별 판정·대리모델 학습(DSD_analysis.py, ML.py)을 추가했다. 형상 빌드, 해석, 결과 저장 모듈은 그대로 활용한다. 선별이 끝나면 프로그램이 멈추고 판정 결과를 사람이 확인한 뒤 2단계로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80점을 10묶음으로 나눠 한 묶음씩 빼고 학습한 모델로 빠진 묶음을 예측했다. 즉 모델이 처음 보는 설계를 얼마나 맞히는지 본 것이다. 점이 빨간 대각선에 가까울수록 정확하다. 7개 응답 모두 R² 0.89 이상이고, 2차 균일도가 0.893으로 가장 낮다.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DSD는 29회 실험에서 3수준으로 근사한 결과이고, GPR은 80점으로 학습한 비선형 모델이다. 서로 다른 데이터와 방법인데도 7개 응답 중 6개에서 1순위 변수가 같았고, 나머지 하나도 상위 2개 안에서는 일치했다. 그래서 1차 핀 개수, 2차 핀 개수, 분기 입구 두께를 지배 변수로 확정했다.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정확도가 낮은 응답은 2차 균일도다. 값 자체가 0에 가깝고 분기 이후 여러 변수가 함께 작용하는 구간이라, 80점만으로는 충분히 덮지 못했다. 차월에는 대리모델의 불확실성이 큰 지점을 골라 해석을 추가하는 적응 샘플링으로 이 부분을 보강하고, 그 위에서 다목적 최적화를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chart" Target="/ppt/charts/chart7.xml"/><Relationship Id="rId6" Type="http://schemas.openxmlformats.org/officeDocument/2006/relationships/chart" Target="/ppt/charts/chart8.xml"/><Relationship Id="rId7" Type="http://schemas.openxmlformats.org/officeDocument/2006/relationships/chart" Target="/ppt/charts/chart9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2C4E82">
              <a:alpha val="45000"/>
            </a:srgbClr>
          </a:solidFill>
          <a:ln w="12700">
            <a:solidFill>
              <a:srgbClr val="2C4E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00A3C4">
              <a:alpha val="22000"/>
            </a:srgbClr>
          </a:solidFill>
          <a:ln w="12700">
            <a:solidFill>
              <a:srgbClr val="00A3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학습조직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19072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생성부터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설계최적화까지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9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형상·해석 자동화 연계 설계최적화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953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수냉식 냉각판 유로·방열핀 설계 사례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49884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2C4E82"/>
          </a:solidFill>
          <a:ln w="12700">
            <a:solidFill>
              <a:srgbClr val="2C4E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988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2개월차   |   변수 선별 및 대리모델 구축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394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/ 성명 / 발표일자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 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81328"/>
            <a:ext cx="1118311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9222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7373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설계공간 재정의 및 변수 선별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92240" y="1792224"/>
            <a:ext cx="18288" cy="859536"/>
          </a:xfrm>
          <a:prstGeom prst="rect">
            <a:avLst/>
          </a:prstGeom>
          <a:solidFill>
            <a:srgbClr val="DDE3EB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75564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후보 설계변수 정의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선별 실험(DSD) 설계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선별 결과 및 활성 변수 확정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63824"/>
            <a:ext cx="1118311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419856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92240" y="3474720"/>
            <a:ext cx="18288" cy="859536"/>
          </a:xfrm>
          <a:prstGeom prst="rect">
            <a:avLst/>
          </a:prstGeom>
          <a:solidFill>
            <a:srgbClr val="DDE3EB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438144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활성 변수 실험계획(OLHD)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가우시안 프로세스 회귀(GPR)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코드 구성 갱신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1118311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5157216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510235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검증 및 지배 변수 식별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5157216"/>
            <a:ext cx="18288" cy="859536"/>
          </a:xfrm>
          <a:prstGeom prst="rect">
            <a:avLst/>
          </a:prstGeom>
          <a:solidFill>
            <a:srgbClr val="DDE3EB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512064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예측값 · 실측값 비교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지배 변수 교차 확인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한계 및 차월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설계공간 재정의 및 변수 선별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설계변수 정의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핀을 통과별로 나눈 이유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51660" y="1901952"/>
            <a:ext cx="2743200" cy="365760"/>
          </a:xfrm>
          <a:prstGeom prst="roundRect">
            <a:avLst>
              <a:gd name="adj" fmla="val 1750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16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 ·  총 유량 4 LPM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2267712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51660" y="2450592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16305B"/>
          </a:solidFill>
          <a:ln w="9525">
            <a:solidFill>
              <a:srgbClr val="163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5166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통과  —  총 유량 전체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3260" y="2834640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37460" y="3017520"/>
            <a:ext cx="1371600" cy="329184"/>
          </a:xfrm>
          <a:prstGeom prst="roundRect">
            <a:avLst>
              <a:gd name="adj" fmla="val 19444"/>
            </a:avLst>
          </a:prstGeom>
          <a:solidFill>
            <a:srgbClr val="00A3C4"/>
          </a:solidFill>
          <a:ln w="9525">
            <a:solidFill>
              <a:srgbClr val="00A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746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 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84248" y="3346704"/>
            <a:ext cx="2487168" cy="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84248" y="3346704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71416" y="3346704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" y="3529584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529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전원공급모듈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28416" y="3529584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16305B"/>
          </a:solidFill>
          <a:ln w="9525">
            <a:solidFill>
              <a:srgbClr val="1630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28416" y="3529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통과  —  분기 후 잔여 유량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40050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통과마다 지나는 유량이 달라, 핀 하나의 조건으로</a:t>
            </a:r>
            <a:endParaRPr lang="en-US" sz="9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2차 통과를 동시에 맞출 수 없음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13816" y="4626864"/>
            <a:ext cx="4846320" cy="493776"/>
          </a:xfrm>
          <a:prstGeom prst="roundRect">
            <a:avLst>
              <a:gd name="adj" fmla="val 11111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" y="462686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핀 두께 · 개수를 1차 · 2차 통과별로 독립 변수화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36792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설계변수  —  11개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7688" y="1847088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645920"/>
              </a:tblGrid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설계변수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39573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유로 형상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(7)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유로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 ~ 25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각도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 ~ 150 °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입구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~ 10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유로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~ 25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각도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 ~ 140 °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입구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~ 25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출구 유로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 ~ 35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통과 핀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(2)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3.0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~ 24 개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통과 핀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(2)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두께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3.0 mm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57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~ 24 개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6647688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갭은 두께 · 개수로 정해지는 종속값 — 최소 2.0 mm (제작 한계 2.5 mm는 최적화 단계 제약으로 적용)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11개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유로 형상 7 + 통과별 핀 두께 · 개수 4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통과별 독립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1·2차 통과 유량 차이를 설계에 반영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11차원 설계공간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대리모델을 만들기엔 차원이 큼 → 선별 필요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설계공간 재정의 및 변수 선별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실험(DSD) 설계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선별부터 하는가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2104" y="1975104"/>
            <a:ext cx="292608" cy="292608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19019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없는 변수를 근거 있게 고정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1488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감이 아니라 통계 판정으로 고정 여부 결정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32104" y="2542032"/>
            <a:ext cx="292608" cy="292608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246888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대리모델 차원 축소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715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해석 횟수로 설계공간을 더 촘촘하게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32104" y="3108960"/>
            <a:ext cx="292608" cy="292608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303580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영향도를 바로 확인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2826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 단계에서 지배 변수 파악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규칙 — 실험 전에 고정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40233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통계적 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 ≤ 0.05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가짜 인자(잡음 바닥)와 구분되는가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실무적 의미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기여율 ≥ 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변동의 2% 이상을 설명하는가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813816" y="5084064"/>
            <a:ext cx="4846320" cy="896112"/>
          </a:xfrm>
          <a:prstGeom prst="roundRect">
            <a:avLst>
              <a:gd name="adj" fmla="val 61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" y="5084064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조건을 모두 만족해야 '영향 있음'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7개 어디에서도 영향이 없으면 → 그 변수는 고정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 기준을 바꾸지 않도록 실험 전에 확정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36792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실험표 구조  —  29회 × 14열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543800" y="18653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변수 11개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460736" y="1865376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인자 3개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43800" y="2103120"/>
            <a:ext cx="2889504" cy="0"/>
          </a:xfrm>
          <a:prstGeom prst="line">
            <a:avLst/>
          </a:prstGeom>
          <a:noFill/>
          <a:ln w="12700">
            <a:solidFill>
              <a:srgbClr val="1630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88168" y="2103120"/>
            <a:ext cx="768096" cy="0"/>
          </a:xfrm>
          <a:prstGeom prst="line">
            <a:avLst/>
          </a:prstGeom>
          <a:noFill/>
          <a:ln w="12700">
            <a:solidFill>
              <a:srgbClr val="00A3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0" y="2212848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08976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74152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39328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04504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69680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34856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400032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65208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30384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95560" y="221284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460736" y="2212848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725912" y="2212848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991088" y="2212848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543800" y="229880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08976" y="2298802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74152" y="229880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39328" y="229880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604504" y="229880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69680" y="229880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134856" y="229880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400032" y="229880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665208" y="229880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930384" y="229880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195560" y="229880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460736" y="2298802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725912" y="229880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991088" y="2298802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543800" y="238475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808976" y="238475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074152" y="2384755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339328" y="238475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604504" y="238475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38475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134856" y="238475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400032" y="238475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665208" y="238475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930384" y="238475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195560" y="238475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460736" y="2384755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725912" y="2384755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991088" y="2384755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543800" y="247070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808976" y="247070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074152" y="247070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339328" y="247070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604504" y="247070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869680" y="247070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134856" y="247070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400032" y="247070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665208" y="247070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930384" y="247070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195560" y="247070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0460736" y="2470709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725912" y="2470709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0991088" y="2470709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543800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808976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8074152" y="25566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339328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604504" y="2556662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869680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134856" y="25566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9400032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9665208" y="25566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9930384" y="25566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195560" y="25566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460736" y="255666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725912" y="255666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991088" y="2556662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543800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808976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074152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339328" y="264261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604504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2642616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9134856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9400032" y="264261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9665208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9930384" y="264261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195560" y="264261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460736" y="2642616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725912" y="2642616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0991088" y="2642616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543800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808976" y="272857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074152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339328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604504" y="272857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8869680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9134856" y="2728570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400032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9665208" y="272857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9930384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195560" y="272857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0460736" y="2728570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725912" y="2728570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0991088" y="2728570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543800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808976" y="281452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8074152" y="281452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339328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604504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869680" y="281452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9134856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9400032" y="2814523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9665208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9930384" y="281452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0195560" y="281452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0460736" y="2814523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0725912" y="2814523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991088" y="2814523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543800" y="290047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808976" y="290047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074152" y="290047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339328" y="290047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604504" y="290047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869680" y="290047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9134856" y="290047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9400032" y="290047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665208" y="2900477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930384" y="290047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0195560" y="290047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460736" y="2900477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725912" y="2900477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991088" y="2900477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7543800" y="298643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7808976" y="298643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074152" y="298643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339328" y="298643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604504" y="298643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869680" y="298643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9134856" y="298643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400032" y="298643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665208" y="298643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930384" y="2986430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195560" y="298643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460736" y="2986430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725912" y="2986430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991088" y="2986430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543800" y="307238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808976" y="307238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8074152" y="307238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8339328" y="307238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8604504" y="307238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869680" y="307238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9134856" y="307238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400032" y="307238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9665208" y="307238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9930384" y="307238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195560" y="3072384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0460736" y="3072384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10725912" y="3072384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0991088" y="3072384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7543800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808976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8074152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8339328" y="315833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8604504" y="315833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8869680" y="315833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9134856" y="315833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9400032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9665208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9930384" y="315833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0195560" y="315833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0460736" y="3158338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10725912" y="3158338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10991088" y="3158338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543800" y="324429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808976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074152" y="324429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8339328" y="324429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8604504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869680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9134856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9400032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9665208" y="324429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9930384" y="324429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10195560" y="324429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460736" y="3244291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725912" y="3244291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10991088" y="3244291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43800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808976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8074152" y="333024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8339328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8604504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8869680" y="333024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9134856" y="333024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9400032" y="333024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9665208" y="333024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9930384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195560" y="333024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460736" y="3330245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0725912" y="3330245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10991088" y="3330245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43800" y="3461918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7808976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74152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339328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604504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869680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9134856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9400032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9665208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9930384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10195560" y="346191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10460736" y="3461918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10725912" y="3461918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0991088" y="3461918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7543800" y="354787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7808976" y="3547872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074152" y="354787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339328" y="354787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604504" y="354787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869680" y="354787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9134856" y="354787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9400032" y="354787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9665208" y="354787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9930384" y="354787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0195560" y="354787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0460736" y="354787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0725912" y="3547872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10991088" y="354787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7543800" y="363382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7808976" y="363382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074152" y="3633826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339328" y="363382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604504" y="363382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869680" y="363382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9134856" y="363382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9400032" y="363382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9665208" y="363382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9930384" y="363382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0195560" y="363382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0460736" y="3633826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0725912" y="3633826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0991088" y="3633826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7543800" y="371977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7808976" y="371977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074152" y="371977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339328" y="371977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8604504" y="371977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8869680" y="371977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134856" y="371977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400032" y="3719779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665208" y="371977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930384" y="371977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0195560" y="3719779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0460736" y="3719779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10725912" y="3719779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0991088" y="3719779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7543800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7808976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8074152" y="380573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39328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8604504" y="3805733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8869680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134856" y="380573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400032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665208" y="3805733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930384" y="380573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10195560" y="3805733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10460736" y="3805733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0725912" y="3805733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0991088" y="3805733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7543800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7808976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8074152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8339328" y="389168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604504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8869680" y="3891686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9134856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9400032" y="389168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9665208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9930384" y="3891686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195560" y="3891686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460736" y="3891686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725912" y="3891686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991088" y="3891686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7543800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7808976" y="397764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8074152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8339328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8604504" y="397764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8869680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9134856" y="3977640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9400032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9665208" y="3977640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9930384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195560" y="3977640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460736" y="3977640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725912" y="3977640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991088" y="3977640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7543800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7808976" y="406359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8074152" y="406359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8339328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8604504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8869680" y="406359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9134856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9400032" y="4063594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9665208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9930384" y="406359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0195560" y="406359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0460736" y="4063594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0725912" y="4063594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0991088" y="4063594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7543800" y="414954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7808976" y="414954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8074152" y="414954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8339328" y="414954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8604504" y="414954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8869680" y="414954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9134856" y="414954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9400032" y="414954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9665208" y="4149547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9930384" y="4149547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0195560" y="4149547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0460736" y="4149547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0725912" y="4149547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0991088" y="4149547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7543800" y="423550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7808976" y="423550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8074152" y="423550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8339328" y="423550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8604504" y="423550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8869680" y="423550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9134856" y="423550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9400032" y="4235501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9665208" y="423550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9930384" y="4235501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0195560" y="4235501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0460736" y="4235501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0725912" y="4235501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0991088" y="4235501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7543800" y="432145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7808976" y="432145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8074152" y="432145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8339328" y="432145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8604504" y="432145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8869680" y="432145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9134856" y="432145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9400032" y="432145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9665208" y="4321454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9930384" y="4321454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0195560" y="4321454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10460736" y="4321454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80" name="Shape 377"/>
          <p:cNvSpPr/>
          <p:nvPr/>
        </p:nvSpPr>
        <p:spPr>
          <a:xfrm>
            <a:off x="10725912" y="4321454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81" name="Shape 378"/>
          <p:cNvSpPr/>
          <p:nvPr/>
        </p:nvSpPr>
        <p:spPr>
          <a:xfrm>
            <a:off x="10991088" y="4321454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7543800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83" name="Shape 380"/>
          <p:cNvSpPr/>
          <p:nvPr/>
        </p:nvSpPr>
        <p:spPr>
          <a:xfrm>
            <a:off x="7808976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84" name="Shape 381"/>
          <p:cNvSpPr/>
          <p:nvPr/>
        </p:nvSpPr>
        <p:spPr>
          <a:xfrm>
            <a:off x="8074152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8339328" y="440740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6" name="Shape 383"/>
          <p:cNvSpPr/>
          <p:nvPr/>
        </p:nvSpPr>
        <p:spPr>
          <a:xfrm>
            <a:off x="8604504" y="440740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7" name="Shape 384"/>
          <p:cNvSpPr/>
          <p:nvPr/>
        </p:nvSpPr>
        <p:spPr>
          <a:xfrm>
            <a:off x="8869680" y="440740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8" name="Shape 385"/>
          <p:cNvSpPr/>
          <p:nvPr/>
        </p:nvSpPr>
        <p:spPr>
          <a:xfrm>
            <a:off x="9134856" y="440740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9" name="Shape 386"/>
          <p:cNvSpPr/>
          <p:nvPr/>
        </p:nvSpPr>
        <p:spPr>
          <a:xfrm>
            <a:off x="9400032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90" name="Shape 387"/>
          <p:cNvSpPr/>
          <p:nvPr/>
        </p:nvSpPr>
        <p:spPr>
          <a:xfrm>
            <a:off x="9665208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9930384" y="4407408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92" name="Shape 389"/>
          <p:cNvSpPr/>
          <p:nvPr/>
        </p:nvSpPr>
        <p:spPr>
          <a:xfrm>
            <a:off x="10195560" y="4407408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93" name="Shape 390"/>
          <p:cNvSpPr/>
          <p:nvPr/>
        </p:nvSpPr>
        <p:spPr>
          <a:xfrm>
            <a:off x="10460736" y="4407408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394" name="Shape 391"/>
          <p:cNvSpPr/>
          <p:nvPr/>
        </p:nvSpPr>
        <p:spPr>
          <a:xfrm>
            <a:off x="10725912" y="4407408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395" name="Shape 392"/>
          <p:cNvSpPr/>
          <p:nvPr/>
        </p:nvSpPr>
        <p:spPr>
          <a:xfrm>
            <a:off x="10991088" y="4407408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396" name="Shape 393"/>
          <p:cNvSpPr/>
          <p:nvPr/>
        </p:nvSpPr>
        <p:spPr>
          <a:xfrm>
            <a:off x="7543800" y="44933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7808976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8074152" y="44933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399" name="Shape 396"/>
          <p:cNvSpPr/>
          <p:nvPr/>
        </p:nvSpPr>
        <p:spPr>
          <a:xfrm>
            <a:off x="8339328" y="44933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8604504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8869680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9134856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9400032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9665208" y="44933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9930384" y="4493362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06" name="Shape 403"/>
          <p:cNvSpPr/>
          <p:nvPr/>
        </p:nvSpPr>
        <p:spPr>
          <a:xfrm>
            <a:off x="10195560" y="4493362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07" name="Shape 404"/>
          <p:cNvSpPr/>
          <p:nvPr/>
        </p:nvSpPr>
        <p:spPr>
          <a:xfrm>
            <a:off x="10460736" y="449336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10725912" y="4493362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10991088" y="4493362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410" name="Shape 407"/>
          <p:cNvSpPr/>
          <p:nvPr/>
        </p:nvSpPr>
        <p:spPr>
          <a:xfrm>
            <a:off x="7543800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11" name="Shape 408"/>
          <p:cNvSpPr/>
          <p:nvPr/>
        </p:nvSpPr>
        <p:spPr>
          <a:xfrm>
            <a:off x="7808976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8074152" y="457931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8339328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8604504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8869680" y="457931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9134856" y="457931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9400032" y="457931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9665208" y="4579315"/>
            <a:ext cx="242316" cy="6949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9930384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10195560" y="4579315"/>
            <a:ext cx="242316" cy="69494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10460736" y="4579315"/>
            <a:ext cx="242316" cy="69494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10725912" y="4579315"/>
            <a:ext cx="242316" cy="69494"/>
          </a:xfrm>
          <a:prstGeom prst="rect">
            <a:avLst/>
          </a:prstGeom>
          <a:solidFill>
            <a:srgbClr val="E2F4F8"/>
          </a:solidFill>
          <a:ln w="12700">
            <a:solidFill>
              <a:srgbClr val="E2F4F8"/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10991088" y="4579315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7543800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7808976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8074152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8339328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8604504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8869680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9134856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9400032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9665208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9930384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10195560" y="4710989"/>
            <a:ext cx="242316" cy="69494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10460736" y="4710989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10725912" y="4710989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10991088" y="4710989"/>
            <a:ext cx="242316" cy="69494"/>
          </a:xfrm>
          <a:prstGeom prst="rect">
            <a:avLst/>
          </a:prstGeom>
          <a:solidFill>
            <a:srgbClr val="8DD2E2"/>
          </a:solidFill>
          <a:ln w="12700">
            <a:solidFill>
              <a:srgbClr val="8DD2E2"/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7452360" y="2221992"/>
            <a:ext cx="0" cy="1175918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439" name="Text 436"/>
          <p:cNvSpPr txBox="1"/>
          <p:nvPr/>
        </p:nvSpPr>
        <p:spPr>
          <a:xfrm>
            <a:off x="6574536" y="2695651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14회</a:t>
            </a:r>
            <a:endParaRPr lang="en-US" sz="850" dirty="0"/>
          </a:p>
        </p:txBody>
      </p:sp>
      <p:sp>
        <p:nvSpPr>
          <p:cNvPr id="440" name="Shape 437"/>
          <p:cNvSpPr/>
          <p:nvPr/>
        </p:nvSpPr>
        <p:spPr>
          <a:xfrm>
            <a:off x="7452360" y="3471062"/>
            <a:ext cx="0" cy="1175918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441" name="Text 438"/>
          <p:cNvSpPr txBox="1"/>
          <p:nvPr/>
        </p:nvSpPr>
        <p:spPr>
          <a:xfrm>
            <a:off x="6574536" y="394472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거울상 14회</a:t>
            </a:r>
            <a:endParaRPr lang="en-US" sz="850" dirty="0"/>
          </a:p>
        </p:txBody>
      </p:sp>
      <p:sp>
        <p:nvSpPr>
          <p:cNvPr id="442" name="Shape 439"/>
          <p:cNvSpPr/>
          <p:nvPr/>
        </p:nvSpPr>
        <p:spPr>
          <a:xfrm>
            <a:off x="7452360" y="4720133"/>
            <a:ext cx="0" cy="58522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443" name="Text 440"/>
          <p:cNvSpPr txBox="1"/>
          <p:nvPr/>
        </p:nvSpPr>
        <p:spPr>
          <a:xfrm>
            <a:off x="6574536" y="463509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중심점 1회</a:t>
            </a:r>
            <a:endParaRPr lang="en-US" sz="850" dirty="0"/>
          </a:p>
        </p:txBody>
      </p:sp>
      <p:sp>
        <p:nvSpPr>
          <p:cNvPr id="444" name="Shape 441"/>
          <p:cNvSpPr/>
          <p:nvPr/>
        </p:nvSpPr>
        <p:spPr>
          <a:xfrm>
            <a:off x="7543800" y="4915814"/>
            <a:ext cx="182880" cy="128016"/>
          </a:xfrm>
          <a:prstGeom prst="rect">
            <a:avLst/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445" name="Text 442"/>
          <p:cNvSpPr txBox="1"/>
          <p:nvPr/>
        </p:nvSpPr>
        <p:spPr>
          <a:xfrm>
            <a:off x="7781544" y="487009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하한</a:t>
            </a:r>
            <a:endParaRPr lang="en-US" sz="850" dirty="0"/>
          </a:p>
        </p:txBody>
      </p:sp>
      <p:sp>
        <p:nvSpPr>
          <p:cNvPr id="446" name="Shape 443"/>
          <p:cNvSpPr/>
          <p:nvPr/>
        </p:nvSpPr>
        <p:spPr>
          <a:xfrm>
            <a:off x="8503920" y="4915814"/>
            <a:ext cx="182880" cy="128016"/>
          </a:xfrm>
          <a:prstGeom prst="rect">
            <a:avLst/>
          </a:prstGeom>
          <a:solidFill>
            <a:srgbClr val="8FB0D4"/>
          </a:solidFill>
          <a:ln w="12700">
            <a:solidFill>
              <a:srgbClr val="8FB0D4"/>
            </a:solidFill>
            <a:prstDash val="solid"/>
          </a:ln>
        </p:spPr>
      </p:sp>
      <p:sp>
        <p:nvSpPr>
          <p:cNvPr id="447" name="Text 444"/>
          <p:cNvSpPr txBox="1"/>
          <p:nvPr/>
        </p:nvSpPr>
        <p:spPr>
          <a:xfrm>
            <a:off x="8741664" y="487009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850" dirty="0"/>
          </a:p>
        </p:txBody>
      </p:sp>
      <p:sp>
        <p:nvSpPr>
          <p:cNvPr id="448" name="Shape 445"/>
          <p:cNvSpPr/>
          <p:nvPr/>
        </p:nvSpPr>
        <p:spPr>
          <a:xfrm>
            <a:off x="9464040" y="4915814"/>
            <a:ext cx="182880" cy="128016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449" name="Text 446"/>
          <p:cNvSpPr txBox="1"/>
          <p:nvPr/>
        </p:nvSpPr>
        <p:spPr>
          <a:xfrm>
            <a:off x="9701784" y="487009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</a:t>
            </a:r>
            <a:endParaRPr lang="en-US" sz="850" dirty="0"/>
          </a:p>
        </p:txBody>
      </p:sp>
      <p:sp>
        <p:nvSpPr>
          <p:cNvPr id="450" name="Text 447"/>
          <p:cNvSpPr txBox="1"/>
          <p:nvPr/>
        </p:nvSpPr>
        <p:spPr>
          <a:xfrm>
            <a:off x="6647688" y="516270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행: 변수 1개만 중간값, 나머지는 하한·상한 → 곡률(중간값이 나은지)까지 확인</a:t>
            </a:r>
            <a:endParaRPr lang="en-US" sz="8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거울상: 부호를 뒤집은 쌍 → 주효과가 2변수 상호작용과 섞이지 않음</a:t>
            </a:r>
            <a:endParaRPr lang="en-US" sz="8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인자: 어떤 치수와도 연결하지 않은 빈 열 → '효과 없음' 기준선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설계공간 재정의 및 변수 선별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결과 및 활성 변수 확정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183112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분산 기여율 (%)  —  DSD 29회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10512"/>
          <a:ext cx="105613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600200"/>
              </a:tblGrid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온도편차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최고온도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균일도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균일도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유로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8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A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각도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 →  150°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입구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1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C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유로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A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각도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 →  115°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입구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A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출구 유로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 →  35 mm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2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94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C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8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6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13816" y="5010912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칸 = 영향 인정 (p ≤ 0.05 그리고 기여율 ≥ 2%)  ·  회색 숫자 = 영향 없음  ·  고정값: 유의한 목적함수가 유리한 끝값, 없으면 범위 중앙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핀 개수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차압 56% · 최고온도 52% · 1차 균일도 52%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핀 개수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온도편차 37% · 2차 균일도 51%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입구 두께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분기비 84% — 분기 유량을 사실상 결정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 실험계획 (OLHD)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실험점 분포  —  80점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8653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핀 개수 × 두께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7512" y="2103120"/>
          <a:ext cx="2514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246120" y="18653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유로 × 분기 입구 두께</a:t>
            </a:r>
            <a:endParaRPr lang="en-US" sz="9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3246120" y="2103120"/>
          <a:ext cx="2514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813816" y="51389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핀이 많을수록 가능한 두께가 줄어드는 가공 제약 영역 안에 분포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오른쪽: 제약이 없는 변수 쌍은 설계공간 전체에 고르게 분포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336792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실험계획 요약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647688" y="1883664"/>
            <a:ext cx="1481328" cy="91440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647688" y="192024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6647688" y="24505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293608" y="1883664"/>
            <a:ext cx="1481328" cy="914400"/>
          </a:xfrm>
          <a:prstGeom prst="roundRect">
            <a:avLst>
              <a:gd name="adj" fmla="val 7000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93608" y="192024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8293608" y="24505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실험점 (10 × 8)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939528" y="1883664"/>
            <a:ext cx="1481328" cy="91440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939528" y="192024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9939528" y="24505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변수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7688" y="2999232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749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유로 · 분기 입구 · 중간 유로 · 중간 입구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· 2차 핀 두께 ·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각도 150° · 중간 각도 115° · 출구 유로 35 mm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실험계획법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최적라틴방격법(OLHD) — 적은 점으로 균일 분포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6647688" y="4773168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E8F6FA"/>
          </a:solidFill>
          <a:ln w="9525">
            <a:solidFill>
              <a:srgbClr val="00A3C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793992" y="47731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3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개수를 먼저 고르게 배치</a:t>
            </a:r>
            <a:endParaRPr lang="en-US" sz="93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개수가 지배 변수로 확인되어 10~24개 전 범위에 고르게 배치하고, 두께는 그 개수에서 가능한 범위로 맞춤</a:t>
            </a:r>
            <a:endParaRPr lang="en-US" sz="93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두께를 먼저 뽑으면 22~24개 구간이 80점 중 1~2점에 그침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가우시안 프로세스 회귀 (GPR)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 —  예측값과 불확실성을 함께 제공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4480560" cy="25146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57400"/>
            <a:ext cx="4480560" cy="2514600"/>
          </a:xfrm>
          <a:custGeom>
            <a:avLst/>
            <a:gdLst/>
            <a:ahLst/>
            <a:cxnLst/>
            <a:rect l="l" t="t" r="r" b="b"/>
            <a:pathLst>
              <a:path w="4480560" h="2514600">
                <a:moveTo>
                  <a:pt x="0" y="1105074"/>
                </a:moveTo>
                <a:lnTo>
                  <a:pt x="56007" y="1213199"/>
                </a:lnTo>
                <a:lnTo>
                  <a:pt x="112014" y="1320925"/>
                </a:lnTo>
                <a:lnTo>
                  <a:pt x="168021" y="1424712"/>
                </a:lnTo>
                <a:lnTo>
                  <a:pt x="224028" y="1520172"/>
                </a:lnTo>
                <a:lnTo>
                  <a:pt x="280035" y="1386990"/>
                </a:lnTo>
                <a:lnTo>
                  <a:pt x="336042" y="1257524"/>
                </a:lnTo>
                <a:lnTo>
                  <a:pt x="392049" y="1136714"/>
                </a:lnTo>
                <a:lnTo>
                  <a:pt x="448056" y="1028762"/>
                </a:lnTo>
                <a:lnTo>
                  <a:pt x="504063" y="937158"/>
                </a:lnTo>
                <a:lnTo>
                  <a:pt x="560070" y="864720"/>
                </a:lnTo>
                <a:lnTo>
                  <a:pt x="616077" y="813620"/>
                </a:lnTo>
                <a:lnTo>
                  <a:pt x="672084" y="785388"/>
                </a:lnTo>
                <a:lnTo>
                  <a:pt x="728091" y="780880"/>
                </a:lnTo>
                <a:lnTo>
                  <a:pt x="784098" y="800197"/>
                </a:lnTo>
                <a:lnTo>
                  <a:pt x="840105" y="842546"/>
                </a:lnTo>
                <a:lnTo>
                  <a:pt x="896112" y="906037"/>
                </a:lnTo>
                <a:lnTo>
                  <a:pt x="952119" y="987421"/>
                </a:lnTo>
                <a:lnTo>
                  <a:pt x="1008126" y="1005237"/>
                </a:lnTo>
                <a:lnTo>
                  <a:pt x="1064133" y="923038"/>
                </a:lnTo>
                <a:lnTo>
                  <a:pt x="1120140" y="862076"/>
                </a:lnTo>
                <a:lnTo>
                  <a:pt x="1176147" y="826137"/>
                </a:lnTo>
                <a:lnTo>
                  <a:pt x="1232154" y="817439"/>
                </a:lnTo>
                <a:lnTo>
                  <a:pt x="1288161" y="836889"/>
                </a:lnTo>
                <a:lnTo>
                  <a:pt x="1344168" y="884243"/>
                </a:lnTo>
                <a:lnTo>
                  <a:pt x="1400175" y="958189"/>
                </a:lnTo>
                <a:lnTo>
                  <a:pt x="1456182" y="1056356"/>
                </a:lnTo>
                <a:lnTo>
                  <a:pt x="1512189" y="1175251"/>
                </a:lnTo>
                <a:lnTo>
                  <a:pt x="1568196" y="1310141"/>
                </a:lnTo>
                <a:lnTo>
                  <a:pt x="1624203" y="1454902"/>
                </a:lnTo>
                <a:lnTo>
                  <a:pt x="1680210" y="1601853"/>
                </a:lnTo>
                <a:lnTo>
                  <a:pt x="1736217" y="1655180"/>
                </a:lnTo>
                <a:lnTo>
                  <a:pt x="1792224" y="1657313"/>
                </a:lnTo>
                <a:lnTo>
                  <a:pt x="1848231" y="1674708"/>
                </a:lnTo>
                <a:lnTo>
                  <a:pt x="1904238" y="1709987"/>
                </a:lnTo>
                <a:lnTo>
                  <a:pt x="1960245" y="1763408"/>
                </a:lnTo>
                <a:lnTo>
                  <a:pt x="2016252" y="1833013"/>
                </a:lnTo>
                <a:lnTo>
                  <a:pt x="2072259" y="1914790"/>
                </a:lnTo>
                <a:lnTo>
                  <a:pt x="2128266" y="1934481"/>
                </a:lnTo>
                <a:lnTo>
                  <a:pt x="2184273" y="1835888"/>
                </a:lnTo>
                <a:lnTo>
                  <a:pt x="2240280" y="1719351"/>
                </a:lnTo>
                <a:lnTo>
                  <a:pt x="2296287" y="1591132"/>
                </a:lnTo>
                <a:lnTo>
                  <a:pt x="2352294" y="1456538"/>
                </a:lnTo>
                <a:lnTo>
                  <a:pt x="2408301" y="1319897"/>
                </a:lnTo>
                <a:lnTo>
                  <a:pt x="2464308" y="1184619"/>
                </a:lnTo>
                <a:lnTo>
                  <a:pt x="2520315" y="1053297"/>
                </a:lnTo>
                <a:lnTo>
                  <a:pt x="2576322" y="927834"/>
                </a:lnTo>
                <a:lnTo>
                  <a:pt x="2632329" y="809576"/>
                </a:lnTo>
                <a:lnTo>
                  <a:pt x="2688336" y="699433"/>
                </a:lnTo>
                <a:lnTo>
                  <a:pt x="2744343" y="597994"/>
                </a:lnTo>
                <a:lnTo>
                  <a:pt x="2800350" y="505625"/>
                </a:lnTo>
                <a:lnTo>
                  <a:pt x="2856357" y="422557"/>
                </a:lnTo>
                <a:lnTo>
                  <a:pt x="2912364" y="348954"/>
                </a:lnTo>
                <a:lnTo>
                  <a:pt x="2968371" y="284966"/>
                </a:lnTo>
                <a:lnTo>
                  <a:pt x="3024378" y="230775"/>
                </a:lnTo>
                <a:lnTo>
                  <a:pt x="3080385" y="186613"/>
                </a:lnTo>
                <a:lnTo>
                  <a:pt x="3136392" y="152779"/>
                </a:lnTo>
                <a:lnTo>
                  <a:pt x="3192399" y="129630"/>
                </a:lnTo>
                <a:lnTo>
                  <a:pt x="3248406" y="117554"/>
                </a:lnTo>
                <a:lnTo>
                  <a:pt x="3304413" y="116931"/>
                </a:lnTo>
                <a:lnTo>
                  <a:pt x="3360420" y="128059"/>
                </a:lnTo>
                <a:lnTo>
                  <a:pt x="3416427" y="151065"/>
                </a:lnTo>
                <a:lnTo>
                  <a:pt x="3472434" y="185772"/>
                </a:lnTo>
                <a:lnTo>
                  <a:pt x="3528441" y="231540"/>
                </a:lnTo>
                <a:lnTo>
                  <a:pt x="3584448" y="287065"/>
                </a:lnTo>
                <a:lnTo>
                  <a:pt x="3640455" y="350135"/>
                </a:lnTo>
                <a:lnTo>
                  <a:pt x="3696462" y="417337"/>
                </a:lnTo>
                <a:lnTo>
                  <a:pt x="3752469" y="370188"/>
                </a:lnTo>
                <a:lnTo>
                  <a:pt x="3808476" y="263714"/>
                </a:lnTo>
                <a:lnTo>
                  <a:pt x="3864483" y="182621"/>
                </a:lnTo>
                <a:lnTo>
                  <a:pt x="3920490" y="130079"/>
                </a:lnTo>
                <a:lnTo>
                  <a:pt x="3976497" y="107874"/>
                </a:lnTo>
                <a:lnTo>
                  <a:pt x="4032504" y="116581"/>
                </a:lnTo>
                <a:lnTo>
                  <a:pt x="4088511" y="155639"/>
                </a:lnTo>
                <a:lnTo>
                  <a:pt x="4144518" y="223332"/>
                </a:lnTo>
                <a:lnTo>
                  <a:pt x="4200525" y="316679"/>
                </a:lnTo>
                <a:lnTo>
                  <a:pt x="4256532" y="431228"/>
                </a:lnTo>
                <a:lnTo>
                  <a:pt x="4312539" y="355739"/>
                </a:lnTo>
                <a:lnTo>
                  <a:pt x="4368546" y="279962"/>
                </a:lnTo>
                <a:lnTo>
                  <a:pt x="4424553" y="207683"/>
                </a:lnTo>
                <a:lnTo>
                  <a:pt x="4480560" y="141382"/>
                </a:lnTo>
                <a:lnTo>
                  <a:pt x="4480560" y="981540"/>
                </a:lnTo>
                <a:lnTo>
                  <a:pt x="4424553" y="840944"/>
                </a:lnTo>
                <a:lnTo>
                  <a:pt x="4368546" y="699317"/>
                </a:lnTo>
                <a:lnTo>
                  <a:pt x="4312539" y="560941"/>
                </a:lnTo>
                <a:lnTo>
                  <a:pt x="4256532" y="431251"/>
                </a:lnTo>
                <a:lnTo>
                  <a:pt x="4200525" y="501223"/>
                </a:lnTo>
                <a:lnTo>
                  <a:pt x="4144518" y="560234"/>
                </a:lnTo>
                <a:lnTo>
                  <a:pt x="4088511" y="604058"/>
                </a:lnTo>
                <a:lnTo>
                  <a:pt x="4032504" y="629854"/>
                </a:lnTo>
                <a:lnTo>
                  <a:pt x="3976497" y="636140"/>
                </a:lnTo>
                <a:lnTo>
                  <a:pt x="3920490" y="622788"/>
                </a:lnTo>
                <a:lnTo>
                  <a:pt x="3864483" y="591012"/>
                </a:lnTo>
                <a:lnTo>
                  <a:pt x="3808476" y="543367"/>
                </a:lnTo>
                <a:lnTo>
                  <a:pt x="3752469" y="483742"/>
                </a:lnTo>
                <a:lnTo>
                  <a:pt x="3696462" y="497220"/>
                </a:lnTo>
                <a:lnTo>
                  <a:pt x="3640455" y="638482"/>
                </a:lnTo>
                <a:lnTo>
                  <a:pt x="3584448" y="787897"/>
                </a:lnTo>
                <a:lnTo>
                  <a:pt x="3528441" y="940455"/>
                </a:lnTo>
                <a:lnTo>
                  <a:pt x="3472434" y="1092192"/>
                </a:lnTo>
                <a:lnTo>
                  <a:pt x="3416427" y="1240096"/>
                </a:lnTo>
                <a:lnTo>
                  <a:pt x="3360420" y="1381973"/>
                </a:lnTo>
                <a:lnTo>
                  <a:pt x="3304413" y="1516314"/>
                </a:lnTo>
                <a:lnTo>
                  <a:pt x="3248406" y="1642144"/>
                </a:lnTo>
                <a:lnTo>
                  <a:pt x="3192399" y="1758897"/>
                </a:lnTo>
                <a:lnTo>
                  <a:pt x="3136392" y="1866293"/>
                </a:lnTo>
                <a:lnTo>
                  <a:pt x="3080385" y="1964235"/>
                </a:lnTo>
                <a:lnTo>
                  <a:pt x="3024378" y="2052723"/>
                </a:lnTo>
                <a:lnTo>
                  <a:pt x="2968371" y="2131776"/>
                </a:lnTo>
                <a:lnTo>
                  <a:pt x="2912364" y="2201379"/>
                </a:lnTo>
                <a:lnTo>
                  <a:pt x="2856357" y="2261434"/>
                </a:lnTo>
                <a:lnTo>
                  <a:pt x="2800350" y="2311731"/>
                </a:lnTo>
                <a:lnTo>
                  <a:pt x="2744343" y="2351931"/>
                </a:lnTo>
                <a:lnTo>
                  <a:pt x="2688336" y="2381567"/>
                </a:lnTo>
                <a:lnTo>
                  <a:pt x="2632329" y="2400054"/>
                </a:lnTo>
                <a:lnTo>
                  <a:pt x="2576322" y="2406726"/>
                </a:lnTo>
                <a:lnTo>
                  <a:pt x="2520315" y="2400896"/>
                </a:lnTo>
                <a:lnTo>
                  <a:pt x="2464308" y="2381933"/>
                </a:lnTo>
                <a:lnTo>
                  <a:pt x="2408301" y="2349385"/>
                </a:lnTo>
                <a:lnTo>
                  <a:pt x="2352294" y="2303132"/>
                </a:lnTo>
                <a:lnTo>
                  <a:pt x="2296287" y="2243585"/>
                </a:lnTo>
                <a:lnTo>
                  <a:pt x="2240280" y="2171936"/>
                </a:lnTo>
                <a:lnTo>
                  <a:pt x="2184273" y="2090463"/>
                </a:lnTo>
                <a:lnTo>
                  <a:pt x="2128266" y="2002891"/>
                </a:lnTo>
                <a:lnTo>
                  <a:pt x="2072259" y="2008097"/>
                </a:lnTo>
                <a:lnTo>
                  <a:pt x="2016252" y="2050146"/>
                </a:lnTo>
                <a:lnTo>
                  <a:pt x="1960245" y="2056679"/>
                </a:lnTo>
                <a:lnTo>
                  <a:pt x="1904238" y="2026558"/>
                </a:lnTo>
                <a:lnTo>
                  <a:pt x="1848231" y="1961152"/>
                </a:lnTo>
                <a:lnTo>
                  <a:pt x="1792224" y="1864177"/>
                </a:lnTo>
                <a:lnTo>
                  <a:pt x="1736217" y="1741636"/>
                </a:lnTo>
                <a:lnTo>
                  <a:pt x="1680210" y="1663196"/>
                </a:lnTo>
                <a:lnTo>
                  <a:pt x="1624203" y="1674293"/>
                </a:lnTo>
                <a:lnTo>
                  <a:pt x="1568196" y="1681918"/>
                </a:lnTo>
                <a:lnTo>
                  <a:pt x="1512189" y="1681016"/>
                </a:lnTo>
                <a:lnTo>
                  <a:pt x="1456182" y="1667950"/>
                </a:lnTo>
                <a:lnTo>
                  <a:pt x="1400175" y="1640386"/>
                </a:lnTo>
                <a:lnTo>
                  <a:pt x="1344168" y="1597184"/>
                </a:lnTo>
                <a:lnTo>
                  <a:pt x="1288161" y="1538313"/>
                </a:lnTo>
                <a:lnTo>
                  <a:pt x="1232154" y="1464803"/>
                </a:lnTo>
                <a:lnTo>
                  <a:pt x="1176147" y="1378726"/>
                </a:lnTo>
                <a:lnTo>
                  <a:pt x="1120140" y="1283208"/>
                </a:lnTo>
                <a:lnTo>
                  <a:pt x="1064133" y="1182450"/>
                </a:lnTo>
                <a:lnTo>
                  <a:pt x="1008126" y="1081741"/>
                </a:lnTo>
                <a:lnTo>
                  <a:pt x="952119" y="1102987"/>
                </a:lnTo>
                <a:lnTo>
                  <a:pt x="896112" y="1209130"/>
                </a:lnTo>
                <a:lnTo>
                  <a:pt x="840105" y="1316882"/>
                </a:lnTo>
                <a:lnTo>
                  <a:pt x="784098" y="1420384"/>
                </a:lnTo>
                <a:lnTo>
                  <a:pt x="728091" y="1514682"/>
                </a:lnTo>
                <a:lnTo>
                  <a:pt x="672084" y="1595675"/>
                </a:lnTo>
                <a:lnTo>
                  <a:pt x="616077" y="1660043"/>
                </a:lnTo>
                <a:lnTo>
                  <a:pt x="560070" y="1705191"/>
                </a:lnTo>
                <a:lnTo>
                  <a:pt x="504063" y="1729212"/>
                </a:lnTo>
                <a:lnTo>
                  <a:pt x="448056" y="1730904"/>
                </a:lnTo>
                <a:lnTo>
                  <a:pt x="392049" y="1709827"/>
                </a:lnTo>
                <a:lnTo>
                  <a:pt x="336042" y="1666434"/>
                </a:lnTo>
                <a:lnTo>
                  <a:pt x="280035" y="1602256"/>
                </a:lnTo>
                <a:lnTo>
                  <a:pt x="224028" y="1520195"/>
                </a:lnTo>
                <a:lnTo>
                  <a:pt x="168021" y="1651567"/>
                </a:lnTo>
                <a:lnTo>
                  <a:pt x="112014" y="1776273"/>
                </a:lnTo>
                <a:lnTo>
                  <a:pt x="56007" y="1891088"/>
                </a:lnTo>
                <a:lnTo>
                  <a:pt x="0" y="1994170"/>
                </a:lnTo>
                <a:close/>
              </a:path>
            </a:pathLst>
          </a:custGeom>
          <a:solidFill>
            <a:srgbClr val="00A3C4">
              <a:alpha val="28000"/>
            </a:srgbClr>
          </a:solidFill>
          <a:ln w="12700">
            <a:solidFill>
              <a:srgbClr val="00A3C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57400"/>
            <a:ext cx="4480560" cy="2514600"/>
          </a:xfrm>
          <a:custGeom>
            <a:avLst/>
            <a:gdLst/>
            <a:ahLst/>
            <a:cxnLst/>
            <a:rect l="l" t="t" r="r" b="b"/>
            <a:pathLst>
              <a:path w="4480560" h="2514600">
                <a:moveTo>
                  <a:pt x="0" y="1549622"/>
                </a:moveTo>
                <a:lnTo>
                  <a:pt x="56007" y="1552144"/>
                </a:lnTo>
                <a:lnTo>
                  <a:pt x="112014" y="1548599"/>
                </a:lnTo>
                <a:lnTo>
                  <a:pt x="168021" y="1538139"/>
                </a:lnTo>
                <a:lnTo>
                  <a:pt x="224028" y="1520183"/>
                </a:lnTo>
                <a:lnTo>
                  <a:pt x="280035" y="1494623"/>
                </a:lnTo>
                <a:lnTo>
                  <a:pt x="336042" y="1461979"/>
                </a:lnTo>
                <a:lnTo>
                  <a:pt x="392049" y="1423271"/>
                </a:lnTo>
                <a:lnTo>
                  <a:pt x="448056" y="1379833"/>
                </a:lnTo>
                <a:lnTo>
                  <a:pt x="504063" y="1333185"/>
                </a:lnTo>
                <a:lnTo>
                  <a:pt x="560070" y="1284955"/>
                </a:lnTo>
                <a:lnTo>
                  <a:pt x="616077" y="1236831"/>
                </a:lnTo>
                <a:lnTo>
                  <a:pt x="672084" y="1190531"/>
                </a:lnTo>
                <a:lnTo>
                  <a:pt x="728091" y="1147781"/>
                </a:lnTo>
                <a:lnTo>
                  <a:pt x="784098" y="1110290"/>
                </a:lnTo>
                <a:lnTo>
                  <a:pt x="840105" y="1079714"/>
                </a:lnTo>
                <a:lnTo>
                  <a:pt x="896112" y="1057583"/>
                </a:lnTo>
                <a:lnTo>
                  <a:pt x="952119" y="1045204"/>
                </a:lnTo>
                <a:lnTo>
                  <a:pt x="1008126" y="1043489"/>
                </a:lnTo>
                <a:lnTo>
                  <a:pt x="1064133" y="1052744"/>
                </a:lnTo>
                <a:lnTo>
                  <a:pt x="1120140" y="1072642"/>
                </a:lnTo>
                <a:lnTo>
                  <a:pt x="1176147" y="1102431"/>
                </a:lnTo>
                <a:lnTo>
                  <a:pt x="1232154" y="1141121"/>
                </a:lnTo>
                <a:lnTo>
                  <a:pt x="1288161" y="1187601"/>
                </a:lnTo>
                <a:lnTo>
                  <a:pt x="1344168" y="1240714"/>
                </a:lnTo>
                <a:lnTo>
                  <a:pt x="1400175" y="1299288"/>
                </a:lnTo>
                <a:lnTo>
                  <a:pt x="1456182" y="1362153"/>
                </a:lnTo>
                <a:lnTo>
                  <a:pt x="1512189" y="1428133"/>
                </a:lnTo>
                <a:lnTo>
                  <a:pt x="1568196" y="1496029"/>
                </a:lnTo>
                <a:lnTo>
                  <a:pt x="1624203" y="1564598"/>
                </a:lnTo>
                <a:lnTo>
                  <a:pt x="1680210" y="1632524"/>
                </a:lnTo>
                <a:lnTo>
                  <a:pt x="1736217" y="1698408"/>
                </a:lnTo>
                <a:lnTo>
                  <a:pt x="1792224" y="1760745"/>
                </a:lnTo>
                <a:lnTo>
                  <a:pt x="1848231" y="1817930"/>
                </a:lnTo>
                <a:lnTo>
                  <a:pt x="1904238" y="1868272"/>
                </a:lnTo>
                <a:lnTo>
                  <a:pt x="1960245" y="1910043"/>
                </a:lnTo>
                <a:lnTo>
                  <a:pt x="2016252" y="1941579"/>
                </a:lnTo>
                <a:lnTo>
                  <a:pt x="2072259" y="1961443"/>
                </a:lnTo>
                <a:lnTo>
                  <a:pt x="2128266" y="1968686"/>
                </a:lnTo>
                <a:lnTo>
                  <a:pt x="2184273" y="1963175"/>
                </a:lnTo>
                <a:lnTo>
                  <a:pt x="2240280" y="1945643"/>
                </a:lnTo>
                <a:lnTo>
                  <a:pt x="2296287" y="1917358"/>
                </a:lnTo>
                <a:lnTo>
                  <a:pt x="2352294" y="1879835"/>
                </a:lnTo>
                <a:lnTo>
                  <a:pt x="2408301" y="1834641"/>
                </a:lnTo>
                <a:lnTo>
                  <a:pt x="2464308" y="1783276"/>
                </a:lnTo>
                <a:lnTo>
                  <a:pt x="2520315" y="1727096"/>
                </a:lnTo>
                <a:lnTo>
                  <a:pt x="2576322" y="1667280"/>
                </a:lnTo>
                <a:lnTo>
                  <a:pt x="2632329" y="1604815"/>
                </a:lnTo>
                <a:lnTo>
                  <a:pt x="2688336" y="1540500"/>
                </a:lnTo>
                <a:lnTo>
                  <a:pt x="2744343" y="1474962"/>
                </a:lnTo>
                <a:lnTo>
                  <a:pt x="2800350" y="1408678"/>
                </a:lnTo>
                <a:lnTo>
                  <a:pt x="2856357" y="1341996"/>
                </a:lnTo>
                <a:lnTo>
                  <a:pt x="2912364" y="1275167"/>
                </a:lnTo>
                <a:lnTo>
                  <a:pt x="2968371" y="1208371"/>
                </a:lnTo>
                <a:lnTo>
                  <a:pt x="3024378" y="1141749"/>
                </a:lnTo>
                <a:lnTo>
                  <a:pt x="3080385" y="1075424"/>
                </a:lnTo>
                <a:lnTo>
                  <a:pt x="3136392" y="1009536"/>
                </a:lnTo>
                <a:lnTo>
                  <a:pt x="3192399" y="944264"/>
                </a:lnTo>
                <a:lnTo>
                  <a:pt x="3248406" y="879849"/>
                </a:lnTo>
                <a:lnTo>
                  <a:pt x="3304413" y="816622"/>
                </a:lnTo>
                <a:lnTo>
                  <a:pt x="3360420" y="755016"/>
                </a:lnTo>
                <a:lnTo>
                  <a:pt x="3416427" y="695580"/>
                </a:lnTo>
                <a:lnTo>
                  <a:pt x="3472434" y="638982"/>
                </a:lnTo>
                <a:lnTo>
                  <a:pt x="3528441" y="585997"/>
                </a:lnTo>
                <a:lnTo>
                  <a:pt x="3584448" y="537481"/>
                </a:lnTo>
                <a:lnTo>
                  <a:pt x="3640455" y="494309"/>
                </a:lnTo>
                <a:lnTo>
                  <a:pt x="3696462" y="457279"/>
                </a:lnTo>
                <a:lnTo>
                  <a:pt x="3752469" y="426965"/>
                </a:lnTo>
                <a:lnTo>
                  <a:pt x="3808476" y="403541"/>
                </a:lnTo>
                <a:lnTo>
                  <a:pt x="3864483" y="386817"/>
                </a:lnTo>
                <a:lnTo>
                  <a:pt x="3920490" y="376433"/>
                </a:lnTo>
                <a:lnTo>
                  <a:pt x="3976497" y="372007"/>
                </a:lnTo>
                <a:lnTo>
                  <a:pt x="4032504" y="373217"/>
                </a:lnTo>
                <a:lnTo>
                  <a:pt x="4088511" y="379849"/>
                </a:lnTo>
                <a:lnTo>
                  <a:pt x="4144518" y="391783"/>
                </a:lnTo>
                <a:lnTo>
                  <a:pt x="4200525" y="408951"/>
                </a:lnTo>
                <a:lnTo>
                  <a:pt x="4256532" y="431240"/>
                </a:lnTo>
                <a:lnTo>
                  <a:pt x="4312539" y="458340"/>
                </a:lnTo>
                <a:lnTo>
                  <a:pt x="4368546" y="489640"/>
                </a:lnTo>
                <a:lnTo>
                  <a:pt x="4424553" y="524314"/>
                </a:lnTo>
                <a:lnTo>
                  <a:pt x="4480560" y="561461"/>
                </a:lnTo>
              </a:path>
            </a:pathLst>
          </a:custGeom>
          <a:noFill/>
          <a:ln w="25400">
            <a:solidFill>
              <a:srgbClr val="1630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5860" y="3513575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7555" y="303625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44445" y="3652597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7695" y="396072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0697" y="2437719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8364" y="242463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14954" y="21488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해석점 사이가 멀수록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불확실성이 커짐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6085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설계변수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5840" y="5001768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49560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결과 (학습 데이터)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5065776"/>
            <a:ext cx="274320" cy="0"/>
          </a:xfrm>
          <a:prstGeom prst="line">
            <a:avLst/>
          </a:prstGeom>
          <a:noFill/>
          <a:ln w="25400">
            <a:solidFill>
              <a:srgbClr val="1630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81528" y="49560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평균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86200" y="4992624"/>
            <a:ext cx="274320" cy="146304"/>
          </a:xfrm>
          <a:prstGeom prst="rect">
            <a:avLst/>
          </a:prstGeom>
          <a:solidFill>
            <a:srgbClr val="00A3C4">
              <a:alpha val="28000"/>
            </a:srgbClr>
          </a:solidFill>
          <a:ln w="12700">
            <a:solidFill>
              <a:srgbClr val="00A3C4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24528" y="4956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(±2σ)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3816" y="5321808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53218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없이도 임의의 설계에 대해 성능을 수 초 안에 예측하고,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예측을 얼마나 믿을 수 있는지까지 함께 알려줌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36792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GPR을 택한 이유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65976" y="1956816"/>
            <a:ext cx="64008" cy="23774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9712" y="18653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예측값 + 불확실성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186537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예측과 함께 신뢰 구간을 제공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665976" y="2414016"/>
            <a:ext cx="64008" cy="23774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39712" y="23225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데이터로 학습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531352" y="232257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수십 ~ 수백 점 규모에 적합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665976" y="2871216"/>
            <a:ext cx="64008" cy="237744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39712" y="27797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중요도 산출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531352" y="277977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길이척도(ARD)로 영향도 확인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6665976" y="3328416"/>
            <a:ext cx="64008" cy="23774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39712" y="32369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해석 위치 선정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531352" y="323697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불확실성이 큰 곳을 다음 해석 후보로 (차월)</a:t>
            </a:r>
            <a:endParaRPr lang="en-US" sz="930" dirty="0"/>
          </a:p>
        </p:txBody>
      </p:sp>
      <p:sp>
        <p:nvSpPr>
          <p:cNvPr id="43" name="Text 41"/>
          <p:cNvSpPr txBox="1"/>
          <p:nvPr/>
        </p:nvSpPr>
        <p:spPr>
          <a:xfrm>
            <a:off x="6647688" y="3803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구성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7688" y="411480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749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변수 8개 (0 ~ 1 정규화)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7개 → 응답별 모델 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(목적함수 5 + 제약조건 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Matern(ν = 2.5) + 변수별 길이척도(ARD)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전처리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차압은 로그 변환 (값의 범위가 넓음)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183112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구성 및 실행 흐름  —  선별 단계 · 학습 모듈 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1847088"/>
            <a:ext cx="10561320" cy="512064"/>
          </a:xfrm>
          <a:prstGeom prst="roundRect">
            <a:avLst>
              <a:gd name="adj" fmla="val 12500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1847088"/>
            <a:ext cx="8641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indent="0" marL="0"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단계 관리  —  선별 29회 → 판정 확인 → 실험계획 80점, 실험점마다 아래 단계를 순서대로 호출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66376" y="1947672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66376" y="19476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운영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51076" y="2359152"/>
            <a:ext cx="0" cy="310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" y="2670048"/>
            <a:ext cx="18745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00A3C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3544" y="2779776"/>
            <a:ext cx="256032" cy="256032"/>
          </a:xfrm>
          <a:prstGeom prst="ellipse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614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실험점 생성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DSD.py · OLHD.py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" y="34747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실험표 29회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 80점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12848" y="2560320"/>
            <a:ext cx="438912" cy="201168"/>
          </a:xfrm>
          <a:prstGeom prst="roundRect">
            <a:avLst>
              <a:gd name="adj" fmla="val 36364"/>
            </a:avLst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12848" y="25603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922776" y="2359152"/>
            <a:ext cx="0" cy="310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85516" y="2670048"/>
            <a:ext cx="18745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5875">
            <a:solidFill>
              <a:srgbClr val="B9C7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95244" y="2779776"/>
            <a:ext cx="256032" cy="256032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9524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06140" y="27614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빌드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09524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C4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Solidworks.py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095244" y="34747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전역변수 11개 갱신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리빌드 · STEP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94476" y="2359152"/>
            <a:ext cx="0" cy="310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57216" y="2670048"/>
            <a:ext cx="18745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5875">
            <a:solidFill>
              <a:srgbClr val="B9C7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66944" y="2779776"/>
            <a:ext cx="256032" cy="256032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6694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27614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26694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C4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icepak.py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266944" y="34747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모델 구성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결과 추출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66176" y="2359152"/>
            <a:ext cx="0" cy="310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28916" y="2670048"/>
            <a:ext cx="18745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5875">
            <a:solidFill>
              <a:srgbClr val="B9C7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38644" y="2779776"/>
            <a:ext cx="256032" cy="256032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3864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749540" y="27614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저장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43864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C4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result_parser.py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438644" y="34747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7개 산출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누적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437876" y="2359152"/>
            <a:ext cx="0" cy="310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500616" y="2670048"/>
            <a:ext cx="18745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00A3C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610344" y="2779776"/>
            <a:ext cx="256032" cy="256032"/>
          </a:xfrm>
          <a:prstGeom prst="ellipse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1034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921240" y="27614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· 학습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61034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DSD_analysis.py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ML.py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9610344" y="34747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판정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GPR 모델 7개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899648" y="2560320"/>
            <a:ext cx="438912" cy="201168"/>
          </a:xfrm>
          <a:prstGeom prst="roundRect">
            <a:avLst>
              <a:gd name="adj" fmla="val 36364"/>
            </a:avLst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899648" y="25603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24912" y="3392424"/>
            <a:ext cx="224028" cy="0"/>
          </a:xfrm>
          <a:prstGeom prst="line">
            <a:avLst/>
          </a:prstGeom>
          <a:noFill/>
          <a:ln w="19050">
            <a:solidFill>
              <a:srgbClr val="00A3C4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2505456" y="31363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설계값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96612" y="3392424"/>
            <a:ext cx="224028" cy="0"/>
          </a:xfrm>
          <a:prstGeom prst="line">
            <a:avLst/>
          </a:prstGeom>
          <a:noFill/>
          <a:ln w="19050">
            <a:solidFill>
              <a:srgbClr val="00A3C4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4677156" y="31363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068312" y="3392424"/>
            <a:ext cx="224028" cy="0"/>
          </a:xfrm>
          <a:prstGeom prst="line">
            <a:avLst/>
          </a:prstGeom>
          <a:noFill/>
          <a:ln w="19050">
            <a:solidFill>
              <a:srgbClr val="00A3C4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6848856" y="31363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240012" y="3392424"/>
            <a:ext cx="224028" cy="0"/>
          </a:xfrm>
          <a:prstGeom prst="line">
            <a:avLst/>
          </a:prstGeom>
          <a:noFill/>
          <a:ln w="19050">
            <a:solidFill>
              <a:srgbClr val="00A3C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9020556" y="31363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결과표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751076" y="3968496"/>
            <a:ext cx="0" cy="256032"/>
          </a:xfrm>
          <a:prstGeom prst="line">
            <a:avLst/>
          </a:prstGeom>
          <a:noFill/>
          <a:ln w="12700">
            <a:solidFill>
              <a:srgbClr val="C3CDDA"/>
            </a:solidFill>
            <a:prstDash val="dash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23544" y="4224528"/>
            <a:ext cx="1655064" cy="402336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9525">
            <a:solidFill>
              <a:srgbClr val="DDE3EB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923544" y="422452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params.py · 변수 정의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3922776" y="3968496"/>
            <a:ext cx="0" cy="256032"/>
          </a:xfrm>
          <a:prstGeom prst="line">
            <a:avLst/>
          </a:prstGeom>
          <a:noFill/>
          <a:ln w="12700">
            <a:solidFill>
              <a:srgbClr val="16305B"/>
            </a:solidFill>
            <a:prstDash val="solid"/>
            <a:headEnd type="triangle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3986784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API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095244" y="4224528"/>
            <a:ext cx="1655064" cy="402336"/>
          </a:xfrm>
          <a:prstGeom prst="roundRect">
            <a:avLst>
              <a:gd name="adj" fmla="val 18182"/>
            </a:avLst>
          </a:prstGeom>
          <a:solidFill>
            <a:srgbClr val="E4EAF2"/>
          </a:solidFill>
          <a:ln w="9525">
            <a:solidFill>
              <a:srgbClr val="B9C7D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095244" y="422452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SolidWorks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6094476" y="3968496"/>
            <a:ext cx="0" cy="256032"/>
          </a:xfrm>
          <a:prstGeom prst="line">
            <a:avLst/>
          </a:prstGeom>
          <a:noFill/>
          <a:ln w="12700">
            <a:solidFill>
              <a:srgbClr val="16305B"/>
            </a:solidFill>
            <a:prstDash val="solid"/>
            <a:headEnd type="triangle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6158484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PyAEDT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266944" y="4224528"/>
            <a:ext cx="1655064" cy="402336"/>
          </a:xfrm>
          <a:prstGeom prst="roundRect">
            <a:avLst>
              <a:gd name="adj" fmla="val 18182"/>
            </a:avLst>
          </a:prstGeom>
          <a:solidFill>
            <a:srgbClr val="E4EAF2"/>
          </a:solidFill>
          <a:ln w="9525">
            <a:solidFill>
              <a:srgbClr val="B9C7D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266944" y="422452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Ansys Icepak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8266176" y="3968496"/>
            <a:ext cx="0" cy="256032"/>
          </a:xfrm>
          <a:prstGeom prst="line">
            <a:avLst/>
          </a:prstGeom>
          <a:noFill/>
          <a:ln w="12700">
            <a:solidFill>
              <a:srgbClr val="C3CDDA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7438644" y="4224528"/>
            <a:ext cx="1655064" cy="402336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9525">
            <a:solidFill>
              <a:srgbClr val="DDE3EB"/>
            </a:solidFill>
            <a:prstDash val="dash"/>
          </a:ln>
        </p:spPr>
      </p:sp>
      <p:sp>
        <p:nvSpPr>
          <p:cNvPr id="73" name="Text 71"/>
          <p:cNvSpPr txBox="1"/>
          <p:nvPr/>
        </p:nvSpPr>
        <p:spPr>
          <a:xfrm>
            <a:off x="7438644" y="422452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데이터셋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10437876" y="3968496"/>
            <a:ext cx="0" cy="256032"/>
          </a:xfrm>
          <a:prstGeom prst="line">
            <a:avLst/>
          </a:prstGeom>
          <a:noFill/>
          <a:ln w="12700">
            <a:solidFill>
              <a:srgbClr val="C3CDDA"/>
            </a:solidFill>
            <a:prstDash val="dash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9610344" y="4224528"/>
            <a:ext cx="1655064" cy="402336"/>
          </a:xfrm>
          <a:prstGeom prst="roundRect">
            <a:avLst>
              <a:gd name="adj" fmla="val 18182"/>
            </a:avLst>
          </a:prstGeom>
          <a:solidFill>
            <a:srgbClr val="E8F6FA"/>
          </a:solidFill>
          <a:ln w="9525">
            <a:solidFill>
              <a:srgbClr val="00A3C4"/>
            </a:solidFill>
            <a:prstDash val="dash"/>
          </a:ln>
        </p:spPr>
      </p:sp>
      <p:sp>
        <p:nvSpPr>
          <p:cNvPr id="76" name="Text 74"/>
          <p:cNvSpPr txBox="1"/>
          <p:nvPr/>
        </p:nvSpPr>
        <p:spPr>
          <a:xfrm>
            <a:off x="9610344" y="4224528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 · 대리모델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813816" y="4818888"/>
            <a:ext cx="10561320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3816" y="489204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3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paths.py</a:t>
            </a:r>
            <a:pPr indent="0" marL="0"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경로 일원화      </a:t>
            </a:r>
            <a:pPr indent="0" marL="0">
              <a:buNone/>
            </a:pPr>
            <a:r>
              <a:rPr lang="en-US" sz="930" b="1" dirty="0">
                <a:solidFill>
                  <a:srgbClr val="163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responses.py</a:t>
            </a:r>
            <a:pPr indent="0" marL="0">
              <a:buNone/>
            </a:pPr>
            <a:r>
              <a:rPr lang="en-US" sz="93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목적함수 · 제약조건 목록 일원화</a:t>
            </a:r>
            <a:endParaRPr lang="en-US" sz="930" dirty="0"/>
          </a:p>
        </p:txBody>
      </p:sp>
      <p:sp>
        <p:nvSpPr>
          <p:cNvPr id="79" name="Shape 77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자동 진행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선별이 끝나면 판정을 확인한 뒤 2단계로 진행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규칙 코드화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고정 규칙을 코드에 명시 — 임의 변경 차단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자동해석 모듈 그대로 활용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· 해석 · 결과 모듈 위에 선별 · 학습 단계 추가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검증 및 지배 변수 식별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예측값 · 실측값 비교  —  교차검증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차압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[Pa]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0.972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39496" y="1463040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346704" y="1133856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7472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온도편차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[°C]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946904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0.989</a:t>
            </a:r>
            <a:endParaRPr lang="en-US" sz="10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3383280" y="1463040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6190488" y="1133856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318504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최고온도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[°C]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90688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0.971</a:t>
            </a:r>
            <a:endParaRPr lang="en-US" sz="10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6227064" y="1463040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Shape 13"/>
          <p:cNvSpPr/>
          <p:nvPr/>
        </p:nvSpPr>
        <p:spPr>
          <a:xfrm>
            <a:off x="9034272" y="1133856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9162288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균일도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[LPM]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634472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0.977</a:t>
            </a:r>
            <a:endParaRPr lang="en-US" sz="1000" dirty="0"/>
          </a:p>
        </p:txBody>
      </p:sp>
      <p:graphicFrame>
        <p:nvGraphicFramePr>
          <p:cNvPr id="21" name="Chart 3" descr=""/>
          <p:cNvGraphicFramePr/>
          <p:nvPr/>
        </p:nvGraphicFramePr>
        <p:xfrm>
          <a:off x="9070848" y="1463040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Shape 16"/>
          <p:cNvSpPr/>
          <p:nvPr/>
        </p:nvSpPr>
        <p:spPr>
          <a:xfrm>
            <a:off x="502920" y="3611880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00A3C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630936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균일도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[LPM]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2103120" y="3685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0.893</a:t>
            </a:r>
            <a:endParaRPr lang="en-US" sz="1000" dirty="0"/>
          </a:p>
        </p:txBody>
      </p:sp>
      <p:graphicFrame>
        <p:nvGraphicFramePr>
          <p:cNvPr id="25" name="Chart 4" descr=""/>
          <p:cNvGraphicFramePr/>
          <p:nvPr/>
        </p:nvGraphicFramePr>
        <p:xfrm>
          <a:off x="539496" y="3941064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Shape 19"/>
          <p:cNvSpPr/>
          <p:nvPr/>
        </p:nvSpPr>
        <p:spPr>
          <a:xfrm>
            <a:off x="3346704" y="3611880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347472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분기비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[-]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946904" y="3685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0.956</a:t>
            </a:r>
            <a:endParaRPr lang="en-US" sz="1000" dirty="0"/>
          </a:p>
        </p:txBody>
      </p:sp>
      <p:graphicFrame>
        <p:nvGraphicFramePr>
          <p:cNvPr id="29" name="Chart 5" descr=""/>
          <p:cNvGraphicFramePr/>
          <p:nvPr/>
        </p:nvGraphicFramePr>
        <p:xfrm>
          <a:off x="3383280" y="3941064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0" name="Shape 22"/>
          <p:cNvSpPr/>
          <p:nvPr/>
        </p:nvSpPr>
        <p:spPr>
          <a:xfrm>
            <a:off x="6190488" y="3611880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6318504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중량</a:t>
            </a:r>
            <a:pPr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[kg]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7790688" y="3685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1.000</a:t>
            </a:r>
            <a:endParaRPr lang="en-US" sz="1000" dirty="0"/>
          </a:p>
        </p:txBody>
      </p:sp>
      <p:graphicFrame>
        <p:nvGraphicFramePr>
          <p:cNvPr id="33" name="Chart 6" descr=""/>
          <p:cNvGraphicFramePr/>
          <p:nvPr/>
        </p:nvGraphicFramePr>
        <p:xfrm>
          <a:off x="6227064" y="3941064"/>
          <a:ext cx="257860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4" name="Shape 25"/>
          <p:cNvSpPr/>
          <p:nvPr/>
        </p:nvSpPr>
        <p:spPr>
          <a:xfrm>
            <a:off x="9034272" y="3611880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921715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R²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9217152" y="40325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0.89 ~ 1.00</a:t>
            </a:r>
            <a:endParaRPr lang="en-US" sz="2600" dirty="0"/>
          </a:p>
        </p:txBody>
      </p:sp>
      <p:sp>
        <p:nvSpPr>
          <p:cNvPr id="37" name="Text 28"/>
          <p:cNvSpPr txBox="1"/>
          <p:nvPr/>
        </p:nvSpPr>
        <p:spPr>
          <a:xfrm>
            <a:off x="9217152" y="465429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80점을 10묶음으로 나눠, 한 묶음씩 빼고 학습한 모델로 뺀 묶음을 예측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7F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학습에 쓰지 않은 설계에 대한 정확도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502920" y="623620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= 설계 1개 · 빨간 선 = 예측이 실측과 정확히 같은 경우 · 균일도(유량 표준편차)는 0에 가까운 값이라 R²로 비교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검증 및 지배 변수 식별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 변수 교차 확인  —  DSD vs GPR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응답별 1순위 변수 비교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65376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08760"/>
                <a:gridCol w="150876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DSD 1순위 (29회)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GPR 1순위 (80점)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온도편차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최고온도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균일도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균일도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입구 두께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13816" y="45720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1순위 일치   ◐ 1·2순위가 서로 바뀜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" y="4828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7</a:t>
            </a:r>
            <a:pPr indent="0" marL="0"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응답에서 1순위 일치, 나머지 1개도 상위 2개 안에서 일치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36792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지배 변수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47688" y="1883664"/>
            <a:ext cx="4846320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57416" y="2002536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57416" y="2002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핀 개수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494776" y="18836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 응답  </a:t>
            </a:r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차압 · 최고온도 · 1차 균일도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47688" y="2633472"/>
            <a:ext cx="4846320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57416" y="2752344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57416" y="27523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핀 개수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494776" y="26334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 응답  </a:t>
            </a:r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온도편차 · 2차 균일도 · 분기비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47688" y="3383280"/>
            <a:ext cx="4846320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57416" y="35021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57416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입구 두께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494776" y="3383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 응답  </a:t>
            </a:r>
            <a:pPr indent="0" marL="0"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분기비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647688" y="42062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93992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데이터도 방법도 다른데 같은 결론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DSD: 29회 · 3수준 근사   /   GPR: 80점 · 비선형 모델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개수가 성능을 좌우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두께보다 개수의 영향이 압도적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통과별 분리 타당성 확인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2차 핀이 각자 다른 응답을 지배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분기비는 분기 입구가 결정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전원모듈 유량 조절의 핵심 변수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검증 및 지배 변수 식별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차월 계획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가장 낮은 응답  —  2차 균일도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1865376"/>
            <a:ext cx="1554480" cy="786384"/>
          </a:xfrm>
          <a:prstGeom prst="roundRect">
            <a:avLst>
              <a:gd name="adj" fmla="val 8140"/>
            </a:avLst>
          </a:prstGeom>
          <a:solidFill>
            <a:srgbClr val="E8F6FA"/>
          </a:solidFill>
          <a:ln w="9525">
            <a:solidFill>
              <a:srgbClr val="00A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18653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</a:t>
            </a:r>
            <a:endParaRPr lang="en-US" sz="9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0.893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186537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통과 유로 유량의 표준편차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7개 중 예측 정확도가 가장 낮음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12724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0에 가까워 작은 오차도 상대적으로 크게 나타남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이후 구간이라 분기 입구 · 2차 핀 · 중간 입구 등 여러 변수가 함께 작용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80점만으로는 이 영역의 변화를 충분히 덮지 못함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36792" y="118872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차월 계획  —  3개월차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65976" y="1975104"/>
            <a:ext cx="310896" cy="310896"/>
          </a:xfrm>
          <a:prstGeom prst="ellipse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65976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1883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 샘플링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2157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불확실성이 큰 지점을 골라 해석을 추가해 정확도 보강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65976" y="2798064"/>
            <a:ext cx="310896" cy="310896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65976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706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 최적화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980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대리모델 위에서 파레토 최적해 탐색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65976" y="3621024"/>
            <a:ext cx="310896" cy="310896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65976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3529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적용 검토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3803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사업에서 AI 열해석 자동화 적용 가능성 검토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11183112" cy="1563624"/>
          </a:xfrm>
          <a:prstGeom prst="roundRect">
            <a:avLst>
              <a:gd name="adj" fmla="val 3509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4965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개 월 차   요 약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" y="5276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→ 8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" y="5843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선별 (DSD 29회)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498848" y="5276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점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4498848" y="5843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 실험계획 (OLHD)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110728" y="5276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0.89 ~ 1.00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8110728" y="5843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대리모델 교차검증 R²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 생성부터 설계최적화까지 — 2개월차</dc:title>
  <dc:subject>PptxGenJS Presentation</dc:subject>
  <dc:creator>학습조직</dc:creator>
  <cp:lastModifiedBy>학습조직</cp:lastModifiedBy>
  <cp:revision>1</cp:revision>
  <dcterms:created xsi:type="dcterms:W3CDTF">2026-10-23T05:56:57Z</dcterms:created>
  <dcterms:modified xsi:type="dcterms:W3CDTF">2026-10-23T05:56:57Z</dcterms:modified>
</cp:coreProperties>
</file>