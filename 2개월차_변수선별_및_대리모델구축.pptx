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실제 해석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변수 11개를 정하고, DSD라는 선별 실험 29회로 영향 있는 변수 8개를 골랐다. 그 8개로 해석 80점을 돌려 머신러닝 모델(GPR)을 학습시켰고, 처음 보는 설계도 잘 맞히는지 검증했다. 두 단계로 나눈 이유는 역할이 다르기 때문이다. DSD는 적은 해석으로 '영향이 있나 없나'를 빠르게 거르는 데 강하지만, 변수끼리 얽혀서 내는 효과(교호작용)는 정확히 나누지 못한다. 그 부분은 머신러닝 모델이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11개를 바로 학습에 넣지 않고, 먼저 DSD라는 선별 실험 29회로 영향 있는 변수를 골랐다. DSD는 여러 변수를 한꺼번에 바꾸면서도 변수마다 효과를 따로 계산할 수 있게 짠 실험표다. 아무 치수와도 연결하지 않은 가짜 변수 3개를 넣어, 효과가 0이어야 할 칸에서 우연히 나오는 크기를 기준선으로 삼았다. 판정 기준은 결과를 보기 전에 정했다. 다만 DSD는 변수끼리 얽혀서 내는 효과까지는 정확히 나누지 못하므로, 그 부분은 다음 단계의 머신러닝 모델로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성능 지표가 변한 양 중 그 변수 때문인 비율이다. 11개 중 8개는 남기고, 입구 각도·중간 각도·출구 유로 두께 3개는 어떤 지표에서도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남긴 변수 8개로 해석 80점을 돌렸다. 해석점은 OLHD라는 방법으로 배치했는데, 각 변수의 범위를 80칸으로 나눠 칸마다 한 번씩만 쓰게 해서 적은 점으로도 범위를 빈틈없이 채우는 방법이다.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GPR은 해석 결과를 학습해서, 해석하지 않은 설계의 성능을 예측하는 머신러닝 모델이다. 다른 모델과 달리 예측값과 함께 '얼마나 믿을 수 있는지'를 범위로 알려준다. 해석한 점 근처는 범위가 좁고, 해석점 사이가 먼 곳은 넓어진다. 이 범위가 넓은 곳은 정보가 부족한 곳이라, 차월에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실험표를 만드는 단계(DSD.py)와, 선별 판정·예측 모델 학습 단계(DSD_analysis.py, ML.py)를 추가했다. 형상 만들기, 해석, 결과 저장 모듈은 그대로 쓴다. 선별이 끝나면 프로그램이 멈추고, 사람이 판정 결과를 확인한 뒤 학습 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모델이 처음 보는 설계도 맞히는지 확인했다. 80점 중 8점을 빼고 학습한 모델로 뺀 8점을 예측하는 것을 10번 반복했다. 점이 빨간 대각선에 가까울수록 예측이 실제 해석과 같다는 뜻이다. R²는 1에 가까울수록 정확한데, 7개 지표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지표마다 가장 영향이 큰 변수를 DSD 29회 결과와 머신러닝 모델(80점 학습)에서 각각 뽑아 비교한 것이다. 방법도 데이터도 다른데 7개 중 6개가 같았고, 중량은 핀 변수 4개가 비슷하게 영향을 줘서 순위 차이에 의미가 없다. 오른쪽은 머신러닝으로만 볼 수 있는 부분으로, 변수끼리 얽혀서 생기는 효과의 비율이다. 온도나 분기비는 거의 변수 하나씩의 효과로 설명되지만, 1차·2차 균일도는 13~19%가 변수끼리 얽혀서 생긴다. 예를 들어 분기 입구 두께는 2차 균일도에 혼자서는 7% 정도지만, 다른 변수와 얽히면 18%까지 영향을 준다. 그래서 균일도는 변수를 하나씩 조정해서는 최적점을 찾기 어렵고, 모델로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지표는 2차 균일도다. 값 자체가 0에 가깝고, 분기 뒤 구간이라 변수끼리 얽혀서 생기는 효과가 7개 지표 중 가장 크다. 80점만으로는 이런 복잡한 변화를 충분히 담지 못했다. 차월에는 모델이 자신 없는 곳, 즉 예측 범위가 넓은 곳을 골라 해석을 추가하는 적응 샘플링으로 이 부분을 보강하고, 그 위에서 여러 지표를 함께 만족하는 최적 설계를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정하기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영향 있는 변수 골라내기 (DSD)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 —  11개 중 8개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학습용 해석점 배치 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예측 모델 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 정확도 검증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 영향도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변수 11개에서 성능 예측 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변수 정하기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검토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 따로)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 고르기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(선별 실험)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'영향이 있나 없나'만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 해석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범위를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 채우도록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해석점을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 만들기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(머신러닝)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영향도 확인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민감도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지표 7개  —  이 자료에서 보는 결과값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좋은 방향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냉각유를 밀어 넣는 데 필요한 압력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낮을수록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 부품 중 가장 뜨거운 곳의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낮을수록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 부품끼리의 온도 차이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작을수록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유로마다 유량이 고른 정도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작을수록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유로마다 유량이 고른 정도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작을수록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필요량 확보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제한 이하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'골라내기 → 머신러닝' 두 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변수의 '혼자 내는 효과'를 29회로 빠르게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영향 없는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변수끼리 얽혀서 내는 효과(교호작용)까지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정밀한 예측 · 변수 영향도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정하기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따로 정하는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사이 간격은 두께 · 개수로 자동으로 정해짐 — 최소 2.0 mm (제작 한계 2.5 mm는 최적화 단계에서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많음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11개를 다 학습하면 해석이 너무 많이 필요 → 먼저 골라냄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 골라내기  —  선별 실험 (DSD)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먼저 골라내나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32104" y="1975104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" y="1975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1901952"/>
            <a:ext cx="4389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횟수 절약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214884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늘수록 학습에 필요한 해석이 크게 늘어남 → 영향 없는 변수는 미리 뺌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832104" y="2542032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468880"/>
            <a:ext cx="4389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감이 아닌 규칙으로 판단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271576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정한 기준을 통과하지 못한 변수만 고정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32104" y="3108960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108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52728" y="3035808"/>
            <a:ext cx="4389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 변수 미리 파악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252728" y="328269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실험 전에 어떤 변수가 성능을 좌우하는지 확인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3703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  —  해석 전에 미리 정함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2336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68680"/>
                <a:gridCol w="2651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쉬운 뜻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우연이 아닌가?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 ≤ 0.05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아무 치수와도 연결 안 한 '가짜 변수'보다 확실히 큰가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 있는 크기인가?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 ≥ 2%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성능 변화의 2% 이상을 설명하는가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813816" y="5084064"/>
            <a:ext cx="4846320" cy="896112"/>
          </a:xfrm>
          <a:prstGeom prst="roundRect">
            <a:avLst>
              <a:gd name="adj" fmla="val 61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08406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질문 모두 '예'여야 영향 있음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지표 7개 어디에서도 영향이 없으면 → 그 변수는 고정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기준을 바꾸지 않도록 해석 전에 확정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실험표  —  해석 29회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543800" y="1865376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0460736" y="1865376"/>
            <a:ext cx="1069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변수 3개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543800" y="2103120"/>
            <a:ext cx="2889504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488168" y="2103120"/>
            <a:ext cx="768096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543800" y="2212848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08976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074152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339328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604504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869680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34856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400032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665208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930384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95560" y="221284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0736" y="2212848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725912" y="2212848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0991088" y="2212848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43800" y="229880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808976" y="2298802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074152" y="229880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39328" y="229880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604504" y="229880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869680" y="229880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134856" y="229880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400032" y="229880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665208" y="229880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930384" y="229880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195560" y="229880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60736" y="2298802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0725912" y="229880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991088" y="2298802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543800" y="238475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808976" y="238475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074152" y="2384755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339328" y="238475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604504" y="238475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869680" y="238475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134856" y="238475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400032" y="238475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665208" y="238475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930384" y="238475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195560" y="238475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460736" y="2384755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725912" y="2384755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991088" y="2384755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43800" y="247070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808976" y="247070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074152" y="247070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339328" y="247070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604504" y="247070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869680" y="247070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134856" y="247070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9400032" y="247070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9665208" y="247070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930384" y="247070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10195560" y="247070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10460736" y="2470709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10725912" y="2470709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991088" y="2470709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543800" y="25566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808976" y="25566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8074152" y="25566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8339328" y="25566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604504" y="2556662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8869680" y="25566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9134856" y="25566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9400032" y="25566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9665208" y="25566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9930384" y="25566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0195560" y="25566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10460736" y="255666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10725912" y="255666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10991088" y="2556662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543800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7808976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074152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8339328" y="264261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8604504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8869680" y="2642616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9134856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9400032" y="264261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9665208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9930384" y="264261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195560" y="264261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460736" y="2642616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725912" y="2642616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10991088" y="2642616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7543800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7808976" y="272857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8074152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8339328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604504" y="272857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8869680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9134856" y="2728570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400032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9665208" y="272857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9930384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10195560" y="272857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10460736" y="2728570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10725912" y="2728570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0991088" y="2728570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7543800" y="281452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7808976" y="281452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8074152" y="281452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339328" y="281452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8604504" y="281452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8869680" y="281452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9134856" y="281452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9400032" y="2814523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9665208" y="281452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9930384" y="281452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10195560" y="281452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10460736" y="2814523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10725912" y="2814523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10991088" y="2814523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7543800" y="290047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7808976" y="290047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8074152" y="290047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8339328" y="290047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8604504" y="290047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8869680" y="290047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9134856" y="290047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9400032" y="290047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9665208" y="2900477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9930384" y="290047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10195560" y="290047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10460736" y="2900477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10725912" y="2900477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10991088" y="2900477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7543800" y="298643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7808976" y="298643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8074152" y="298643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8339328" y="298643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604504" y="298643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8869680" y="298643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9134856" y="298643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9400032" y="298643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9665208" y="298643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9930384" y="2986430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10195560" y="298643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10460736" y="2986430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10725912" y="2986430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>
            <a:off x="10991088" y="2986430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7543800" y="307238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7808976" y="307238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8074152" y="307238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8339328" y="307238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8604504" y="307238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8869680" y="307238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>
            <a:off x="9134856" y="307238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>
            <a:off x="9400032" y="307238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>
            <a:off x="9665208" y="307238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>
            <a:off x="9930384" y="307238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>
            <a:off x="10195560" y="3072384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>
            <a:off x="10460736" y="3072384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10725912" y="3072384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>
            <a:off x="10991088" y="3072384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>
            <a:off x="7543800" y="315833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>
            <a:off x="7808976" y="315833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>
            <a:off x="8074152" y="315833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>
            <a:off x="8339328" y="315833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>
            <a:off x="8604504" y="315833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8869680" y="315833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9134856" y="315833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9400032" y="315833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9665208" y="315833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>
            <a:off x="9930384" y="315833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>
            <a:off x="10195560" y="315833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>
            <a:off x="10460736" y="3158338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>
            <a:off x="10725912" y="3158338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>
            <a:off x="10991088" y="3158338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>
            <a:off x="7543800" y="324429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>
            <a:off x="7808976" y="324429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8074152" y="324429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>
            <a:off x="8339328" y="324429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>
            <a:off x="8604504" y="324429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>
            <a:off x="8869680" y="324429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>
            <a:off x="9134856" y="324429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>
            <a:off x="9400032" y="324429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>
            <a:off x="9665208" y="324429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9930384" y="324429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10195560" y="324429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10460736" y="3244291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10725912" y="3244291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>
            <a:off x="10991088" y="3244291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>
            <a:off x="7543800" y="333024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>
            <a:off x="7808976" y="333024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8074152" y="333024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8339328" y="333024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8604504" y="333024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>
            <a:off x="8869680" y="333024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9134856" y="333024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8"/>
          <p:cNvSpPr/>
          <p:nvPr/>
        </p:nvSpPr>
        <p:spPr>
          <a:xfrm>
            <a:off x="9400032" y="333024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19"/>
          <p:cNvSpPr/>
          <p:nvPr/>
        </p:nvSpPr>
        <p:spPr>
          <a:xfrm>
            <a:off x="9665208" y="333024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9930384" y="333024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10195560" y="333024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10460736" y="3330245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10725912" y="3330245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27" name="Shape 224"/>
          <p:cNvSpPr/>
          <p:nvPr/>
        </p:nvSpPr>
        <p:spPr>
          <a:xfrm>
            <a:off x="10991088" y="3330245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28" name="Shape 225"/>
          <p:cNvSpPr/>
          <p:nvPr/>
        </p:nvSpPr>
        <p:spPr>
          <a:xfrm>
            <a:off x="7543800" y="3461918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>
            <a:off x="7808976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8074152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>
            <a:off x="8339328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2" name="Shape 229"/>
          <p:cNvSpPr/>
          <p:nvPr/>
        </p:nvSpPr>
        <p:spPr>
          <a:xfrm>
            <a:off x="8604504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3" name="Shape 230"/>
          <p:cNvSpPr/>
          <p:nvPr/>
        </p:nvSpPr>
        <p:spPr>
          <a:xfrm>
            <a:off x="8869680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4" name="Shape 231"/>
          <p:cNvSpPr/>
          <p:nvPr/>
        </p:nvSpPr>
        <p:spPr>
          <a:xfrm>
            <a:off x="9134856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5" name="Shape 232"/>
          <p:cNvSpPr/>
          <p:nvPr/>
        </p:nvSpPr>
        <p:spPr>
          <a:xfrm>
            <a:off x="9400032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6" name="Shape 233"/>
          <p:cNvSpPr/>
          <p:nvPr/>
        </p:nvSpPr>
        <p:spPr>
          <a:xfrm>
            <a:off x="9665208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9930384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10195560" y="346191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9" name="Shape 236"/>
          <p:cNvSpPr/>
          <p:nvPr/>
        </p:nvSpPr>
        <p:spPr>
          <a:xfrm>
            <a:off x="10460736" y="3461918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0" name="Shape 237"/>
          <p:cNvSpPr/>
          <p:nvPr/>
        </p:nvSpPr>
        <p:spPr>
          <a:xfrm>
            <a:off x="10725912" y="3461918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1" name="Shape 238"/>
          <p:cNvSpPr/>
          <p:nvPr/>
        </p:nvSpPr>
        <p:spPr>
          <a:xfrm>
            <a:off x="10991088" y="3461918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2" name="Shape 239"/>
          <p:cNvSpPr/>
          <p:nvPr/>
        </p:nvSpPr>
        <p:spPr>
          <a:xfrm>
            <a:off x="7543800" y="354787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3" name="Shape 240"/>
          <p:cNvSpPr/>
          <p:nvPr/>
        </p:nvSpPr>
        <p:spPr>
          <a:xfrm>
            <a:off x="7808976" y="3547872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4" name="Shape 241"/>
          <p:cNvSpPr/>
          <p:nvPr/>
        </p:nvSpPr>
        <p:spPr>
          <a:xfrm>
            <a:off x="8074152" y="354787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2"/>
          <p:cNvSpPr/>
          <p:nvPr/>
        </p:nvSpPr>
        <p:spPr>
          <a:xfrm>
            <a:off x="8339328" y="354787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6" name="Shape 243"/>
          <p:cNvSpPr/>
          <p:nvPr/>
        </p:nvSpPr>
        <p:spPr>
          <a:xfrm>
            <a:off x="8604504" y="354787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7" name="Shape 244"/>
          <p:cNvSpPr/>
          <p:nvPr/>
        </p:nvSpPr>
        <p:spPr>
          <a:xfrm>
            <a:off x="8869680" y="354787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8" name="Shape 245"/>
          <p:cNvSpPr/>
          <p:nvPr/>
        </p:nvSpPr>
        <p:spPr>
          <a:xfrm>
            <a:off x="9134856" y="354787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9" name="Shape 246"/>
          <p:cNvSpPr/>
          <p:nvPr/>
        </p:nvSpPr>
        <p:spPr>
          <a:xfrm>
            <a:off x="9400032" y="354787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0" name="Shape 247"/>
          <p:cNvSpPr/>
          <p:nvPr/>
        </p:nvSpPr>
        <p:spPr>
          <a:xfrm>
            <a:off x="9665208" y="354787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1" name="Shape 248"/>
          <p:cNvSpPr/>
          <p:nvPr/>
        </p:nvSpPr>
        <p:spPr>
          <a:xfrm>
            <a:off x="9930384" y="354787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2" name="Shape 249"/>
          <p:cNvSpPr/>
          <p:nvPr/>
        </p:nvSpPr>
        <p:spPr>
          <a:xfrm>
            <a:off x="10195560" y="354787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3" name="Shape 250"/>
          <p:cNvSpPr/>
          <p:nvPr/>
        </p:nvSpPr>
        <p:spPr>
          <a:xfrm>
            <a:off x="10460736" y="354787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4" name="Shape 251"/>
          <p:cNvSpPr/>
          <p:nvPr/>
        </p:nvSpPr>
        <p:spPr>
          <a:xfrm>
            <a:off x="10725912" y="3547872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5" name="Shape 252"/>
          <p:cNvSpPr/>
          <p:nvPr/>
        </p:nvSpPr>
        <p:spPr>
          <a:xfrm>
            <a:off x="10991088" y="354787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6" name="Shape 253"/>
          <p:cNvSpPr/>
          <p:nvPr/>
        </p:nvSpPr>
        <p:spPr>
          <a:xfrm>
            <a:off x="7543800" y="363382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7" name="Shape 254"/>
          <p:cNvSpPr/>
          <p:nvPr/>
        </p:nvSpPr>
        <p:spPr>
          <a:xfrm>
            <a:off x="7808976" y="363382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5"/>
          <p:cNvSpPr/>
          <p:nvPr/>
        </p:nvSpPr>
        <p:spPr>
          <a:xfrm>
            <a:off x="8074152" y="3633826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59" name="Shape 256"/>
          <p:cNvSpPr/>
          <p:nvPr/>
        </p:nvSpPr>
        <p:spPr>
          <a:xfrm>
            <a:off x="8339328" y="363382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7"/>
          <p:cNvSpPr/>
          <p:nvPr/>
        </p:nvSpPr>
        <p:spPr>
          <a:xfrm>
            <a:off x="8604504" y="363382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1" name="Shape 258"/>
          <p:cNvSpPr/>
          <p:nvPr/>
        </p:nvSpPr>
        <p:spPr>
          <a:xfrm>
            <a:off x="8869680" y="363382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2" name="Shape 259"/>
          <p:cNvSpPr/>
          <p:nvPr/>
        </p:nvSpPr>
        <p:spPr>
          <a:xfrm>
            <a:off x="9134856" y="363382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3" name="Shape 260"/>
          <p:cNvSpPr/>
          <p:nvPr/>
        </p:nvSpPr>
        <p:spPr>
          <a:xfrm>
            <a:off x="9400032" y="363382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4" name="Shape 261"/>
          <p:cNvSpPr/>
          <p:nvPr/>
        </p:nvSpPr>
        <p:spPr>
          <a:xfrm>
            <a:off x="9665208" y="363382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5" name="Shape 262"/>
          <p:cNvSpPr/>
          <p:nvPr/>
        </p:nvSpPr>
        <p:spPr>
          <a:xfrm>
            <a:off x="9930384" y="363382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6" name="Shape 263"/>
          <p:cNvSpPr/>
          <p:nvPr/>
        </p:nvSpPr>
        <p:spPr>
          <a:xfrm>
            <a:off x="10195560" y="363382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7" name="Shape 264"/>
          <p:cNvSpPr/>
          <p:nvPr/>
        </p:nvSpPr>
        <p:spPr>
          <a:xfrm>
            <a:off x="10460736" y="3633826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68" name="Shape 265"/>
          <p:cNvSpPr/>
          <p:nvPr/>
        </p:nvSpPr>
        <p:spPr>
          <a:xfrm>
            <a:off x="10725912" y="3633826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69" name="Shape 266"/>
          <p:cNvSpPr/>
          <p:nvPr/>
        </p:nvSpPr>
        <p:spPr>
          <a:xfrm>
            <a:off x="10991088" y="3633826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70" name="Shape 267"/>
          <p:cNvSpPr/>
          <p:nvPr/>
        </p:nvSpPr>
        <p:spPr>
          <a:xfrm>
            <a:off x="7543800" y="371977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1" name="Shape 268"/>
          <p:cNvSpPr/>
          <p:nvPr/>
        </p:nvSpPr>
        <p:spPr>
          <a:xfrm>
            <a:off x="7808976" y="371977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2" name="Shape 269"/>
          <p:cNvSpPr/>
          <p:nvPr/>
        </p:nvSpPr>
        <p:spPr>
          <a:xfrm>
            <a:off x="8074152" y="371977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0"/>
          <p:cNvSpPr/>
          <p:nvPr/>
        </p:nvSpPr>
        <p:spPr>
          <a:xfrm>
            <a:off x="8339328" y="371977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4" name="Shape 271"/>
          <p:cNvSpPr/>
          <p:nvPr/>
        </p:nvSpPr>
        <p:spPr>
          <a:xfrm>
            <a:off x="8604504" y="371977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2"/>
          <p:cNvSpPr/>
          <p:nvPr/>
        </p:nvSpPr>
        <p:spPr>
          <a:xfrm>
            <a:off x="8869680" y="371977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6" name="Shape 273"/>
          <p:cNvSpPr/>
          <p:nvPr/>
        </p:nvSpPr>
        <p:spPr>
          <a:xfrm>
            <a:off x="9134856" y="371977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7" name="Shape 274"/>
          <p:cNvSpPr/>
          <p:nvPr/>
        </p:nvSpPr>
        <p:spPr>
          <a:xfrm>
            <a:off x="9400032" y="3719779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8" name="Shape 275"/>
          <p:cNvSpPr/>
          <p:nvPr/>
        </p:nvSpPr>
        <p:spPr>
          <a:xfrm>
            <a:off x="9665208" y="371977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9" name="Shape 276"/>
          <p:cNvSpPr/>
          <p:nvPr/>
        </p:nvSpPr>
        <p:spPr>
          <a:xfrm>
            <a:off x="9930384" y="371977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0" name="Shape 277"/>
          <p:cNvSpPr/>
          <p:nvPr/>
        </p:nvSpPr>
        <p:spPr>
          <a:xfrm>
            <a:off x="10195560" y="3719779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1" name="Shape 278"/>
          <p:cNvSpPr/>
          <p:nvPr/>
        </p:nvSpPr>
        <p:spPr>
          <a:xfrm>
            <a:off x="10460736" y="3719779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2" name="Shape 279"/>
          <p:cNvSpPr/>
          <p:nvPr/>
        </p:nvSpPr>
        <p:spPr>
          <a:xfrm>
            <a:off x="10725912" y="3719779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3" name="Shape 280"/>
          <p:cNvSpPr/>
          <p:nvPr/>
        </p:nvSpPr>
        <p:spPr>
          <a:xfrm>
            <a:off x="10991088" y="3719779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4" name="Shape 281"/>
          <p:cNvSpPr/>
          <p:nvPr/>
        </p:nvSpPr>
        <p:spPr>
          <a:xfrm>
            <a:off x="7543800" y="380573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5" name="Shape 282"/>
          <p:cNvSpPr/>
          <p:nvPr/>
        </p:nvSpPr>
        <p:spPr>
          <a:xfrm>
            <a:off x="7808976" y="380573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3"/>
          <p:cNvSpPr/>
          <p:nvPr/>
        </p:nvSpPr>
        <p:spPr>
          <a:xfrm>
            <a:off x="8074152" y="380573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7" name="Shape 284"/>
          <p:cNvSpPr/>
          <p:nvPr/>
        </p:nvSpPr>
        <p:spPr>
          <a:xfrm>
            <a:off x="8339328" y="380573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5"/>
          <p:cNvSpPr/>
          <p:nvPr/>
        </p:nvSpPr>
        <p:spPr>
          <a:xfrm>
            <a:off x="8604504" y="3805733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89" name="Shape 286"/>
          <p:cNvSpPr/>
          <p:nvPr/>
        </p:nvSpPr>
        <p:spPr>
          <a:xfrm>
            <a:off x="8869680" y="380573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7"/>
          <p:cNvSpPr/>
          <p:nvPr/>
        </p:nvSpPr>
        <p:spPr>
          <a:xfrm>
            <a:off x="9134856" y="380573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1" name="Shape 288"/>
          <p:cNvSpPr/>
          <p:nvPr/>
        </p:nvSpPr>
        <p:spPr>
          <a:xfrm>
            <a:off x="9400032" y="380573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2" name="Shape 289"/>
          <p:cNvSpPr/>
          <p:nvPr/>
        </p:nvSpPr>
        <p:spPr>
          <a:xfrm>
            <a:off x="9665208" y="3805733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3" name="Shape 290"/>
          <p:cNvSpPr/>
          <p:nvPr/>
        </p:nvSpPr>
        <p:spPr>
          <a:xfrm>
            <a:off x="9930384" y="380573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4" name="Shape 291"/>
          <p:cNvSpPr/>
          <p:nvPr/>
        </p:nvSpPr>
        <p:spPr>
          <a:xfrm>
            <a:off x="10195560" y="3805733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5" name="Shape 292"/>
          <p:cNvSpPr/>
          <p:nvPr/>
        </p:nvSpPr>
        <p:spPr>
          <a:xfrm>
            <a:off x="10460736" y="3805733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6" name="Shape 293"/>
          <p:cNvSpPr/>
          <p:nvPr/>
        </p:nvSpPr>
        <p:spPr>
          <a:xfrm>
            <a:off x="10725912" y="3805733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7" name="Shape 294"/>
          <p:cNvSpPr/>
          <p:nvPr/>
        </p:nvSpPr>
        <p:spPr>
          <a:xfrm>
            <a:off x="10991088" y="3805733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98" name="Shape 295"/>
          <p:cNvSpPr/>
          <p:nvPr/>
        </p:nvSpPr>
        <p:spPr>
          <a:xfrm>
            <a:off x="7543800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9" name="Shape 296"/>
          <p:cNvSpPr/>
          <p:nvPr/>
        </p:nvSpPr>
        <p:spPr>
          <a:xfrm>
            <a:off x="7808976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0" name="Shape 297"/>
          <p:cNvSpPr/>
          <p:nvPr/>
        </p:nvSpPr>
        <p:spPr>
          <a:xfrm>
            <a:off x="8074152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1" name="Shape 298"/>
          <p:cNvSpPr/>
          <p:nvPr/>
        </p:nvSpPr>
        <p:spPr>
          <a:xfrm>
            <a:off x="8339328" y="389168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2" name="Shape 299"/>
          <p:cNvSpPr/>
          <p:nvPr/>
        </p:nvSpPr>
        <p:spPr>
          <a:xfrm>
            <a:off x="8604504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0"/>
          <p:cNvSpPr/>
          <p:nvPr/>
        </p:nvSpPr>
        <p:spPr>
          <a:xfrm>
            <a:off x="8869680" y="3891686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4" name="Shape 301"/>
          <p:cNvSpPr/>
          <p:nvPr/>
        </p:nvSpPr>
        <p:spPr>
          <a:xfrm>
            <a:off x="9134856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2"/>
          <p:cNvSpPr/>
          <p:nvPr/>
        </p:nvSpPr>
        <p:spPr>
          <a:xfrm>
            <a:off x="9400032" y="389168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6" name="Shape 303"/>
          <p:cNvSpPr/>
          <p:nvPr/>
        </p:nvSpPr>
        <p:spPr>
          <a:xfrm>
            <a:off x="9665208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7" name="Shape 304"/>
          <p:cNvSpPr/>
          <p:nvPr/>
        </p:nvSpPr>
        <p:spPr>
          <a:xfrm>
            <a:off x="9930384" y="3891686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8" name="Shape 305"/>
          <p:cNvSpPr/>
          <p:nvPr/>
        </p:nvSpPr>
        <p:spPr>
          <a:xfrm>
            <a:off x="10195560" y="3891686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9" name="Shape 306"/>
          <p:cNvSpPr/>
          <p:nvPr/>
        </p:nvSpPr>
        <p:spPr>
          <a:xfrm>
            <a:off x="10460736" y="3891686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0" name="Shape 307"/>
          <p:cNvSpPr/>
          <p:nvPr/>
        </p:nvSpPr>
        <p:spPr>
          <a:xfrm>
            <a:off x="10725912" y="3891686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1" name="Shape 308"/>
          <p:cNvSpPr/>
          <p:nvPr/>
        </p:nvSpPr>
        <p:spPr>
          <a:xfrm>
            <a:off x="10991088" y="3891686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2" name="Shape 309"/>
          <p:cNvSpPr/>
          <p:nvPr/>
        </p:nvSpPr>
        <p:spPr>
          <a:xfrm>
            <a:off x="7543800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3" name="Shape 310"/>
          <p:cNvSpPr/>
          <p:nvPr/>
        </p:nvSpPr>
        <p:spPr>
          <a:xfrm>
            <a:off x="7808976" y="397764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4" name="Shape 311"/>
          <p:cNvSpPr/>
          <p:nvPr/>
        </p:nvSpPr>
        <p:spPr>
          <a:xfrm>
            <a:off x="8074152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5" name="Shape 312"/>
          <p:cNvSpPr/>
          <p:nvPr/>
        </p:nvSpPr>
        <p:spPr>
          <a:xfrm>
            <a:off x="8339328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6" name="Shape 313"/>
          <p:cNvSpPr/>
          <p:nvPr/>
        </p:nvSpPr>
        <p:spPr>
          <a:xfrm>
            <a:off x="8604504" y="397764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7" name="Shape 314"/>
          <p:cNvSpPr/>
          <p:nvPr/>
        </p:nvSpPr>
        <p:spPr>
          <a:xfrm>
            <a:off x="8869680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5"/>
          <p:cNvSpPr/>
          <p:nvPr/>
        </p:nvSpPr>
        <p:spPr>
          <a:xfrm>
            <a:off x="9134856" y="3977640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19" name="Shape 316"/>
          <p:cNvSpPr/>
          <p:nvPr/>
        </p:nvSpPr>
        <p:spPr>
          <a:xfrm>
            <a:off x="9400032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7"/>
          <p:cNvSpPr/>
          <p:nvPr/>
        </p:nvSpPr>
        <p:spPr>
          <a:xfrm>
            <a:off x="9665208" y="3977640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1" name="Shape 318"/>
          <p:cNvSpPr/>
          <p:nvPr/>
        </p:nvSpPr>
        <p:spPr>
          <a:xfrm>
            <a:off x="9930384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2" name="Shape 319"/>
          <p:cNvSpPr/>
          <p:nvPr/>
        </p:nvSpPr>
        <p:spPr>
          <a:xfrm>
            <a:off x="10195560" y="3977640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3" name="Shape 320"/>
          <p:cNvSpPr/>
          <p:nvPr/>
        </p:nvSpPr>
        <p:spPr>
          <a:xfrm>
            <a:off x="10460736" y="3977640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4" name="Shape 321"/>
          <p:cNvSpPr/>
          <p:nvPr/>
        </p:nvSpPr>
        <p:spPr>
          <a:xfrm>
            <a:off x="10725912" y="3977640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5" name="Shape 322"/>
          <p:cNvSpPr/>
          <p:nvPr/>
        </p:nvSpPr>
        <p:spPr>
          <a:xfrm>
            <a:off x="10991088" y="3977640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6" name="Shape 323"/>
          <p:cNvSpPr/>
          <p:nvPr/>
        </p:nvSpPr>
        <p:spPr>
          <a:xfrm>
            <a:off x="7543800" y="406359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7" name="Shape 324"/>
          <p:cNvSpPr/>
          <p:nvPr/>
        </p:nvSpPr>
        <p:spPr>
          <a:xfrm>
            <a:off x="7808976" y="406359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8" name="Shape 325"/>
          <p:cNvSpPr/>
          <p:nvPr/>
        </p:nvSpPr>
        <p:spPr>
          <a:xfrm>
            <a:off x="8074152" y="406359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9" name="Shape 326"/>
          <p:cNvSpPr/>
          <p:nvPr/>
        </p:nvSpPr>
        <p:spPr>
          <a:xfrm>
            <a:off x="8339328" y="406359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0" name="Shape 327"/>
          <p:cNvSpPr/>
          <p:nvPr/>
        </p:nvSpPr>
        <p:spPr>
          <a:xfrm>
            <a:off x="8604504" y="406359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1" name="Shape 328"/>
          <p:cNvSpPr/>
          <p:nvPr/>
        </p:nvSpPr>
        <p:spPr>
          <a:xfrm>
            <a:off x="8869680" y="406359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2" name="Shape 329"/>
          <p:cNvSpPr/>
          <p:nvPr/>
        </p:nvSpPr>
        <p:spPr>
          <a:xfrm>
            <a:off x="9134856" y="406359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0"/>
          <p:cNvSpPr/>
          <p:nvPr/>
        </p:nvSpPr>
        <p:spPr>
          <a:xfrm>
            <a:off x="9400032" y="4063594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4" name="Shape 331"/>
          <p:cNvSpPr/>
          <p:nvPr/>
        </p:nvSpPr>
        <p:spPr>
          <a:xfrm>
            <a:off x="9665208" y="406359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5" name="Shape 332"/>
          <p:cNvSpPr/>
          <p:nvPr/>
        </p:nvSpPr>
        <p:spPr>
          <a:xfrm>
            <a:off x="9930384" y="406359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6" name="Shape 333"/>
          <p:cNvSpPr/>
          <p:nvPr/>
        </p:nvSpPr>
        <p:spPr>
          <a:xfrm>
            <a:off x="10195560" y="406359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7" name="Shape 334"/>
          <p:cNvSpPr/>
          <p:nvPr/>
        </p:nvSpPr>
        <p:spPr>
          <a:xfrm>
            <a:off x="10460736" y="4063594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8" name="Shape 335"/>
          <p:cNvSpPr/>
          <p:nvPr/>
        </p:nvSpPr>
        <p:spPr>
          <a:xfrm>
            <a:off x="10725912" y="4063594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9" name="Shape 336"/>
          <p:cNvSpPr/>
          <p:nvPr/>
        </p:nvSpPr>
        <p:spPr>
          <a:xfrm>
            <a:off x="10991088" y="4063594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0" name="Shape 337"/>
          <p:cNvSpPr/>
          <p:nvPr/>
        </p:nvSpPr>
        <p:spPr>
          <a:xfrm>
            <a:off x="7543800" y="414954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1" name="Shape 338"/>
          <p:cNvSpPr/>
          <p:nvPr/>
        </p:nvSpPr>
        <p:spPr>
          <a:xfrm>
            <a:off x="7808976" y="414954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2" name="Shape 339"/>
          <p:cNvSpPr/>
          <p:nvPr/>
        </p:nvSpPr>
        <p:spPr>
          <a:xfrm>
            <a:off x="8074152" y="414954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3" name="Shape 340"/>
          <p:cNvSpPr/>
          <p:nvPr/>
        </p:nvSpPr>
        <p:spPr>
          <a:xfrm>
            <a:off x="8339328" y="414954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4" name="Shape 341"/>
          <p:cNvSpPr/>
          <p:nvPr/>
        </p:nvSpPr>
        <p:spPr>
          <a:xfrm>
            <a:off x="8604504" y="414954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5" name="Shape 342"/>
          <p:cNvSpPr/>
          <p:nvPr/>
        </p:nvSpPr>
        <p:spPr>
          <a:xfrm>
            <a:off x="8869680" y="414954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6" name="Shape 343"/>
          <p:cNvSpPr/>
          <p:nvPr/>
        </p:nvSpPr>
        <p:spPr>
          <a:xfrm>
            <a:off x="9134856" y="414954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7" name="Shape 344"/>
          <p:cNvSpPr/>
          <p:nvPr/>
        </p:nvSpPr>
        <p:spPr>
          <a:xfrm>
            <a:off x="9400032" y="414954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5"/>
          <p:cNvSpPr/>
          <p:nvPr/>
        </p:nvSpPr>
        <p:spPr>
          <a:xfrm>
            <a:off x="9665208" y="4149547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49" name="Shape 346"/>
          <p:cNvSpPr/>
          <p:nvPr/>
        </p:nvSpPr>
        <p:spPr>
          <a:xfrm>
            <a:off x="9930384" y="4149547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0" name="Shape 347"/>
          <p:cNvSpPr/>
          <p:nvPr/>
        </p:nvSpPr>
        <p:spPr>
          <a:xfrm>
            <a:off x="10195560" y="4149547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1" name="Shape 348"/>
          <p:cNvSpPr/>
          <p:nvPr/>
        </p:nvSpPr>
        <p:spPr>
          <a:xfrm>
            <a:off x="10460736" y="4149547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2" name="Shape 349"/>
          <p:cNvSpPr/>
          <p:nvPr/>
        </p:nvSpPr>
        <p:spPr>
          <a:xfrm>
            <a:off x="10725912" y="4149547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3" name="Shape 350"/>
          <p:cNvSpPr/>
          <p:nvPr/>
        </p:nvSpPr>
        <p:spPr>
          <a:xfrm>
            <a:off x="10991088" y="4149547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54" name="Shape 351"/>
          <p:cNvSpPr/>
          <p:nvPr/>
        </p:nvSpPr>
        <p:spPr>
          <a:xfrm>
            <a:off x="7543800" y="423550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5" name="Shape 352"/>
          <p:cNvSpPr/>
          <p:nvPr/>
        </p:nvSpPr>
        <p:spPr>
          <a:xfrm>
            <a:off x="7808976" y="423550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6" name="Shape 353"/>
          <p:cNvSpPr/>
          <p:nvPr/>
        </p:nvSpPr>
        <p:spPr>
          <a:xfrm>
            <a:off x="8074152" y="423550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7" name="Shape 354"/>
          <p:cNvSpPr/>
          <p:nvPr/>
        </p:nvSpPr>
        <p:spPr>
          <a:xfrm>
            <a:off x="8339328" y="423550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8" name="Shape 355"/>
          <p:cNvSpPr/>
          <p:nvPr/>
        </p:nvSpPr>
        <p:spPr>
          <a:xfrm>
            <a:off x="8604504" y="423550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9" name="Shape 356"/>
          <p:cNvSpPr/>
          <p:nvPr/>
        </p:nvSpPr>
        <p:spPr>
          <a:xfrm>
            <a:off x="8869680" y="423550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0" name="Shape 357"/>
          <p:cNvSpPr/>
          <p:nvPr/>
        </p:nvSpPr>
        <p:spPr>
          <a:xfrm>
            <a:off x="9134856" y="423550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1" name="Shape 358"/>
          <p:cNvSpPr/>
          <p:nvPr/>
        </p:nvSpPr>
        <p:spPr>
          <a:xfrm>
            <a:off x="9400032" y="4235501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2" name="Shape 359"/>
          <p:cNvSpPr/>
          <p:nvPr/>
        </p:nvSpPr>
        <p:spPr>
          <a:xfrm>
            <a:off x="9665208" y="423550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3" name="Shape 360"/>
          <p:cNvSpPr/>
          <p:nvPr/>
        </p:nvSpPr>
        <p:spPr>
          <a:xfrm>
            <a:off x="9930384" y="4235501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4" name="Shape 361"/>
          <p:cNvSpPr/>
          <p:nvPr/>
        </p:nvSpPr>
        <p:spPr>
          <a:xfrm>
            <a:off x="10195560" y="4235501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5" name="Shape 362"/>
          <p:cNvSpPr/>
          <p:nvPr/>
        </p:nvSpPr>
        <p:spPr>
          <a:xfrm>
            <a:off x="10460736" y="4235501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6" name="Shape 363"/>
          <p:cNvSpPr/>
          <p:nvPr/>
        </p:nvSpPr>
        <p:spPr>
          <a:xfrm>
            <a:off x="10725912" y="4235501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7" name="Shape 364"/>
          <p:cNvSpPr/>
          <p:nvPr/>
        </p:nvSpPr>
        <p:spPr>
          <a:xfrm>
            <a:off x="10991088" y="4235501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8" name="Shape 365"/>
          <p:cNvSpPr/>
          <p:nvPr/>
        </p:nvSpPr>
        <p:spPr>
          <a:xfrm>
            <a:off x="7543800" y="432145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9" name="Shape 366"/>
          <p:cNvSpPr/>
          <p:nvPr/>
        </p:nvSpPr>
        <p:spPr>
          <a:xfrm>
            <a:off x="7808976" y="432145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0" name="Shape 367"/>
          <p:cNvSpPr/>
          <p:nvPr/>
        </p:nvSpPr>
        <p:spPr>
          <a:xfrm>
            <a:off x="8074152" y="432145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1" name="Shape 368"/>
          <p:cNvSpPr/>
          <p:nvPr/>
        </p:nvSpPr>
        <p:spPr>
          <a:xfrm>
            <a:off x="8339328" y="432145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2" name="Shape 369"/>
          <p:cNvSpPr/>
          <p:nvPr/>
        </p:nvSpPr>
        <p:spPr>
          <a:xfrm>
            <a:off x="8604504" y="432145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3" name="Shape 370"/>
          <p:cNvSpPr/>
          <p:nvPr/>
        </p:nvSpPr>
        <p:spPr>
          <a:xfrm>
            <a:off x="8869680" y="432145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4" name="Shape 371"/>
          <p:cNvSpPr/>
          <p:nvPr/>
        </p:nvSpPr>
        <p:spPr>
          <a:xfrm>
            <a:off x="9134856" y="432145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5" name="Shape 372"/>
          <p:cNvSpPr/>
          <p:nvPr/>
        </p:nvSpPr>
        <p:spPr>
          <a:xfrm>
            <a:off x="9400032" y="432145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6" name="Shape 373"/>
          <p:cNvSpPr/>
          <p:nvPr/>
        </p:nvSpPr>
        <p:spPr>
          <a:xfrm>
            <a:off x="9665208" y="4321454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7" name="Shape 374"/>
          <p:cNvSpPr/>
          <p:nvPr/>
        </p:nvSpPr>
        <p:spPr>
          <a:xfrm>
            <a:off x="9930384" y="4321454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8" name="Shape 375"/>
          <p:cNvSpPr/>
          <p:nvPr/>
        </p:nvSpPr>
        <p:spPr>
          <a:xfrm>
            <a:off x="10195560" y="4321454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79" name="Shape 376"/>
          <p:cNvSpPr/>
          <p:nvPr/>
        </p:nvSpPr>
        <p:spPr>
          <a:xfrm>
            <a:off x="10460736" y="4321454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0" name="Shape 377"/>
          <p:cNvSpPr/>
          <p:nvPr/>
        </p:nvSpPr>
        <p:spPr>
          <a:xfrm>
            <a:off x="10725912" y="4321454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81" name="Shape 378"/>
          <p:cNvSpPr/>
          <p:nvPr/>
        </p:nvSpPr>
        <p:spPr>
          <a:xfrm>
            <a:off x="10991088" y="4321454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2" name="Shape 379"/>
          <p:cNvSpPr/>
          <p:nvPr/>
        </p:nvSpPr>
        <p:spPr>
          <a:xfrm>
            <a:off x="7543800" y="440740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3" name="Shape 380"/>
          <p:cNvSpPr/>
          <p:nvPr/>
        </p:nvSpPr>
        <p:spPr>
          <a:xfrm>
            <a:off x="7808976" y="440740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4" name="Shape 381"/>
          <p:cNvSpPr/>
          <p:nvPr/>
        </p:nvSpPr>
        <p:spPr>
          <a:xfrm>
            <a:off x="8074152" y="440740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5" name="Shape 382"/>
          <p:cNvSpPr/>
          <p:nvPr/>
        </p:nvSpPr>
        <p:spPr>
          <a:xfrm>
            <a:off x="8339328" y="440740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6" name="Shape 383"/>
          <p:cNvSpPr/>
          <p:nvPr/>
        </p:nvSpPr>
        <p:spPr>
          <a:xfrm>
            <a:off x="8604504" y="440740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7" name="Shape 384"/>
          <p:cNvSpPr/>
          <p:nvPr/>
        </p:nvSpPr>
        <p:spPr>
          <a:xfrm>
            <a:off x="8869680" y="440740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8" name="Shape 385"/>
          <p:cNvSpPr/>
          <p:nvPr/>
        </p:nvSpPr>
        <p:spPr>
          <a:xfrm>
            <a:off x="9134856" y="440740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9" name="Shape 386"/>
          <p:cNvSpPr/>
          <p:nvPr/>
        </p:nvSpPr>
        <p:spPr>
          <a:xfrm>
            <a:off x="9400032" y="440740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0" name="Shape 387"/>
          <p:cNvSpPr/>
          <p:nvPr/>
        </p:nvSpPr>
        <p:spPr>
          <a:xfrm>
            <a:off x="9665208" y="440740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1" name="Shape 388"/>
          <p:cNvSpPr/>
          <p:nvPr/>
        </p:nvSpPr>
        <p:spPr>
          <a:xfrm>
            <a:off x="9930384" y="4407408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2" name="Shape 389"/>
          <p:cNvSpPr/>
          <p:nvPr/>
        </p:nvSpPr>
        <p:spPr>
          <a:xfrm>
            <a:off x="10195560" y="4407408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3" name="Shape 390"/>
          <p:cNvSpPr/>
          <p:nvPr/>
        </p:nvSpPr>
        <p:spPr>
          <a:xfrm>
            <a:off x="10460736" y="4407408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4" name="Shape 391"/>
          <p:cNvSpPr/>
          <p:nvPr/>
        </p:nvSpPr>
        <p:spPr>
          <a:xfrm>
            <a:off x="10725912" y="4407408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5" name="Shape 392"/>
          <p:cNvSpPr/>
          <p:nvPr/>
        </p:nvSpPr>
        <p:spPr>
          <a:xfrm>
            <a:off x="10991088" y="4407408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96" name="Shape 393"/>
          <p:cNvSpPr/>
          <p:nvPr/>
        </p:nvSpPr>
        <p:spPr>
          <a:xfrm>
            <a:off x="7543800" y="44933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7" name="Shape 394"/>
          <p:cNvSpPr/>
          <p:nvPr/>
        </p:nvSpPr>
        <p:spPr>
          <a:xfrm>
            <a:off x="7808976" y="44933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8" name="Shape 395"/>
          <p:cNvSpPr/>
          <p:nvPr/>
        </p:nvSpPr>
        <p:spPr>
          <a:xfrm>
            <a:off x="8074152" y="44933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9" name="Shape 396"/>
          <p:cNvSpPr/>
          <p:nvPr/>
        </p:nvSpPr>
        <p:spPr>
          <a:xfrm>
            <a:off x="8339328" y="44933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0" name="Shape 397"/>
          <p:cNvSpPr/>
          <p:nvPr/>
        </p:nvSpPr>
        <p:spPr>
          <a:xfrm>
            <a:off x="8604504" y="44933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1" name="Shape 398"/>
          <p:cNvSpPr/>
          <p:nvPr/>
        </p:nvSpPr>
        <p:spPr>
          <a:xfrm>
            <a:off x="8869680" y="44933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2" name="Shape 399"/>
          <p:cNvSpPr/>
          <p:nvPr/>
        </p:nvSpPr>
        <p:spPr>
          <a:xfrm>
            <a:off x="9134856" y="44933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3" name="Shape 400"/>
          <p:cNvSpPr/>
          <p:nvPr/>
        </p:nvSpPr>
        <p:spPr>
          <a:xfrm>
            <a:off x="9400032" y="44933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4" name="Shape 401"/>
          <p:cNvSpPr/>
          <p:nvPr/>
        </p:nvSpPr>
        <p:spPr>
          <a:xfrm>
            <a:off x="9665208" y="44933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5" name="Shape 402"/>
          <p:cNvSpPr/>
          <p:nvPr/>
        </p:nvSpPr>
        <p:spPr>
          <a:xfrm>
            <a:off x="9930384" y="4493362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6" name="Shape 403"/>
          <p:cNvSpPr/>
          <p:nvPr/>
        </p:nvSpPr>
        <p:spPr>
          <a:xfrm>
            <a:off x="10195560" y="4493362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7" name="Shape 404"/>
          <p:cNvSpPr/>
          <p:nvPr/>
        </p:nvSpPr>
        <p:spPr>
          <a:xfrm>
            <a:off x="10460736" y="449336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08" name="Shape 405"/>
          <p:cNvSpPr/>
          <p:nvPr/>
        </p:nvSpPr>
        <p:spPr>
          <a:xfrm>
            <a:off x="10725912" y="4493362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09" name="Shape 406"/>
          <p:cNvSpPr/>
          <p:nvPr/>
        </p:nvSpPr>
        <p:spPr>
          <a:xfrm>
            <a:off x="10991088" y="4493362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10" name="Shape 407"/>
          <p:cNvSpPr/>
          <p:nvPr/>
        </p:nvSpPr>
        <p:spPr>
          <a:xfrm>
            <a:off x="7543800" y="457931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1" name="Shape 408"/>
          <p:cNvSpPr/>
          <p:nvPr/>
        </p:nvSpPr>
        <p:spPr>
          <a:xfrm>
            <a:off x="7808976" y="457931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2" name="Shape 409"/>
          <p:cNvSpPr/>
          <p:nvPr/>
        </p:nvSpPr>
        <p:spPr>
          <a:xfrm>
            <a:off x="8074152" y="457931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13" name="Shape 410"/>
          <p:cNvSpPr/>
          <p:nvPr/>
        </p:nvSpPr>
        <p:spPr>
          <a:xfrm>
            <a:off x="8339328" y="457931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4" name="Shape 411"/>
          <p:cNvSpPr/>
          <p:nvPr/>
        </p:nvSpPr>
        <p:spPr>
          <a:xfrm>
            <a:off x="8604504" y="457931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5" name="Shape 412"/>
          <p:cNvSpPr/>
          <p:nvPr/>
        </p:nvSpPr>
        <p:spPr>
          <a:xfrm>
            <a:off x="8869680" y="457931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16" name="Shape 413"/>
          <p:cNvSpPr/>
          <p:nvPr/>
        </p:nvSpPr>
        <p:spPr>
          <a:xfrm>
            <a:off x="9134856" y="457931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17" name="Shape 414"/>
          <p:cNvSpPr/>
          <p:nvPr/>
        </p:nvSpPr>
        <p:spPr>
          <a:xfrm>
            <a:off x="9400032" y="457931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18" name="Shape 415"/>
          <p:cNvSpPr/>
          <p:nvPr/>
        </p:nvSpPr>
        <p:spPr>
          <a:xfrm>
            <a:off x="9665208" y="4579315"/>
            <a:ext cx="242316" cy="6949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19" name="Shape 416"/>
          <p:cNvSpPr/>
          <p:nvPr/>
        </p:nvSpPr>
        <p:spPr>
          <a:xfrm>
            <a:off x="9930384" y="457931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0" name="Shape 417"/>
          <p:cNvSpPr/>
          <p:nvPr/>
        </p:nvSpPr>
        <p:spPr>
          <a:xfrm>
            <a:off x="10195560" y="4579315"/>
            <a:ext cx="242316" cy="69494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1" name="Shape 418"/>
          <p:cNvSpPr/>
          <p:nvPr/>
        </p:nvSpPr>
        <p:spPr>
          <a:xfrm>
            <a:off x="10460736" y="4579315"/>
            <a:ext cx="242316" cy="69494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22" name="Shape 419"/>
          <p:cNvSpPr/>
          <p:nvPr/>
        </p:nvSpPr>
        <p:spPr>
          <a:xfrm>
            <a:off x="10725912" y="4579315"/>
            <a:ext cx="242316" cy="69494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23" name="Shape 420"/>
          <p:cNvSpPr/>
          <p:nvPr/>
        </p:nvSpPr>
        <p:spPr>
          <a:xfrm>
            <a:off x="10991088" y="4579315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4" name="Shape 421"/>
          <p:cNvSpPr/>
          <p:nvPr/>
        </p:nvSpPr>
        <p:spPr>
          <a:xfrm>
            <a:off x="7543800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5" name="Shape 422"/>
          <p:cNvSpPr/>
          <p:nvPr/>
        </p:nvSpPr>
        <p:spPr>
          <a:xfrm>
            <a:off x="7808976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6" name="Shape 423"/>
          <p:cNvSpPr/>
          <p:nvPr/>
        </p:nvSpPr>
        <p:spPr>
          <a:xfrm>
            <a:off x="8074152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7" name="Shape 424"/>
          <p:cNvSpPr/>
          <p:nvPr/>
        </p:nvSpPr>
        <p:spPr>
          <a:xfrm>
            <a:off x="8339328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8" name="Shape 425"/>
          <p:cNvSpPr/>
          <p:nvPr/>
        </p:nvSpPr>
        <p:spPr>
          <a:xfrm>
            <a:off x="8604504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9" name="Shape 426"/>
          <p:cNvSpPr/>
          <p:nvPr/>
        </p:nvSpPr>
        <p:spPr>
          <a:xfrm>
            <a:off x="8869680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0" name="Shape 427"/>
          <p:cNvSpPr/>
          <p:nvPr/>
        </p:nvSpPr>
        <p:spPr>
          <a:xfrm>
            <a:off x="9134856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1" name="Shape 428"/>
          <p:cNvSpPr/>
          <p:nvPr/>
        </p:nvSpPr>
        <p:spPr>
          <a:xfrm>
            <a:off x="9400032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2" name="Shape 429"/>
          <p:cNvSpPr/>
          <p:nvPr/>
        </p:nvSpPr>
        <p:spPr>
          <a:xfrm>
            <a:off x="9665208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3" name="Shape 430"/>
          <p:cNvSpPr/>
          <p:nvPr/>
        </p:nvSpPr>
        <p:spPr>
          <a:xfrm>
            <a:off x="9930384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4" name="Shape 431"/>
          <p:cNvSpPr/>
          <p:nvPr/>
        </p:nvSpPr>
        <p:spPr>
          <a:xfrm>
            <a:off x="10195560" y="4710989"/>
            <a:ext cx="242316" cy="69494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5" name="Shape 432"/>
          <p:cNvSpPr/>
          <p:nvPr/>
        </p:nvSpPr>
        <p:spPr>
          <a:xfrm>
            <a:off x="10460736" y="4710989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36" name="Shape 433"/>
          <p:cNvSpPr/>
          <p:nvPr/>
        </p:nvSpPr>
        <p:spPr>
          <a:xfrm>
            <a:off x="10725912" y="4710989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37" name="Shape 434"/>
          <p:cNvSpPr/>
          <p:nvPr/>
        </p:nvSpPr>
        <p:spPr>
          <a:xfrm>
            <a:off x="10991088" y="4710989"/>
            <a:ext cx="242316" cy="69494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38" name="Shape 435"/>
          <p:cNvSpPr/>
          <p:nvPr/>
        </p:nvSpPr>
        <p:spPr>
          <a:xfrm>
            <a:off x="7452360" y="2221992"/>
            <a:ext cx="0" cy="1175918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39" name="Text 436"/>
          <p:cNvSpPr txBox="1"/>
          <p:nvPr/>
        </p:nvSpPr>
        <p:spPr>
          <a:xfrm>
            <a:off x="6483096" y="2695651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</a:t>
            </a:r>
            <a:endParaRPr lang="en-US" sz="850" dirty="0"/>
          </a:p>
        </p:txBody>
      </p:sp>
      <p:sp>
        <p:nvSpPr>
          <p:cNvPr id="440" name="Shape 437"/>
          <p:cNvSpPr/>
          <p:nvPr/>
        </p:nvSpPr>
        <p:spPr>
          <a:xfrm>
            <a:off x="7452360" y="3471062"/>
            <a:ext cx="0" cy="1175918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41" name="Text 438"/>
          <p:cNvSpPr txBox="1"/>
          <p:nvPr/>
        </p:nvSpPr>
        <p:spPr>
          <a:xfrm>
            <a:off x="6483096" y="394472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뒤집은 짝 14회</a:t>
            </a:r>
            <a:endParaRPr lang="en-US" sz="850" dirty="0"/>
          </a:p>
        </p:txBody>
      </p:sp>
      <p:sp>
        <p:nvSpPr>
          <p:cNvPr id="442" name="Shape 439"/>
          <p:cNvSpPr/>
          <p:nvPr/>
        </p:nvSpPr>
        <p:spPr>
          <a:xfrm>
            <a:off x="7452360" y="4720133"/>
            <a:ext cx="0" cy="58522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43" name="Text 440"/>
          <p:cNvSpPr txBox="1"/>
          <p:nvPr/>
        </p:nvSpPr>
        <p:spPr>
          <a:xfrm>
            <a:off x="6483096" y="463509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중간 1회</a:t>
            </a:r>
            <a:endParaRPr lang="en-US" sz="850" dirty="0"/>
          </a:p>
        </p:txBody>
      </p:sp>
      <p:sp>
        <p:nvSpPr>
          <p:cNvPr id="444" name="Shape 441"/>
          <p:cNvSpPr/>
          <p:nvPr/>
        </p:nvSpPr>
        <p:spPr>
          <a:xfrm>
            <a:off x="7543800" y="4915814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45" name="Text 442"/>
          <p:cNvSpPr txBox="1"/>
          <p:nvPr/>
        </p:nvSpPr>
        <p:spPr>
          <a:xfrm>
            <a:off x="7781544" y="487009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아래 끝</a:t>
            </a:r>
            <a:endParaRPr lang="en-US" sz="850" dirty="0"/>
          </a:p>
        </p:txBody>
      </p:sp>
      <p:sp>
        <p:nvSpPr>
          <p:cNvPr id="446" name="Shape 443"/>
          <p:cNvSpPr/>
          <p:nvPr/>
        </p:nvSpPr>
        <p:spPr>
          <a:xfrm>
            <a:off x="8686800" y="4915814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47" name="Text 444"/>
          <p:cNvSpPr txBox="1"/>
          <p:nvPr/>
        </p:nvSpPr>
        <p:spPr>
          <a:xfrm>
            <a:off x="8924544" y="487009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850" dirty="0"/>
          </a:p>
        </p:txBody>
      </p:sp>
      <p:sp>
        <p:nvSpPr>
          <p:cNvPr id="448" name="Shape 445"/>
          <p:cNvSpPr/>
          <p:nvPr/>
        </p:nvSpPr>
        <p:spPr>
          <a:xfrm>
            <a:off x="9509760" y="4915814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9" name="Text 446"/>
          <p:cNvSpPr txBox="1"/>
          <p:nvPr/>
        </p:nvSpPr>
        <p:spPr>
          <a:xfrm>
            <a:off x="9747504" y="487009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끝</a:t>
            </a:r>
            <a:endParaRPr lang="en-US" sz="850" dirty="0"/>
          </a:p>
        </p:txBody>
      </p:sp>
      <p:sp>
        <p:nvSpPr>
          <p:cNvPr id="450" name="Text 447"/>
          <p:cNvSpPr txBox="1"/>
          <p:nvPr/>
        </p:nvSpPr>
        <p:spPr>
          <a:xfrm>
            <a:off x="6647688" y="5144414"/>
            <a:ext cx="4846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1회, 칸 색 = 그 변수를 범위의 어디에 둘지</a:t>
            </a:r>
            <a:endParaRPr lang="en-US" sz="86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변수를 한꺼번에 바꿔도 변수마다 효과를 따로 계산할 수 있게 짠 표</a:t>
            </a:r>
            <a:endParaRPr lang="en-US" sz="86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변수: 효과가 0이어야 정상 → '우연히 생기는 크기'의 기준선</a:t>
            </a:r>
            <a:endParaRPr lang="en-US" sz="86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변수끼리 얽힌 효과(교호작용)는 정확히 못 나눔 → 02 머신러닝에서 확인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 —  11개 중 8개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영향 크기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크기 = 성능 지표가 변한 양 중 그 변수 때문인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있음 (두 기준 모두 통과)  ·  회색 숫자 = 영향 없음  ·  고정값: 차압이 낮아지는 쪽 끝값, 판단 근거가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 해석점 배치  —  OLHD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핀이 많으면 핀 사이 간격 때문에 두껍게 만들 수 없음 → 만들 수 있는 영역 안에만 점이 찍힘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이런 제약이 없는 변수끼리는 범위 전체에 고르게 퍼짐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남긴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해석점 (변수당 10점)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남긴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OLHD란?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 변수 범위를 80칸으로 나눠 칸마다 한 번씩만 쓰도록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→ 적은 점으로 범위를 빈틈없이 채움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예측하나  —  예측값과 '얼마나 믿을지'를 함께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해석한 점에서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범위가 넓어짐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범위 (약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+ 믿을 정도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예측값과 함께 오차 범위를 알려줌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점이면 충분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영향도 계산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변수별 영향 · 교호작용 계산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범위가 넓은 곳 = 정보 부족 → 다음 해석 후보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남긴 변수 8개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성능 지표 7개 → 지표마다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설정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성능이 매끄럽게 변한다고 가정하고,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변수마다 영향 범위를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값 범위가 넓어 로그로 바꿔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전체 진행 관리  —  선별 29회 → 결과 확인 → 학습용 80점, 해석점마다 아래 단계를 차례로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해석점 만들기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만들기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치수 11개 입력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형상 재생성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지표 7개 계산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 7개 학습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남길 변수 · 예측 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파일 경로를 한 곳에서 관리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성능 지표 목록을 한 곳에서 관리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결과를 사람이 확인한 뒤 학습 단계로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기준을 코드에 고정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기준을 바꿀 수 없게 미리 적어 둠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단계만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 검증  —  처음 보는 설계도 맞히나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  R²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0.9면 성능 변화의 90%를 맞힘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방법: 80점 중 8점을 빼고 학습 → 뺀 8점을 예측, 10번 반복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예측이 실제 해석과 정확히 같은 경우 (선 위에 있을수록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영향도 및 교호작용  —  무엇이 성능을 좌우하나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영향 1순위  —  DSD vs 머신러닝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08760"/>
                <a:gridCol w="150876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머신러닝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지표에서 1순위 일치 — 방법이 달라도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변수끼리 얽힌 효과 (교호작용) 비율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변화 중 변수끼리 함께 바뀔 때 생기는 부분 — 머신러닝으로 계산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두께는 혼자서 7%, 다른 변수와 얽혀서 총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변수를 하나씩 바꿔서는 최적점을 찾기 어려움 → 모델로 함께 탐색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지표 5개에서 영향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머신러닝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변수끼리 얽힘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13 ~ 19% → DSD로는 못 보는 부분을 모델로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지표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유로마다 유량이 고른 정도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지표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뒤 구간이라 여러 변수가 얽혀 작용 — 교호작용 19%로 7개 지표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이런 복잡한 변화를 다 담기에 부족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자신 없는 곳(예측 범위가 넓은 곳)을 골라 해석을 추가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 위에서 여러 지표를 함께 만족하는 최적 설계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 골라내기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학습용 해석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 정확도 R²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2026-10-26T01:50:10Z</dcterms:created>
  <dcterms:modified xsi:type="dcterms:W3CDTF">2026-10-26T01:50:10Z</dcterms:modified>
</cp:coreProperties>
</file>