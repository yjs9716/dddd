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2개월차 발표. 성능에 영향을 주는 설계변수를 먼저 골라낸 뒤, 그 변수들로 해석 결과를 학습해 성능을 바로 예측하는 머신러닝 모델을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후보 변수 11개 중 실제로 성능에 영향을 주는 변수를 골라낸 과정, 02는 남은 변수로 성능을 예측하는 머신러닝 모델을 만든 과정, 03은 그 모델이 얼마나 정확한지와 어떤 변수가 성능을 좌우하는지 확인한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2개월차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11개를 바로 대리모델 실험에 넣지 않고, 먼저 확정적 선별 설계(DSD) 29회로 영향 있는 변수를 선별했다. 실험표는 변수 하나만 중간값에 두고 나머지를 상·하한에 두는 행 14개와 그 거울상 14개, 중심점 1개로 구성된다. 거울상 쌍 덕분에 주효과(변수 하나만의 효과)가 교호작용·곡률과 섞이지 않는다. 가짜 인자 3열은 어떤 치수와도 연결하지 않아 효과가 0이어야 하므로 판정의 기준선이 된다. 판정 규칙은 결과를 보기 전에 고정했다. 다만 교호작용의 크기는 DSD로 정확히 분리할 수 없어, 다음 단계의 GPR 대리모델로 확인한다.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2개월차   |   변수 선별 및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설계공간 재정의 및 변수 선별</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후보 설계변수 정의</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선별 실험(DSD) 설계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선별 결과 및 활성 변수 확정</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머신러닝 대리모델 구축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활성 변수 실험계획(OLHD)</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가우시안 프로세스 회귀(GPR)</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코드 구성</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정확도 검증 및 지배 변수 식별</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예측값 · 실측값 비교 (교차검증)</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변수별 민감도(Sobol) 및 교호작용</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한계 및 차월 계획</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2개월차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선별부터 하는가</a:t>
            </a:r>
            <a:endParaRPr lang="en-US" sz="1300" dirty="0"/>
          </a:p>
        </p:txBody>
      </p:sp>
      <p:sp>
        <p:nvSpPr>
          <p:cNvPr id="9" name="Shape 7"/>
          <p:cNvSpPr/>
          <p:nvPr/>
        </p:nvSpPr>
        <p:spPr>
          <a:xfrm>
            <a:off x="832104" y="1975104"/>
            <a:ext cx="292608" cy="292608"/>
          </a:xfrm>
          <a:prstGeom prst="ellipse">
            <a:avLst/>
          </a:prstGeom>
          <a:solidFill>
            <a:srgbClr val="16305B"/>
          </a:solidFill>
          <a:ln w="12700">
            <a:solidFill>
              <a:srgbClr val="16305B"/>
            </a:solidFill>
            <a:prstDash val="solid"/>
          </a:ln>
        </p:spPr>
      </p:sp>
      <p:sp>
        <p:nvSpPr>
          <p:cNvPr id="10" name="Text 8"/>
          <p:cNvSpPr txBox="1"/>
          <p:nvPr/>
        </p:nvSpPr>
        <p:spPr>
          <a:xfrm>
            <a:off x="832104" y="197510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1" name="Text 9"/>
          <p:cNvSpPr txBox="1"/>
          <p:nvPr/>
        </p:nvSpPr>
        <p:spPr>
          <a:xfrm>
            <a:off x="1252728" y="1901952"/>
            <a:ext cx="4389120" cy="24688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대리모델 차원 축소</a:t>
            </a:r>
            <a:endParaRPr lang="en-US" sz="1050" dirty="0"/>
          </a:p>
        </p:txBody>
      </p:sp>
      <p:sp>
        <p:nvSpPr>
          <p:cNvPr id="12" name="Text 10"/>
          <p:cNvSpPr txBox="1"/>
          <p:nvPr/>
        </p:nvSpPr>
        <p:spPr>
          <a:xfrm>
            <a:off x="1252728" y="2148840"/>
            <a:ext cx="4389120" cy="219456"/>
          </a:xfrm>
          <a:prstGeom prst="rect">
            <a:avLst/>
          </a:prstGeom>
          <a:noFill/>
          <a:ln/>
        </p:spPr>
        <p:txBody>
          <a:bodyPr wrap="square" lIns="0" tIns="0" rIns="0" bIns="0" rtlCol="0" anchor="ctr"/>
          <a:lstStyle/>
          <a:p>
            <a:pPr indent="0" marL="0">
              <a:buNone/>
            </a:pPr>
            <a:r>
              <a:rPr lang="en-US" sz="930" dirty="0">
                <a:solidFill>
                  <a:srgbClr val="6B7A8F"/>
                </a:solidFill>
                <a:latin typeface="Malgun Gothic" pitchFamily="34" charset="0"/>
                <a:ea typeface="Malgun Gothic" pitchFamily="34" charset="-122"/>
                <a:cs typeface="Malgun Gothic" pitchFamily="34" charset="-120"/>
              </a:rPr>
              <a:t>변수가 늘수록 학습에 필요한 해석이 크게 늘어남 → 영향 없는 변수는 미리 고정</a:t>
            </a:r>
            <a:endParaRPr lang="en-US" sz="930" dirty="0"/>
          </a:p>
        </p:txBody>
      </p:sp>
      <p:sp>
        <p:nvSpPr>
          <p:cNvPr id="13" name="Shape 11"/>
          <p:cNvSpPr/>
          <p:nvPr/>
        </p:nvSpPr>
        <p:spPr>
          <a:xfrm>
            <a:off x="832104" y="2542032"/>
            <a:ext cx="292608" cy="292608"/>
          </a:xfrm>
          <a:prstGeom prst="ellipse">
            <a:avLst/>
          </a:prstGeom>
          <a:solidFill>
            <a:srgbClr val="16305B"/>
          </a:solidFill>
          <a:ln w="12700">
            <a:solidFill>
              <a:srgbClr val="16305B"/>
            </a:solidFill>
            <a:prstDash val="solid"/>
          </a:ln>
        </p:spPr>
      </p:sp>
      <p:sp>
        <p:nvSpPr>
          <p:cNvPr id="14" name="Text 12"/>
          <p:cNvSpPr txBox="1"/>
          <p:nvPr/>
        </p:nvSpPr>
        <p:spPr>
          <a:xfrm>
            <a:off x="832104" y="254203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15" name="Text 13"/>
          <p:cNvSpPr txBox="1"/>
          <p:nvPr/>
        </p:nvSpPr>
        <p:spPr>
          <a:xfrm>
            <a:off x="1252728" y="2468880"/>
            <a:ext cx="4389120" cy="24688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통계 판정으로 고정</a:t>
            </a:r>
            <a:endParaRPr lang="en-US" sz="1050" dirty="0"/>
          </a:p>
        </p:txBody>
      </p:sp>
      <p:sp>
        <p:nvSpPr>
          <p:cNvPr id="16" name="Text 14"/>
          <p:cNvSpPr txBox="1"/>
          <p:nvPr/>
        </p:nvSpPr>
        <p:spPr>
          <a:xfrm>
            <a:off x="1252728" y="2715768"/>
            <a:ext cx="4389120" cy="219456"/>
          </a:xfrm>
          <a:prstGeom prst="rect">
            <a:avLst/>
          </a:prstGeom>
          <a:noFill/>
          <a:ln/>
        </p:spPr>
        <p:txBody>
          <a:bodyPr wrap="square" lIns="0" tIns="0" rIns="0" bIns="0" rtlCol="0" anchor="ctr"/>
          <a:lstStyle/>
          <a:p>
            <a:pPr indent="0" marL="0">
              <a:buNone/>
            </a:pPr>
            <a:r>
              <a:rPr lang="en-US" sz="930" dirty="0">
                <a:solidFill>
                  <a:srgbClr val="6B7A8F"/>
                </a:solidFill>
                <a:latin typeface="Malgun Gothic" pitchFamily="34" charset="0"/>
                <a:ea typeface="Malgun Gothic" pitchFamily="34" charset="-122"/>
                <a:cs typeface="Malgun Gothic" pitchFamily="34" charset="-120"/>
              </a:rPr>
              <a:t>감이 아니라 사전에 정한 규칙으로 고정 여부 결정</a:t>
            </a:r>
            <a:endParaRPr lang="en-US" sz="930" dirty="0"/>
          </a:p>
        </p:txBody>
      </p:sp>
      <p:sp>
        <p:nvSpPr>
          <p:cNvPr id="17" name="Shape 15"/>
          <p:cNvSpPr/>
          <p:nvPr/>
        </p:nvSpPr>
        <p:spPr>
          <a:xfrm>
            <a:off x="832104" y="3108960"/>
            <a:ext cx="292608" cy="292608"/>
          </a:xfrm>
          <a:prstGeom prst="ellipse">
            <a:avLst/>
          </a:prstGeom>
          <a:solidFill>
            <a:srgbClr val="16305B"/>
          </a:solidFill>
          <a:ln w="12700">
            <a:solidFill>
              <a:srgbClr val="16305B"/>
            </a:solidFill>
            <a:prstDash val="solid"/>
          </a:ln>
        </p:spPr>
      </p:sp>
      <p:sp>
        <p:nvSpPr>
          <p:cNvPr id="18" name="Text 16"/>
          <p:cNvSpPr txBox="1"/>
          <p:nvPr/>
        </p:nvSpPr>
        <p:spPr>
          <a:xfrm>
            <a:off x="832104" y="31089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19" name="Text 17"/>
          <p:cNvSpPr txBox="1"/>
          <p:nvPr/>
        </p:nvSpPr>
        <p:spPr>
          <a:xfrm>
            <a:off x="1252728" y="3035808"/>
            <a:ext cx="4389120" cy="24688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지배 변수 사전 파악</a:t>
            </a:r>
            <a:endParaRPr lang="en-US" sz="1050" dirty="0"/>
          </a:p>
        </p:txBody>
      </p:sp>
      <p:sp>
        <p:nvSpPr>
          <p:cNvPr id="20" name="Text 18"/>
          <p:cNvSpPr txBox="1"/>
          <p:nvPr/>
        </p:nvSpPr>
        <p:spPr>
          <a:xfrm>
            <a:off x="1252728" y="3282696"/>
            <a:ext cx="4389120" cy="219456"/>
          </a:xfrm>
          <a:prstGeom prst="rect">
            <a:avLst/>
          </a:prstGeom>
          <a:noFill/>
          <a:ln/>
        </p:spPr>
        <p:txBody>
          <a:bodyPr wrap="square" lIns="0" tIns="0" rIns="0" bIns="0" rtlCol="0" anchor="ctr"/>
          <a:lstStyle/>
          <a:p>
            <a:pPr indent="0" marL="0">
              <a:buNone/>
            </a:pPr>
            <a:r>
              <a:rPr lang="en-US" sz="930" dirty="0">
                <a:solidFill>
                  <a:srgbClr val="6B7A8F"/>
                </a:solidFill>
                <a:latin typeface="Malgun Gothic" pitchFamily="34" charset="0"/>
                <a:ea typeface="Malgun Gothic" pitchFamily="34" charset="-122"/>
                <a:cs typeface="Malgun Gothic" pitchFamily="34" charset="-120"/>
              </a:rPr>
              <a:t>본 실험 전에 어떤 변수가 성능을 좌우하는지 확인</a:t>
            </a:r>
            <a:endParaRPr lang="en-US" sz="930" dirty="0"/>
          </a:p>
        </p:txBody>
      </p:sp>
      <p:sp>
        <p:nvSpPr>
          <p:cNvPr id="21" name="Text 19"/>
          <p:cNvSpPr txBox="1"/>
          <p:nvPr/>
        </p:nvSpPr>
        <p:spPr>
          <a:xfrm>
            <a:off x="813816" y="3703320"/>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판정 규칙  —  실험 전에 고정</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4023360"/>
          <a:ext cx="4846320" cy="914400"/>
        </p:xfrm>
        <a:graphic>
          <a:graphicData uri="http://schemas.openxmlformats.org/drawingml/2006/table">
            <a:tbl>
              <a:tblPr/>
              <a:tblGrid>
                <a:gridCol w="1325880"/>
                <a:gridCol w="868680"/>
                <a:gridCol w="2651760"/>
              </a:tblGrid>
              <a:tr h="310896">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기준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통계적 유의성</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p ≤ 0.05</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가짜 인자(효과 0 기준선)보다 확실히 큰 효과인가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분산 기여율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 2%</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응답 변동의 2% 이상을 설명하는가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3" name="Shape 20"/>
          <p:cNvSpPr/>
          <p:nvPr/>
        </p:nvSpPr>
        <p:spPr>
          <a:xfrm>
            <a:off x="813816" y="5084064"/>
            <a:ext cx="4846320" cy="896112"/>
          </a:xfrm>
          <a:prstGeom prst="roundRect">
            <a:avLst>
              <a:gd name="adj" fmla="val 6122"/>
            </a:avLst>
          </a:prstGeom>
          <a:solidFill>
            <a:srgbClr val="EEF2F7"/>
          </a:solidFill>
          <a:ln w="12700">
            <a:solidFill>
              <a:srgbClr val="EEF2F7"/>
            </a:solidFill>
            <a:prstDash val="solid"/>
          </a:ln>
        </p:spPr>
      </p:sp>
      <p:sp>
        <p:nvSpPr>
          <p:cNvPr id="24" name="Text 21"/>
          <p:cNvSpPr txBox="1"/>
          <p:nvPr/>
        </p:nvSpPr>
        <p:spPr>
          <a:xfrm>
            <a:off x="960120" y="5084064"/>
            <a:ext cx="4572000" cy="896112"/>
          </a:xfrm>
          <a:prstGeom prst="rect">
            <a:avLst/>
          </a:prstGeom>
          <a:noFill/>
          <a:ln/>
        </p:spPr>
        <p:txBody>
          <a:bodyPr wrap="square" lIns="0" tIns="0" rIns="0" bIns="0" rtlCol="0" anchor="ctr"/>
          <a:lstStyle/>
          <a:p>
            <a:pPr indent="0" marL="0">
              <a:lnSpc>
                <a:spcPct val="120000"/>
              </a:lnSpc>
              <a:buNone/>
            </a:pPr>
            <a:r>
              <a:rPr lang="en-US" sz="950" b="1" dirty="0">
                <a:solidFill>
                  <a:srgbClr val="16305B"/>
                </a:solidFill>
                <a:latin typeface="Malgun Gothic" pitchFamily="34" charset="0"/>
                <a:ea typeface="Malgun Gothic" pitchFamily="34" charset="-122"/>
                <a:cs typeface="Malgun Gothic" pitchFamily="34" charset="-120"/>
              </a:rPr>
              <a:t>두 조건을 모두 만족해야 '영향 있음'</a:t>
            </a:r>
            <a:endParaRPr lang="en-US" sz="950" dirty="0"/>
          </a:p>
          <a:p>
            <a:pPr indent="0" marL="0">
              <a:lnSpc>
                <a:spcPct val="120000"/>
              </a:lnSpc>
              <a:buNone/>
            </a:pPr>
            <a:r>
              <a:rPr lang="en-US" sz="950" dirty="0">
                <a:solidFill>
                  <a:srgbClr val="1C2733"/>
                </a:solidFill>
                <a:latin typeface="Malgun Gothic" pitchFamily="34" charset="0"/>
                <a:ea typeface="Malgun Gothic" pitchFamily="34" charset="-122"/>
                <a:cs typeface="Malgun Gothic" pitchFamily="34" charset="-120"/>
              </a:rPr>
              <a:t>응답 7개 어디에서도 영향이 없으면 → 비활성 변수로 고정</a:t>
            </a:r>
            <a:endParaRPr lang="en-US" sz="950" dirty="0"/>
          </a:p>
          <a:p>
            <a:pPr indent="0" marL="0">
              <a:lnSpc>
                <a:spcPct val="120000"/>
              </a:lnSpc>
              <a:buNone/>
            </a:pPr>
            <a:r>
              <a:rPr lang="en-US" sz="950" dirty="0">
                <a:solidFill>
                  <a:srgbClr val="6B7A8F"/>
                </a:solidFill>
                <a:latin typeface="Malgun Gothic" pitchFamily="34" charset="0"/>
                <a:ea typeface="Malgun Gothic" pitchFamily="34" charset="-122"/>
                <a:cs typeface="Malgun Gothic" pitchFamily="34" charset="-120"/>
              </a:rPr>
              <a:t>결과를 본 뒤 기준을 바꾸지 않도록 실험 전에 확정</a:t>
            </a:r>
            <a:endParaRPr lang="en-US" sz="950" dirty="0"/>
          </a:p>
        </p:txBody>
      </p:sp>
      <p:sp>
        <p:nvSpPr>
          <p:cNvPr id="25" name="Shape 22"/>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6"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7"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실험표 구조  —  29회 × 14열</a:t>
            </a:r>
            <a:endParaRPr lang="en-US" sz="1300" dirty="0"/>
          </a:p>
        </p:txBody>
      </p:sp>
      <p:sp>
        <p:nvSpPr>
          <p:cNvPr id="28" name="Text 25"/>
          <p:cNvSpPr txBox="1"/>
          <p:nvPr/>
        </p:nvSpPr>
        <p:spPr>
          <a:xfrm>
            <a:off x="7543800" y="1865376"/>
            <a:ext cx="2916936"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실제 변수 11개</a:t>
            </a:r>
            <a:endParaRPr lang="en-US" sz="900" dirty="0"/>
          </a:p>
        </p:txBody>
      </p:sp>
      <p:sp>
        <p:nvSpPr>
          <p:cNvPr id="29" name="Text 26"/>
          <p:cNvSpPr txBox="1"/>
          <p:nvPr/>
        </p:nvSpPr>
        <p:spPr>
          <a:xfrm>
            <a:off x="10460736" y="1865376"/>
            <a:ext cx="1069848" cy="219456"/>
          </a:xfrm>
          <a:prstGeom prst="rect">
            <a:avLst/>
          </a:prstGeom>
          <a:noFill/>
          <a:ln/>
        </p:spPr>
        <p:txBody>
          <a:bodyPr wrap="square" lIns="0" tIns="0" rIns="0" bIns="0" rtlCol="0" anchor="ct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가짜 인자 3개</a:t>
            </a:r>
            <a:endParaRPr lang="en-US" sz="900" dirty="0"/>
          </a:p>
        </p:txBody>
      </p:sp>
      <p:sp>
        <p:nvSpPr>
          <p:cNvPr id="30" name="Shape 27"/>
          <p:cNvSpPr/>
          <p:nvPr/>
        </p:nvSpPr>
        <p:spPr>
          <a:xfrm>
            <a:off x="7543800" y="2103120"/>
            <a:ext cx="2889504" cy="0"/>
          </a:xfrm>
          <a:prstGeom prst="line">
            <a:avLst/>
          </a:prstGeom>
          <a:noFill/>
          <a:ln w="12700">
            <a:solidFill>
              <a:srgbClr val="16305B"/>
            </a:solidFill>
            <a:prstDash val="solid"/>
          </a:ln>
        </p:spPr>
      </p:sp>
      <p:sp>
        <p:nvSpPr>
          <p:cNvPr id="31" name="Shape 28"/>
          <p:cNvSpPr/>
          <p:nvPr/>
        </p:nvSpPr>
        <p:spPr>
          <a:xfrm>
            <a:off x="10488168" y="2103120"/>
            <a:ext cx="768096" cy="0"/>
          </a:xfrm>
          <a:prstGeom prst="line">
            <a:avLst/>
          </a:prstGeom>
          <a:noFill/>
          <a:ln w="12700">
            <a:solidFill>
              <a:srgbClr val="00A3C4"/>
            </a:solidFill>
            <a:prstDash val="solid"/>
          </a:ln>
        </p:spPr>
      </p:sp>
      <p:sp>
        <p:nvSpPr>
          <p:cNvPr id="32" name="Shape 29"/>
          <p:cNvSpPr/>
          <p:nvPr/>
        </p:nvSpPr>
        <p:spPr>
          <a:xfrm>
            <a:off x="7543800" y="2212848"/>
            <a:ext cx="242316" cy="69494"/>
          </a:xfrm>
          <a:prstGeom prst="rect">
            <a:avLst/>
          </a:prstGeom>
          <a:solidFill>
            <a:srgbClr val="8FB0D4"/>
          </a:solidFill>
          <a:ln w="12700">
            <a:solidFill>
              <a:srgbClr val="8FB0D4"/>
            </a:solidFill>
            <a:prstDash val="solid"/>
          </a:ln>
        </p:spPr>
      </p:sp>
      <p:sp>
        <p:nvSpPr>
          <p:cNvPr id="33" name="Shape 30"/>
          <p:cNvSpPr/>
          <p:nvPr/>
        </p:nvSpPr>
        <p:spPr>
          <a:xfrm>
            <a:off x="7808976" y="2212848"/>
            <a:ext cx="242316" cy="69494"/>
          </a:xfrm>
          <a:prstGeom prst="rect">
            <a:avLst/>
          </a:prstGeom>
          <a:solidFill>
            <a:srgbClr val="16305B"/>
          </a:solidFill>
          <a:ln w="12700">
            <a:solidFill>
              <a:srgbClr val="16305B"/>
            </a:solidFill>
            <a:prstDash val="solid"/>
          </a:ln>
        </p:spPr>
      </p:sp>
      <p:sp>
        <p:nvSpPr>
          <p:cNvPr id="34" name="Shape 31"/>
          <p:cNvSpPr/>
          <p:nvPr/>
        </p:nvSpPr>
        <p:spPr>
          <a:xfrm>
            <a:off x="8074152" y="2212848"/>
            <a:ext cx="242316" cy="69494"/>
          </a:xfrm>
          <a:prstGeom prst="rect">
            <a:avLst/>
          </a:prstGeom>
          <a:solidFill>
            <a:srgbClr val="16305B"/>
          </a:solidFill>
          <a:ln w="12700">
            <a:solidFill>
              <a:srgbClr val="16305B"/>
            </a:solidFill>
            <a:prstDash val="solid"/>
          </a:ln>
        </p:spPr>
      </p:sp>
      <p:sp>
        <p:nvSpPr>
          <p:cNvPr id="35" name="Shape 32"/>
          <p:cNvSpPr/>
          <p:nvPr/>
        </p:nvSpPr>
        <p:spPr>
          <a:xfrm>
            <a:off x="8339328" y="2212848"/>
            <a:ext cx="242316" cy="69494"/>
          </a:xfrm>
          <a:prstGeom prst="rect">
            <a:avLst/>
          </a:prstGeom>
          <a:solidFill>
            <a:srgbClr val="16305B"/>
          </a:solidFill>
          <a:ln w="12700">
            <a:solidFill>
              <a:srgbClr val="16305B"/>
            </a:solidFill>
            <a:prstDash val="solid"/>
          </a:ln>
        </p:spPr>
      </p:sp>
      <p:sp>
        <p:nvSpPr>
          <p:cNvPr id="36" name="Shape 33"/>
          <p:cNvSpPr/>
          <p:nvPr/>
        </p:nvSpPr>
        <p:spPr>
          <a:xfrm>
            <a:off x="8604504" y="2212848"/>
            <a:ext cx="242316" cy="69494"/>
          </a:xfrm>
          <a:prstGeom prst="rect">
            <a:avLst/>
          </a:prstGeom>
          <a:solidFill>
            <a:srgbClr val="16305B"/>
          </a:solidFill>
          <a:ln w="12700">
            <a:solidFill>
              <a:srgbClr val="16305B"/>
            </a:solidFill>
            <a:prstDash val="solid"/>
          </a:ln>
        </p:spPr>
      </p:sp>
      <p:sp>
        <p:nvSpPr>
          <p:cNvPr id="37" name="Shape 34"/>
          <p:cNvSpPr/>
          <p:nvPr/>
        </p:nvSpPr>
        <p:spPr>
          <a:xfrm>
            <a:off x="8869680" y="2212848"/>
            <a:ext cx="242316" cy="69494"/>
          </a:xfrm>
          <a:prstGeom prst="rect">
            <a:avLst/>
          </a:prstGeom>
          <a:solidFill>
            <a:srgbClr val="16305B"/>
          </a:solidFill>
          <a:ln w="12700">
            <a:solidFill>
              <a:srgbClr val="16305B"/>
            </a:solidFill>
            <a:prstDash val="solid"/>
          </a:ln>
        </p:spPr>
      </p:sp>
      <p:sp>
        <p:nvSpPr>
          <p:cNvPr id="38" name="Shape 35"/>
          <p:cNvSpPr/>
          <p:nvPr/>
        </p:nvSpPr>
        <p:spPr>
          <a:xfrm>
            <a:off x="9134856" y="2212848"/>
            <a:ext cx="242316" cy="69494"/>
          </a:xfrm>
          <a:prstGeom prst="rect">
            <a:avLst/>
          </a:prstGeom>
          <a:solidFill>
            <a:srgbClr val="16305B"/>
          </a:solidFill>
          <a:ln w="12700">
            <a:solidFill>
              <a:srgbClr val="16305B"/>
            </a:solidFill>
            <a:prstDash val="solid"/>
          </a:ln>
        </p:spPr>
      </p:sp>
      <p:sp>
        <p:nvSpPr>
          <p:cNvPr id="39" name="Shape 36"/>
          <p:cNvSpPr/>
          <p:nvPr/>
        </p:nvSpPr>
        <p:spPr>
          <a:xfrm>
            <a:off x="9400032" y="2212848"/>
            <a:ext cx="242316" cy="69494"/>
          </a:xfrm>
          <a:prstGeom prst="rect">
            <a:avLst/>
          </a:prstGeom>
          <a:solidFill>
            <a:srgbClr val="16305B"/>
          </a:solidFill>
          <a:ln w="12700">
            <a:solidFill>
              <a:srgbClr val="16305B"/>
            </a:solidFill>
            <a:prstDash val="solid"/>
          </a:ln>
        </p:spPr>
      </p:sp>
      <p:sp>
        <p:nvSpPr>
          <p:cNvPr id="40" name="Shape 37"/>
          <p:cNvSpPr/>
          <p:nvPr/>
        </p:nvSpPr>
        <p:spPr>
          <a:xfrm>
            <a:off x="9665208" y="2212848"/>
            <a:ext cx="242316" cy="69494"/>
          </a:xfrm>
          <a:prstGeom prst="rect">
            <a:avLst/>
          </a:prstGeom>
          <a:solidFill>
            <a:srgbClr val="16305B"/>
          </a:solidFill>
          <a:ln w="12700">
            <a:solidFill>
              <a:srgbClr val="16305B"/>
            </a:solidFill>
            <a:prstDash val="solid"/>
          </a:ln>
        </p:spPr>
      </p:sp>
      <p:sp>
        <p:nvSpPr>
          <p:cNvPr id="41" name="Shape 38"/>
          <p:cNvSpPr/>
          <p:nvPr/>
        </p:nvSpPr>
        <p:spPr>
          <a:xfrm>
            <a:off x="9930384" y="2212848"/>
            <a:ext cx="242316" cy="69494"/>
          </a:xfrm>
          <a:prstGeom prst="rect">
            <a:avLst/>
          </a:prstGeom>
          <a:solidFill>
            <a:srgbClr val="16305B"/>
          </a:solidFill>
          <a:ln w="12700">
            <a:solidFill>
              <a:srgbClr val="16305B"/>
            </a:solidFill>
            <a:prstDash val="solid"/>
          </a:ln>
        </p:spPr>
      </p:sp>
      <p:sp>
        <p:nvSpPr>
          <p:cNvPr id="42" name="Shape 39"/>
          <p:cNvSpPr/>
          <p:nvPr/>
        </p:nvSpPr>
        <p:spPr>
          <a:xfrm>
            <a:off x="10195560" y="2212848"/>
            <a:ext cx="242316" cy="69494"/>
          </a:xfrm>
          <a:prstGeom prst="rect">
            <a:avLst/>
          </a:prstGeom>
          <a:solidFill>
            <a:srgbClr val="16305B"/>
          </a:solidFill>
          <a:ln w="12700">
            <a:solidFill>
              <a:srgbClr val="16305B"/>
            </a:solidFill>
            <a:prstDash val="solid"/>
          </a:ln>
        </p:spPr>
      </p:sp>
      <p:sp>
        <p:nvSpPr>
          <p:cNvPr id="43" name="Shape 40"/>
          <p:cNvSpPr/>
          <p:nvPr/>
        </p:nvSpPr>
        <p:spPr>
          <a:xfrm>
            <a:off x="10460736" y="2212848"/>
            <a:ext cx="242316" cy="69494"/>
          </a:xfrm>
          <a:prstGeom prst="rect">
            <a:avLst/>
          </a:prstGeom>
          <a:solidFill>
            <a:srgbClr val="0090B0"/>
          </a:solidFill>
          <a:ln w="12700">
            <a:solidFill>
              <a:srgbClr val="0090B0"/>
            </a:solidFill>
            <a:prstDash val="solid"/>
          </a:ln>
        </p:spPr>
      </p:sp>
      <p:sp>
        <p:nvSpPr>
          <p:cNvPr id="44" name="Shape 41"/>
          <p:cNvSpPr/>
          <p:nvPr/>
        </p:nvSpPr>
        <p:spPr>
          <a:xfrm>
            <a:off x="10725912" y="2212848"/>
            <a:ext cx="242316" cy="69494"/>
          </a:xfrm>
          <a:prstGeom prst="rect">
            <a:avLst/>
          </a:prstGeom>
          <a:solidFill>
            <a:srgbClr val="0090B0"/>
          </a:solidFill>
          <a:ln w="12700">
            <a:solidFill>
              <a:srgbClr val="0090B0"/>
            </a:solidFill>
            <a:prstDash val="solid"/>
          </a:ln>
        </p:spPr>
      </p:sp>
      <p:sp>
        <p:nvSpPr>
          <p:cNvPr id="45" name="Shape 42"/>
          <p:cNvSpPr/>
          <p:nvPr/>
        </p:nvSpPr>
        <p:spPr>
          <a:xfrm>
            <a:off x="10991088" y="2212848"/>
            <a:ext cx="242316" cy="69494"/>
          </a:xfrm>
          <a:prstGeom prst="rect">
            <a:avLst/>
          </a:prstGeom>
          <a:solidFill>
            <a:srgbClr val="0090B0"/>
          </a:solidFill>
          <a:ln w="12700">
            <a:solidFill>
              <a:srgbClr val="0090B0"/>
            </a:solidFill>
            <a:prstDash val="solid"/>
          </a:ln>
        </p:spPr>
      </p:sp>
      <p:sp>
        <p:nvSpPr>
          <p:cNvPr id="46" name="Shape 43"/>
          <p:cNvSpPr/>
          <p:nvPr/>
        </p:nvSpPr>
        <p:spPr>
          <a:xfrm>
            <a:off x="7543800" y="2298802"/>
            <a:ext cx="242316" cy="69494"/>
          </a:xfrm>
          <a:prstGeom prst="rect">
            <a:avLst/>
          </a:prstGeom>
          <a:solidFill>
            <a:srgbClr val="16305B"/>
          </a:solidFill>
          <a:ln w="12700">
            <a:solidFill>
              <a:srgbClr val="16305B"/>
            </a:solidFill>
            <a:prstDash val="solid"/>
          </a:ln>
        </p:spPr>
      </p:sp>
      <p:sp>
        <p:nvSpPr>
          <p:cNvPr id="47" name="Shape 44"/>
          <p:cNvSpPr/>
          <p:nvPr/>
        </p:nvSpPr>
        <p:spPr>
          <a:xfrm>
            <a:off x="7808976" y="2298802"/>
            <a:ext cx="242316" cy="69494"/>
          </a:xfrm>
          <a:prstGeom prst="rect">
            <a:avLst/>
          </a:prstGeom>
          <a:solidFill>
            <a:srgbClr val="8FB0D4"/>
          </a:solidFill>
          <a:ln w="12700">
            <a:solidFill>
              <a:srgbClr val="8FB0D4"/>
            </a:solidFill>
            <a:prstDash val="solid"/>
          </a:ln>
        </p:spPr>
      </p:sp>
      <p:sp>
        <p:nvSpPr>
          <p:cNvPr id="48" name="Shape 45"/>
          <p:cNvSpPr/>
          <p:nvPr/>
        </p:nvSpPr>
        <p:spPr>
          <a:xfrm>
            <a:off x="8074152" y="2298802"/>
            <a:ext cx="242316" cy="69494"/>
          </a:xfrm>
          <a:prstGeom prst="rect">
            <a:avLst/>
          </a:prstGeom>
          <a:solidFill>
            <a:srgbClr val="16305B"/>
          </a:solidFill>
          <a:ln w="12700">
            <a:solidFill>
              <a:srgbClr val="16305B"/>
            </a:solidFill>
            <a:prstDash val="solid"/>
          </a:ln>
        </p:spPr>
      </p:sp>
      <p:sp>
        <p:nvSpPr>
          <p:cNvPr id="49" name="Shape 46"/>
          <p:cNvSpPr/>
          <p:nvPr/>
        </p:nvSpPr>
        <p:spPr>
          <a:xfrm>
            <a:off x="8339328" y="2298802"/>
            <a:ext cx="242316" cy="69494"/>
          </a:xfrm>
          <a:prstGeom prst="rect">
            <a:avLst/>
          </a:prstGeom>
          <a:solidFill>
            <a:srgbClr val="E4EBF3"/>
          </a:solidFill>
          <a:ln w="12700">
            <a:solidFill>
              <a:srgbClr val="E4EBF3"/>
            </a:solidFill>
            <a:prstDash val="solid"/>
          </a:ln>
        </p:spPr>
      </p:sp>
      <p:sp>
        <p:nvSpPr>
          <p:cNvPr id="50" name="Shape 47"/>
          <p:cNvSpPr/>
          <p:nvPr/>
        </p:nvSpPr>
        <p:spPr>
          <a:xfrm>
            <a:off x="8604504" y="2298802"/>
            <a:ext cx="242316" cy="69494"/>
          </a:xfrm>
          <a:prstGeom prst="rect">
            <a:avLst/>
          </a:prstGeom>
          <a:solidFill>
            <a:srgbClr val="16305B"/>
          </a:solidFill>
          <a:ln w="12700">
            <a:solidFill>
              <a:srgbClr val="16305B"/>
            </a:solidFill>
            <a:prstDash val="solid"/>
          </a:ln>
        </p:spPr>
      </p:sp>
      <p:sp>
        <p:nvSpPr>
          <p:cNvPr id="51" name="Shape 48"/>
          <p:cNvSpPr/>
          <p:nvPr/>
        </p:nvSpPr>
        <p:spPr>
          <a:xfrm>
            <a:off x="8869680" y="2298802"/>
            <a:ext cx="242316" cy="69494"/>
          </a:xfrm>
          <a:prstGeom prst="rect">
            <a:avLst/>
          </a:prstGeom>
          <a:solidFill>
            <a:srgbClr val="16305B"/>
          </a:solidFill>
          <a:ln w="12700">
            <a:solidFill>
              <a:srgbClr val="16305B"/>
            </a:solidFill>
            <a:prstDash val="solid"/>
          </a:ln>
        </p:spPr>
      </p:sp>
      <p:sp>
        <p:nvSpPr>
          <p:cNvPr id="52" name="Shape 49"/>
          <p:cNvSpPr/>
          <p:nvPr/>
        </p:nvSpPr>
        <p:spPr>
          <a:xfrm>
            <a:off x="9134856" y="2298802"/>
            <a:ext cx="242316" cy="69494"/>
          </a:xfrm>
          <a:prstGeom prst="rect">
            <a:avLst/>
          </a:prstGeom>
          <a:solidFill>
            <a:srgbClr val="E4EBF3"/>
          </a:solidFill>
          <a:ln w="12700">
            <a:solidFill>
              <a:srgbClr val="E4EBF3"/>
            </a:solidFill>
            <a:prstDash val="solid"/>
          </a:ln>
        </p:spPr>
      </p:sp>
      <p:sp>
        <p:nvSpPr>
          <p:cNvPr id="53" name="Shape 50"/>
          <p:cNvSpPr/>
          <p:nvPr/>
        </p:nvSpPr>
        <p:spPr>
          <a:xfrm>
            <a:off x="9400032" y="2298802"/>
            <a:ext cx="242316" cy="69494"/>
          </a:xfrm>
          <a:prstGeom prst="rect">
            <a:avLst/>
          </a:prstGeom>
          <a:solidFill>
            <a:srgbClr val="E4EBF3"/>
          </a:solidFill>
          <a:ln w="12700">
            <a:solidFill>
              <a:srgbClr val="E4EBF3"/>
            </a:solidFill>
            <a:prstDash val="solid"/>
          </a:ln>
        </p:spPr>
      </p:sp>
      <p:sp>
        <p:nvSpPr>
          <p:cNvPr id="54" name="Shape 51"/>
          <p:cNvSpPr/>
          <p:nvPr/>
        </p:nvSpPr>
        <p:spPr>
          <a:xfrm>
            <a:off x="9665208" y="2298802"/>
            <a:ext cx="242316" cy="69494"/>
          </a:xfrm>
          <a:prstGeom prst="rect">
            <a:avLst/>
          </a:prstGeom>
          <a:solidFill>
            <a:srgbClr val="E4EBF3"/>
          </a:solidFill>
          <a:ln w="12700">
            <a:solidFill>
              <a:srgbClr val="E4EBF3"/>
            </a:solidFill>
            <a:prstDash val="solid"/>
          </a:ln>
        </p:spPr>
      </p:sp>
      <p:sp>
        <p:nvSpPr>
          <p:cNvPr id="55" name="Shape 52"/>
          <p:cNvSpPr/>
          <p:nvPr/>
        </p:nvSpPr>
        <p:spPr>
          <a:xfrm>
            <a:off x="9930384" y="2298802"/>
            <a:ext cx="242316" cy="69494"/>
          </a:xfrm>
          <a:prstGeom prst="rect">
            <a:avLst/>
          </a:prstGeom>
          <a:solidFill>
            <a:srgbClr val="E4EBF3"/>
          </a:solidFill>
          <a:ln w="12700">
            <a:solidFill>
              <a:srgbClr val="E4EBF3"/>
            </a:solidFill>
            <a:prstDash val="solid"/>
          </a:ln>
        </p:spPr>
      </p:sp>
      <p:sp>
        <p:nvSpPr>
          <p:cNvPr id="56" name="Shape 53"/>
          <p:cNvSpPr/>
          <p:nvPr/>
        </p:nvSpPr>
        <p:spPr>
          <a:xfrm>
            <a:off x="10195560" y="2298802"/>
            <a:ext cx="242316" cy="69494"/>
          </a:xfrm>
          <a:prstGeom prst="rect">
            <a:avLst/>
          </a:prstGeom>
          <a:solidFill>
            <a:srgbClr val="16305B"/>
          </a:solidFill>
          <a:ln w="12700">
            <a:solidFill>
              <a:srgbClr val="16305B"/>
            </a:solidFill>
            <a:prstDash val="solid"/>
          </a:ln>
        </p:spPr>
      </p:sp>
      <p:sp>
        <p:nvSpPr>
          <p:cNvPr id="57" name="Shape 54"/>
          <p:cNvSpPr/>
          <p:nvPr/>
        </p:nvSpPr>
        <p:spPr>
          <a:xfrm>
            <a:off x="10460736" y="2298802"/>
            <a:ext cx="242316" cy="69494"/>
          </a:xfrm>
          <a:prstGeom prst="rect">
            <a:avLst/>
          </a:prstGeom>
          <a:solidFill>
            <a:srgbClr val="0090B0"/>
          </a:solidFill>
          <a:ln w="12700">
            <a:solidFill>
              <a:srgbClr val="0090B0"/>
            </a:solidFill>
            <a:prstDash val="solid"/>
          </a:ln>
        </p:spPr>
      </p:sp>
      <p:sp>
        <p:nvSpPr>
          <p:cNvPr id="58" name="Shape 55"/>
          <p:cNvSpPr/>
          <p:nvPr/>
        </p:nvSpPr>
        <p:spPr>
          <a:xfrm>
            <a:off x="10725912" y="2298802"/>
            <a:ext cx="242316" cy="69494"/>
          </a:xfrm>
          <a:prstGeom prst="rect">
            <a:avLst/>
          </a:prstGeom>
          <a:solidFill>
            <a:srgbClr val="E2F4F8"/>
          </a:solidFill>
          <a:ln w="12700">
            <a:solidFill>
              <a:srgbClr val="E2F4F8"/>
            </a:solidFill>
            <a:prstDash val="solid"/>
          </a:ln>
        </p:spPr>
      </p:sp>
      <p:sp>
        <p:nvSpPr>
          <p:cNvPr id="59" name="Shape 56"/>
          <p:cNvSpPr/>
          <p:nvPr/>
        </p:nvSpPr>
        <p:spPr>
          <a:xfrm>
            <a:off x="10991088" y="2298802"/>
            <a:ext cx="242316" cy="69494"/>
          </a:xfrm>
          <a:prstGeom prst="rect">
            <a:avLst/>
          </a:prstGeom>
          <a:solidFill>
            <a:srgbClr val="0090B0"/>
          </a:solidFill>
          <a:ln w="12700">
            <a:solidFill>
              <a:srgbClr val="0090B0"/>
            </a:solidFill>
            <a:prstDash val="solid"/>
          </a:ln>
        </p:spPr>
      </p:sp>
      <p:sp>
        <p:nvSpPr>
          <p:cNvPr id="60" name="Shape 57"/>
          <p:cNvSpPr/>
          <p:nvPr/>
        </p:nvSpPr>
        <p:spPr>
          <a:xfrm>
            <a:off x="7543800" y="2384755"/>
            <a:ext cx="242316" cy="69494"/>
          </a:xfrm>
          <a:prstGeom prst="rect">
            <a:avLst/>
          </a:prstGeom>
          <a:solidFill>
            <a:srgbClr val="16305B"/>
          </a:solidFill>
          <a:ln w="12700">
            <a:solidFill>
              <a:srgbClr val="16305B"/>
            </a:solidFill>
            <a:prstDash val="solid"/>
          </a:ln>
        </p:spPr>
      </p:sp>
      <p:sp>
        <p:nvSpPr>
          <p:cNvPr id="61" name="Shape 58"/>
          <p:cNvSpPr/>
          <p:nvPr/>
        </p:nvSpPr>
        <p:spPr>
          <a:xfrm>
            <a:off x="7808976" y="2384755"/>
            <a:ext cx="242316" cy="69494"/>
          </a:xfrm>
          <a:prstGeom prst="rect">
            <a:avLst/>
          </a:prstGeom>
          <a:solidFill>
            <a:srgbClr val="16305B"/>
          </a:solidFill>
          <a:ln w="12700">
            <a:solidFill>
              <a:srgbClr val="16305B"/>
            </a:solidFill>
            <a:prstDash val="solid"/>
          </a:ln>
        </p:spPr>
      </p:sp>
      <p:sp>
        <p:nvSpPr>
          <p:cNvPr id="62" name="Shape 59"/>
          <p:cNvSpPr/>
          <p:nvPr/>
        </p:nvSpPr>
        <p:spPr>
          <a:xfrm>
            <a:off x="8074152" y="2384755"/>
            <a:ext cx="242316" cy="69494"/>
          </a:xfrm>
          <a:prstGeom prst="rect">
            <a:avLst/>
          </a:prstGeom>
          <a:solidFill>
            <a:srgbClr val="8FB0D4"/>
          </a:solidFill>
          <a:ln w="12700">
            <a:solidFill>
              <a:srgbClr val="8FB0D4"/>
            </a:solidFill>
            <a:prstDash val="solid"/>
          </a:ln>
        </p:spPr>
      </p:sp>
      <p:sp>
        <p:nvSpPr>
          <p:cNvPr id="63" name="Shape 60"/>
          <p:cNvSpPr/>
          <p:nvPr/>
        </p:nvSpPr>
        <p:spPr>
          <a:xfrm>
            <a:off x="8339328" y="2384755"/>
            <a:ext cx="242316" cy="69494"/>
          </a:xfrm>
          <a:prstGeom prst="rect">
            <a:avLst/>
          </a:prstGeom>
          <a:solidFill>
            <a:srgbClr val="16305B"/>
          </a:solidFill>
          <a:ln w="12700">
            <a:solidFill>
              <a:srgbClr val="16305B"/>
            </a:solidFill>
            <a:prstDash val="solid"/>
          </a:ln>
        </p:spPr>
      </p:sp>
      <p:sp>
        <p:nvSpPr>
          <p:cNvPr id="64" name="Shape 61"/>
          <p:cNvSpPr/>
          <p:nvPr/>
        </p:nvSpPr>
        <p:spPr>
          <a:xfrm>
            <a:off x="8604504" y="2384755"/>
            <a:ext cx="242316" cy="69494"/>
          </a:xfrm>
          <a:prstGeom prst="rect">
            <a:avLst/>
          </a:prstGeom>
          <a:solidFill>
            <a:srgbClr val="E4EBF3"/>
          </a:solidFill>
          <a:ln w="12700">
            <a:solidFill>
              <a:srgbClr val="E4EBF3"/>
            </a:solidFill>
            <a:prstDash val="solid"/>
          </a:ln>
        </p:spPr>
      </p:sp>
      <p:sp>
        <p:nvSpPr>
          <p:cNvPr id="65" name="Shape 62"/>
          <p:cNvSpPr/>
          <p:nvPr/>
        </p:nvSpPr>
        <p:spPr>
          <a:xfrm>
            <a:off x="8869680" y="2384755"/>
            <a:ext cx="242316" cy="69494"/>
          </a:xfrm>
          <a:prstGeom prst="rect">
            <a:avLst/>
          </a:prstGeom>
          <a:solidFill>
            <a:srgbClr val="16305B"/>
          </a:solidFill>
          <a:ln w="12700">
            <a:solidFill>
              <a:srgbClr val="16305B"/>
            </a:solidFill>
            <a:prstDash val="solid"/>
          </a:ln>
        </p:spPr>
      </p:sp>
      <p:sp>
        <p:nvSpPr>
          <p:cNvPr id="66" name="Shape 63"/>
          <p:cNvSpPr/>
          <p:nvPr/>
        </p:nvSpPr>
        <p:spPr>
          <a:xfrm>
            <a:off x="9134856" y="2384755"/>
            <a:ext cx="242316" cy="69494"/>
          </a:xfrm>
          <a:prstGeom prst="rect">
            <a:avLst/>
          </a:prstGeom>
          <a:solidFill>
            <a:srgbClr val="16305B"/>
          </a:solidFill>
          <a:ln w="12700">
            <a:solidFill>
              <a:srgbClr val="16305B"/>
            </a:solidFill>
            <a:prstDash val="solid"/>
          </a:ln>
        </p:spPr>
      </p:sp>
      <p:sp>
        <p:nvSpPr>
          <p:cNvPr id="67" name="Shape 64"/>
          <p:cNvSpPr/>
          <p:nvPr/>
        </p:nvSpPr>
        <p:spPr>
          <a:xfrm>
            <a:off x="9400032" y="2384755"/>
            <a:ext cx="242316" cy="69494"/>
          </a:xfrm>
          <a:prstGeom prst="rect">
            <a:avLst/>
          </a:prstGeom>
          <a:solidFill>
            <a:srgbClr val="E4EBF3"/>
          </a:solidFill>
          <a:ln w="12700">
            <a:solidFill>
              <a:srgbClr val="E4EBF3"/>
            </a:solidFill>
            <a:prstDash val="solid"/>
          </a:ln>
        </p:spPr>
      </p:sp>
      <p:sp>
        <p:nvSpPr>
          <p:cNvPr id="68" name="Shape 65"/>
          <p:cNvSpPr/>
          <p:nvPr/>
        </p:nvSpPr>
        <p:spPr>
          <a:xfrm>
            <a:off x="9665208" y="2384755"/>
            <a:ext cx="242316" cy="69494"/>
          </a:xfrm>
          <a:prstGeom prst="rect">
            <a:avLst/>
          </a:prstGeom>
          <a:solidFill>
            <a:srgbClr val="E4EBF3"/>
          </a:solidFill>
          <a:ln w="12700">
            <a:solidFill>
              <a:srgbClr val="E4EBF3"/>
            </a:solidFill>
            <a:prstDash val="solid"/>
          </a:ln>
        </p:spPr>
      </p:sp>
      <p:sp>
        <p:nvSpPr>
          <p:cNvPr id="69" name="Shape 66"/>
          <p:cNvSpPr/>
          <p:nvPr/>
        </p:nvSpPr>
        <p:spPr>
          <a:xfrm>
            <a:off x="9930384" y="2384755"/>
            <a:ext cx="242316" cy="69494"/>
          </a:xfrm>
          <a:prstGeom prst="rect">
            <a:avLst/>
          </a:prstGeom>
          <a:solidFill>
            <a:srgbClr val="E4EBF3"/>
          </a:solidFill>
          <a:ln w="12700">
            <a:solidFill>
              <a:srgbClr val="E4EBF3"/>
            </a:solidFill>
            <a:prstDash val="solid"/>
          </a:ln>
        </p:spPr>
      </p:sp>
      <p:sp>
        <p:nvSpPr>
          <p:cNvPr id="70" name="Shape 67"/>
          <p:cNvSpPr/>
          <p:nvPr/>
        </p:nvSpPr>
        <p:spPr>
          <a:xfrm>
            <a:off x="10195560" y="2384755"/>
            <a:ext cx="242316" cy="69494"/>
          </a:xfrm>
          <a:prstGeom prst="rect">
            <a:avLst/>
          </a:prstGeom>
          <a:solidFill>
            <a:srgbClr val="E4EBF3"/>
          </a:solidFill>
          <a:ln w="12700">
            <a:solidFill>
              <a:srgbClr val="E4EBF3"/>
            </a:solidFill>
            <a:prstDash val="solid"/>
          </a:ln>
        </p:spPr>
      </p:sp>
      <p:sp>
        <p:nvSpPr>
          <p:cNvPr id="71" name="Shape 68"/>
          <p:cNvSpPr/>
          <p:nvPr/>
        </p:nvSpPr>
        <p:spPr>
          <a:xfrm>
            <a:off x="10460736" y="2384755"/>
            <a:ext cx="242316" cy="69494"/>
          </a:xfrm>
          <a:prstGeom prst="rect">
            <a:avLst/>
          </a:prstGeom>
          <a:solidFill>
            <a:srgbClr val="0090B0"/>
          </a:solidFill>
          <a:ln w="12700">
            <a:solidFill>
              <a:srgbClr val="0090B0"/>
            </a:solidFill>
            <a:prstDash val="solid"/>
          </a:ln>
        </p:spPr>
      </p:sp>
      <p:sp>
        <p:nvSpPr>
          <p:cNvPr id="72" name="Shape 69"/>
          <p:cNvSpPr/>
          <p:nvPr/>
        </p:nvSpPr>
        <p:spPr>
          <a:xfrm>
            <a:off x="10725912" y="2384755"/>
            <a:ext cx="242316" cy="69494"/>
          </a:xfrm>
          <a:prstGeom prst="rect">
            <a:avLst/>
          </a:prstGeom>
          <a:solidFill>
            <a:srgbClr val="0090B0"/>
          </a:solidFill>
          <a:ln w="12700">
            <a:solidFill>
              <a:srgbClr val="0090B0"/>
            </a:solidFill>
            <a:prstDash val="solid"/>
          </a:ln>
        </p:spPr>
      </p:sp>
      <p:sp>
        <p:nvSpPr>
          <p:cNvPr id="73" name="Shape 70"/>
          <p:cNvSpPr/>
          <p:nvPr/>
        </p:nvSpPr>
        <p:spPr>
          <a:xfrm>
            <a:off x="10991088" y="2384755"/>
            <a:ext cx="242316" cy="69494"/>
          </a:xfrm>
          <a:prstGeom prst="rect">
            <a:avLst/>
          </a:prstGeom>
          <a:solidFill>
            <a:srgbClr val="E2F4F8"/>
          </a:solidFill>
          <a:ln w="12700">
            <a:solidFill>
              <a:srgbClr val="E2F4F8"/>
            </a:solidFill>
            <a:prstDash val="solid"/>
          </a:ln>
        </p:spPr>
      </p:sp>
      <p:sp>
        <p:nvSpPr>
          <p:cNvPr id="74" name="Shape 71"/>
          <p:cNvSpPr/>
          <p:nvPr/>
        </p:nvSpPr>
        <p:spPr>
          <a:xfrm>
            <a:off x="7543800" y="2470709"/>
            <a:ext cx="242316" cy="69494"/>
          </a:xfrm>
          <a:prstGeom prst="rect">
            <a:avLst/>
          </a:prstGeom>
          <a:solidFill>
            <a:srgbClr val="16305B"/>
          </a:solidFill>
          <a:ln w="12700">
            <a:solidFill>
              <a:srgbClr val="16305B"/>
            </a:solidFill>
            <a:prstDash val="solid"/>
          </a:ln>
        </p:spPr>
      </p:sp>
      <p:sp>
        <p:nvSpPr>
          <p:cNvPr id="75" name="Shape 72"/>
          <p:cNvSpPr/>
          <p:nvPr/>
        </p:nvSpPr>
        <p:spPr>
          <a:xfrm>
            <a:off x="7808976" y="2470709"/>
            <a:ext cx="242316" cy="69494"/>
          </a:xfrm>
          <a:prstGeom prst="rect">
            <a:avLst/>
          </a:prstGeom>
          <a:solidFill>
            <a:srgbClr val="E4EBF3"/>
          </a:solidFill>
          <a:ln w="12700">
            <a:solidFill>
              <a:srgbClr val="E4EBF3"/>
            </a:solidFill>
            <a:prstDash val="solid"/>
          </a:ln>
        </p:spPr>
      </p:sp>
      <p:sp>
        <p:nvSpPr>
          <p:cNvPr id="76" name="Shape 73"/>
          <p:cNvSpPr/>
          <p:nvPr/>
        </p:nvSpPr>
        <p:spPr>
          <a:xfrm>
            <a:off x="8074152" y="2470709"/>
            <a:ext cx="242316" cy="69494"/>
          </a:xfrm>
          <a:prstGeom prst="rect">
            <a:avLst/>
          </a:prstGeom>
          <a:solidFill>
            <a:srgbClr val="16305B"/>
          </a:solidFill>
          <a:ln w="12700">
            <a:solidFill>
              <a:srgbClr val="16305B"/>
            </a:solidFill>
            <a:prstDash val="solid"/>
          </a:ln>
        </p:spPr>
      </p:sp>
      <p:sp>
        <p:nvSpPr>
          <p:cNvPr id="77" name="Shape 74"/>
          <p:cNvSpPr/>
          <p:nvPr/>
        </p:nvSpPr>
        <p:spPr>
          <a:xfrm>
            <a:off x="8339328" y="2470709"/>
            <a:ext cx="242316" cy="69494"/>
          </a:xfrm>
          <a:prstGeom prst="rect">
            <a:avLst/>
          </a:prstGeom>
          <a:solidFill>
            <a:srgbClr val="8FB0D4"/>
          </a:solidFill>
          <a:ln w="12700">
            <a:solidFill>
              <a:srgbClr val="8FB0D4"/>
            </a:solidFill>
            <a:prstDash val="solid"/>
          </a:ln>
        </p:spPr>
      </p:sp>
      <p:sp>
        <p:nvSpPr>
          <p:cNvPr id="78" name="Shape 75"/>
          <p:cNvSpPr/>
          <p:nvPr/>
        </p:nvSpPr>
        <p:spPr>
          <a:xfrm>
            <a:off x="8604504" y="2470709"/>
            <a:ext cx="242316" cy="69494"/>
          </a:xfrm>
          <a:prstGeom prst="rect">
            <a:avLst/>
          </a:prstGeom>
          <a:solidFill>
            <a:srgbClr val="16305B"/>
          </a:solidFill>
          <a:ln w="12700">
            <a:solidFill>
              <a:srgbClr val="16305B"/>
            </a:solidFill>
            <a:prstDash val="solid"/>
          </a:ln>
        </p:spPr>
      </p:sp>
      <p:sp>
        <p:nvSpPr>
          <p:cNvPr id="79" name="Shape 76"/>
          <p:cNvSpPr/>
          <p:nvPr/>
        </p:nvSpPr>
        <p:spPr>
          <a:xfrm>
            <a:off x="8869680" y="2470709"/>
            <a:ext cx="242316" cy="69494"/>
          </a:xfrm>
          <a:prstGeom prst="rect">
            <a:avLst/>
          </a:prstGeom>
          <a:solidFill>
            <a:srgbClr val="E4EBF3"/>
          </a:solidFill>
          <a:ln w="12700">
            <a:solidFill>
              <a:srgbClr val="E4EBF3"/>
            </a:solidFill>
            <a:prstDash val="solid"/>
          </a:ln>
        </p:spPr>
      </p:sp>
      <p:sp>
        <p:nvSpPr>
          <p:cNvPr id="80" name="Shape 77"/>
          <p:cNvSpPr/>
          <p:nvPr/>
        </p:nvSpPr>
        <p:spPr>
          <a:xfrm>
            <a:off x="9134856" y="2470709"/>
            <a:ext cx="242316" cy="69494"/>
          </a:xfrm>
          <a:prstGeom prst="rect">
            <a:avLst/>
          </a:prstGeom>
          <a:solidFill>
            <a:srgbClr val="16305B"/>
          </a:solidFill>
          <a:ln w="12700">
            <a:solidFill>
              <a:srgbClr val="16305B"/>
            </a:solidFill>
            <a:prstDash val="solid"/>
          </a:ln>
        </p:spPr>
      </p:sp>
      <p:sp>
        <p:nvSpPr>
          <p:cNvPr id="81" name="Shape 78"/>
          <p:cNvSpPr/>
          <p:nvPr/>
        </p:nvSpPr>
        <p:spPr>
          <a:xfrm>
            <a:off x="9400032" y="2470709"/>
            <a:ext cx="242316" cy="69494"/>
          </a:xfrm>
          <a:prstGeom prst="rect">
            <a:avLst/>
          </a:prstGeom>
          <a:solidFill>
            <a:srgbClr val="16305B"/>
          </a:solidFill>
          <a:ln w="12700">
            <a:solidFill>
              <a:srgbClr val="16305B"/>
            </a:solidFill>
            <a:prstDash val="solid"/>
          </a:ln>
        </p:spPr>
      </p:sp>
      <p:sp>
        <p:nvSpPr>
          <p:cNvPr id="82" name="Shape 79"/>
          <p:cNvSpPr/>
          <p:nvPr/>
        </p:nvSpPr>
        <p:spPr>
          <a:xfrm>
            <a:off x="9665208" y="2470709"/>
            <a:ext cx="242316" cy="69494"/>
          </a:xfrm>
          <a:prstGeom prst="rect">
            <a:avLst/>
          </a:prstGeom>
          <a:solidFill>
            <a:srgbClr val="E4EBF3"/>
          </a:solidFill>
          <a:ln w="12700">
            <a:solidFill>
              <a:srgbClr val="E4EBF3"/>
            </a:solidFill>
            <a:prstDash val="solid"/>
          </a:ln>
        </p:spPr>
      </p:sp>
      <p:sp>
        <p:nvSpPr>
          <p:cNvPr id="83" name="Shape 80"/>
          <p:cNvSpPr/>
          <p:nvPr/>
        </p:nvSpPr>
        <p:spPr>
          <a:xfrm>
            <a:off x="9930384" y="2470709"/>
            <a:ext cx="242316" cy="69494"/>
          </a:xfrm>
          <a:prstGeom prst="rect">
            <a:avLst/>
          </a:prstGeom>
          <a:solidFill>
            <a:srgbClr val="E4EBF3"/>
          </a:solidFill>
          <a:ln w="12700">
            <a:solidFill>
              <a:srgbClr val="E4EBF3"/>
            </a:solidFill>
            <a:prstDash val="solid"/>
          </a:ln>
        </p:spPr>
      </p:sp>
      <p:sp>
        <p:nvSpPr>
          <p:cNvPr id="84" name="Shape 81"/>
          <p:cNvSpPr/>
          <p:nvPr/>
        </p:nvSpPr>
        <p:spPr>
          <a:xfrm>
            <a:off x="10195560" y="2470709"/>
            <a:ext cx="242316" cy="69494"/>
          </a:xfrm>
          <a:prstGeom prst="rect">
            <a:avLst/>
          </a:prstGeom>
          <a:solidFill>
            <a:srgbClr val="E4EBF3"/>
          </a:solidFill>
          <a:ln w="12700">
            <a:solidFill>
              <a:srgbClr val="E4EBF3"/>
            </a:solidFill>
            <a:prstDash val="solid"/>
          </a:ln>
        </p:spPr>
      </p:sp>
      <p:sp>
        <p:nvSpPr>
          <p:cNvPr id="85" name="Shape 82"/>
          <p:cNvSpPr/>
          <p:nvPr/>
        </p:nvSpPr>
        <p:spPr>
          <a:xfrm>
            <a:off x="10460736" y="2470709"/>
            <a:ext cx="242316" cy="69494"/>
          </a:xfrm>
          <a:prstGeom prst="rect">
            <a:avLst/>
          </a:prstGeom>
          <a:solidFill>
            <a:srgbClr val="E2F4F8"/>
          </a:solidFill>
          <a:ln w="12700">
            <a:solidFill>
              <a:srgbClr val="E2F4F8"/>
            </a:solidFill>
            <a:prstDash val="solid"/>
          </a:ln>
        </p:spPr>
      </p:sp>
      <p:sp>
        <p:nvSpPr>
          <p:cNvPr id="86" name="Shape 83"/>
          <p:cNvSpPr/>
          <p:nvPr/>
        </p:nvSpPr>
        <p:spPr>
          <a:xfrm>
            <a:off x="10725912" y="2470709"/>
            <a:ext cx="242316" cy="69494"/>
          </a:xfrm>
          <a:prstGeom prst="rect">
            <a:avLst/>
          </a:prstGeom>
          <a:solidFill>
            <a:srgbClr val="0090B0"/>
          </a:solidFill>
          <a:ln w="12700">
            <a:solidFill>
              <a:srgbClr val="0090B0"/>
            </a:solidFill>
            <a:prstDash val="solid"/>
          </a:ln>
        </p:spPr>
      </p:sp>
      <p:sp>
        <p:nvSpPr>
          <p:cNvPr id="87" name="Shape 84"/>
          <p:cNvSpPr/>
          <p:nvPr/>
        </p:nvSpPr>
        <p:spPr>
          <a:xfrm>
            <a:off x="10991088" y="2470709"/>
            <a:ext cx="242316" cy="69494"/>
          </a:xfrm>
          <a:prstGeom prst="rect">
            <a:avLst/>
          </a:prstGeom>
          <a:solidFill>
            <a:srgbClr val="0090B0"/>
          </a:solidFill>
          <a:ln w="12700">
            <a:solidFill>
              <a:srgbClr val="0090B0"/>
            </a:solidFill>
            <a:prstDash val="solid"/>
          </a:ln>
        </p:spPr>
      </p:sp>
      <p:sp>
        <p:nvSpPr>
          <p:cNvPr id="88" name="Shape 85"/>
          <p:cNvSpPr/>
          <p:nvPr/>
        </p:nvSpPr>
        <p:spPr>
          <a:xfrm>
            <a:off x="7543800" y="2556662"/>
            <a:ext cx="242316" cy="69494"/>
          </a:xfrm>
          <a:prstGeom prst="rect">
            <a:avLst/>
          </a:prstGeom>
          <a:solidFill>
            <a:srgbClr val="16305B"/>
          </a:solidFill>
          <a:ln w="12700">
            <a:solidFill>
              <a:srgbClr val="16305B"/>
            </a:solidFill>
            <a:prstDash val="solid"/>
          </a:ln>
        </p:spPr>
      </p:sp>
      <p:sp>
        <p:nvSpPr>
          <p:cNvPr id="89" name="Shape 86"/>
          <p:cNvSpPr/>
          <p:nvPr/>
        </p:nvSpPr>
        <p:spPr>
          <a:xfrm>
            <a:off x="7808976" y="2556662"/>
            <a:ext cx="242316" cy="69494"/>
          </a:xfrm>
          <a:prstGeom prst="rect">
            <a:avLst/>
          </a:prstGeom>
          <a:solidFill>
            <a:srgbClr val="16305B"/>
          </a:solidFill>
          <a:ln w="12700">
            <a:solidFill>
              <a:srgbClr val="16305B"/>
            </a:solidFill>
            <a:prstDash val="solid"/>
          </a:ln>
        </p:spPr>
      </p:sp>
      <p:sp>
        <p:nvSpPr>
          <p:cNvPr id="90" name="Shape 87"/>
          <p:cNvSpPr/>
          <p:nvPr/>
        </p:nvSpPr>
        <p:spPr>
          <a:xfrm>
            <a:off x="8074152" y="2556662"/>
            <a:ext cx="242316" cy="69494"/>
          </a:xfrm>
          <a:prstGeom prst="rect">
            <a:avLst/>
          </a:prstGeom>
          <a:solidFill>
            <a:srgbClr val="E4EBF3"/>
          </a:solidFill>
          <a:ln w="12700">
            <a:solidFill>
              <a:srgbClr val="E4EBF3"/>
            </a:solidFill>
            <a:prstDash val="solid"/>
          </a:ln>
        </p:spPr>
      </p:sp>
      <p:sp>
        <p:nvSpPr>
          <p:cNvPr id="91" name="Shape 88"/>
          <p:cNvSpPr/>
          <p:nvPr/>
        </p:nvSpPr>
        <p:spPr>
          <a:xfrm>
            <a:off x="8339328" y="2556662"/>
            <a:ext cx="242316" cy="69494"/>
          </a:xfrm>
          <a:prstGeom prst="rect">
            <a:avLst/>
          </a:prstGeom>
          <a:solidFill>
            <a:srgbClr val="16305B"/>
          </a:solidFill>
          <a:ln w="12700">
            <a:solidFill>
              <a:srgbClr val="16305B"/>
            </a:solidFill>
            <a:prstDash val="solid"/>
          </a:ln>
        </p:spPr>
      </p:sp>
      <p:sp>
        <p:nvSpPr>
          <p:cNvPr id="92" name="Shape 89"/>
          <p:cNvSpPr/>
          <p:nvPr/>
        </p:nvSpPr>
        <p:spPr>
          <a:xfrm>
            <a:off x="8604504" y="2556662"/>
            <a:ext cx="242316" cy="69494"/>
          </a:xfrm>
          <a:prstGeom prst="rect">
            <a:avLst/>
          </a:prstGeom>
          <a:solidFill>
            <a:srgbClr val="8FB0D4"/>
          </a:solidFill>
          <a:ln w="12700">
            <a:solidFill>
              <a:srgbClr val="8FB0D4"/>
            </a:solidFill>
            <a:prstDash val="solid"/>
          </a:ln>
        </p:spPr>
      </p:sp>
      <p:sp>
        <p:nvSpPr>
          <p:cNvPr id="93" name="Shape 90"/>
          <p:cNvSpPr/>
          <p:nvPr/>
        </p:nvSpPr>
        <p:spPr>
          <a:xfrm>
            <a:off x="8869680" y="2556662"/>
            <a:ext cx="242316" cy="69494"/>
          </a:xfrm>
          <a:prstGeom prst="rect">
            <a:avLst/>
          </a:prstGeom>
          <a:solidFill>
            <a:srgbClr val="16305B"/>
          </a:solidFill>
          <a:ln w="12700">
            <a:solidFill>
              <a:srgbClr val="16305B"/>
            </a:solidFill>
            <a:prstDash val="solid"/>
          </a:ln>
        </p:spPr>
      </p:sp>
      <p:sp>
        <p:nvSpPr>
          <p:cNvPr id="94" name="Shape 91"/>
          <p:cNvSpPr/>
          <p:nvPr/>
        </p:nvSpPr>
        <p:spPr>
          <a:xfrm>
            <a:off x="9134856" y="2556662"/>
            <a:ext cx="242316" cy="69494"/>
          </a:xfrm>
          <a:prstGeom prst="rect">
            <a:avLst/>
          </a:prstGeom>
          <a:solidFill>
            <a:srgbClr val="E4EBF3"/>
          </a:solidFill>
          <a:ln w="12700">
            <a:solidFill>
              <a:srgbClr val="E4EBF3"/>
            </a:solidFill>
            <a:prstDash val="solid"/>
          </a:ln>
        </p:spPr>
      </p:sp>
      <p:sp>
        <p:nvSpPr>
          <p:cNvPr id="95" name="Shape 92"/>
          <p:cNvSpPr/>
          <p:nvPr/>
        </p:nvSpPr>
        <p:spPr>
          <a:xfrm>
            <a:off x="9400032" y="2556662"/>
            <a:ext cx="242316" cy="69494"/>
          </a:xfrm>
          <a:prstGeom prst="rect">
            <a:avLst/>
          </a:prstGeom>
          <a:solidFill>
            <a:srgbClr val="16305B"/>
          </a:solidFill>
          <a:ln w="12700">
            <a:solidFill>
              <a:srgbClr val="16305B"/>
            </a:solidFill>
            <a:prstDash val="solid"/>
          </a:ln>
        </p:spPr>
      </p:sp>
      <p:sp>
        <p:nvSpPr>
          <p:cNvPr id="96" name="Shape 93"/>
          <p:cNvSpPr/>
          <p:nvPr/>
        </p:nvSpPr>
        <p:spPr>
          <a:xfrm>
            <a:off x="9665208" y="2556662"/>
            <a:ext cx="242316" cy="69494"/>
          </a:xfrm>
          <a:prstGeom prst="rect">
            <a:avLst/>
          </a:prstGeom>
          <a:solidFill>
            <a:srgbClr val="16305B"/>
          </a:solidFill>
          <a:ln w="12700">
            <a:solidFill>
              <a:srgbClr val="16305B"/>
            </a:solidFill>
            <a:prstDash val="solid"/>
          </a:ln>
        </p:spPr>
      </p:sp>
      <p:sp>
        <p:nvSpPr>
          <p:cNvPr id="97" name="Shape 94"/>
          <p:cNvSpPr/>
          <p:nvPr/>
        </p:nvSpPr>
        <p:spPr>
          <a:xfrm>
            <a:off x="9930384" y="2556662"/>
            <a:ext cx="242316" cy="69494"/>
          </a:xfrm>
          <a:prstGeom prst="rect">
            <a:avLst/>
          </a:prstGeom>
          <a:solidFill>
            <a:srgbClr val="E4EBF3"/>
          </a:solidFill>
          <a:ln w="12700">
            <a:solidFill>
              <a:srgbClr val="E4EBF3"/>
            </a:solidFill>
            <a:prstDash val="solid"/>
          </a:ln>
        </p:spPr>
      </p:sp>
      <p:sp>
        <p:nvSpPr>
          <p:cNvPr id="98" name="Shape 95"/>
          <p:cNvSpPr/>
          <p:nvPr/>
        </p:nvSpPr>
        <p:spPr>
          <a:xfrm>
            <a:off x="10195560" y="2556662"/>
            <a:ext cx="242316" cy="69494"/>
          </a:xfrm>
          <a:prstGeom prst="rect">
            <a:avLst/>
          </a:prstGeom>
          <a:solidFill>
            <a:srgbClr val="E4EBF3"/>
          </a:solidFill>
          <a:ln w="12700">
            <a:solidFill>
              <a:srgbClr val="E4EBF3"/>
            </a:solidFill>
            <a:prstDash val="solid"/>
          </a:ln>
        </p:spPr>
      </p:sp>
      <p:sp>
        <p:nvSpPr>
          <p:cNvPr id="99" name="Shape 96"/>
          <p:cNvSpPr/>
          <p:nvPr/>
        </p:nvSpPr>
        <p:spPr>
          <a:xfrm>
            <a:off x="10460736" y="2556662"/>
            <a:ext cx="242316" cy="69494"/>
          </a:xfrm>
          <a:prstGeom prst="rect">
            <a:avLst/>
          </a:prstGeom>
          <a:solidFill>
            <a:srgbClr val="E2F4F8"/>
          </a:solidFill>
          <a:ln w="12700">
            <a:solidFill>
              <a:srgbClr val="E2F4F8"/>
            </a:solidFill>
            <a:prstDash val="solid"/>
          </a:ln>
        </p:spPr>
      </p:sp>
      <p:sp>
        <p:nvSpPr>
          <p:cNvPr id="100" name="Shape 97"/>
          <p:cNvSpPr/>
          <p:nvPr/>
        </p:nvSpPr>
        <p:spPr>
          <a:xfrm>
            <a:off x="10725912" y="2556662"/>
            <a:ext cx="242316" cy="69494"/>
          </a:xfrm>
          <a:prstGeom prst="rect">
            <a:avLst/>
          </a:prstGeom>
          <a:solidFill>
            <a:srgbClr val="E2F4F8"/>
          </a:solidFill>
          <a:ln w="12700">
            <a:solidFill>
              <a:srgbClr val="E2F4F8"/>
            </a:solidFill>
            <a:prstDash val="solid"/>
          </a:ln>
        </p:spPr>
      </p:sp>
      <p:sp>
        <p:nvSpPr>
          <p:cNvPr id="101" name="Shape 98"/>
          <p:cNvSpPr/>
          <p:nvPr/>
        </p:nvSpPr>
        <p:spPr>
          <a:xfrm>
            <a:off x="10991088" y="2556662"/>
            <a:ext cx="242316" cy="69494"/>
          </a:xfrm>
          <a:prstGeom prst="rect">
            <a:avLst/>
          </a:prstGeom>
          <a:solidFill>
            <a:srgbClr val="0090B0"/>
          </a:solidFill>
          <a:ln w="12700">
            <a:solidFill>
              <a:srgbClr val="0090B0"/>
            </a:solidFill>
            <a:prstDash val="solid"/>
          </a:ln>
        </p:spPr>
      </p:sp>
      <p:sp>
        <p:nvSpPr>
          <p:cNvPr id="102" name="Shape 99"/>
          <p:cNvSpPr/>
          <p:nvPr/>
        </p:nvSpPr>
        <p:spPr>
          <a:xfrm>
            <a:off x="7543800" y="2642616"/>
            <a:ext cx="242316" cy="69494"/>
          </a:xfrm>
          <a:prstGeom prst="rect">
            <a:avLst/>
          </a:prstGeom>
          <a:solidFill>
            <a:srgbClr val="16305B"/>
          </a:solidFill>
          <a:ln w="12700">
            <a:solidFill>
              <a:srgbClr val="16305B"/>
            </a:solidFill>
            <a:prstDash val="solid"/>
          </a:ln>
        </p:spPr>
      </p:sp>
      <p:sp>
        <p:nvSpPr>
          <p:cNvPr id="103" name="Shape 100"/>
          <p:cNvSpPr/>
          <p:nvPr/>
        </p:nvSpPr>
        <p:spPr>
          <a:xfrm>
            <a:off x="7808976" y="2642616"/>
            <a:ext cx="242316" cy="69494"/>
          </a:xfrm>
          <a:prstGeom prst="rect">
            <a:avLst/>
          </a:prstGeom>
          <a:solidFill>
            <a:srgbClr val="16305B"/>
          </a:solidFill>
          <a:ln w="12700">
            <a:solidFill>
              <a:srgbClr val="16305B"/>
            </a:solidFill>
            <a:prstDash val="solid"/>
          </a:ln>
        </p:spPr>
      </p:sp>
      <p:sp>
        <p:nvSpPr>
          <p:cNvPr id="104" name="Shape 101"/>
          <p:cNvSpPr/>
          <p:nvPr/>
        </p:nvSpPr>
        <p:spPr>
          <a:xfrm>
            <a:off x="8074152" y="2642616"/>
            <a:ext cx="242316" cy="69494"/>
          </a:xfrm>
          <a:prstGeom prst="rect">
            <a:avLst/>
          </a:prstGeom>
          <a:solidFill>
            <a:srgbClr val="16305B"/>
          </a:solidFill>
          <a:ln w="12700">
            <a:solidFill>
              <a:srgbClr val="16305B"/>
            </a:solidFill>
            <a:prstDash val="solid"/>
          </a:ln>
        </p:spPr>
      </p:sp>
      <p:sp>
        <p:nvSpPr>
          <p:cNvPr id="105" name="Shape 102"/>
          <p:cNvSpPr/>
          <p:nvPr/>
        </p:nvSpPr>
        <p:spPr>
          <a:xfrm>
            <a:off x="8339328" y="2642616"/>
            <a:ext cx="242316" cy="69494"/>
          </a:xfrm>
          <a:prstGeom prst="rect">
            <a:avLst/>
          </a:prstGeom>
          <a:solidFill>
            <a:srgbClr val="E4EBF3"/>
          </a:solidFill>
          <a:ln w="12700">
            <a:solidFill>
              <a:srgbClr val="E4EBF3"/>
            </a:solidFill>
            <a:prstDash val="solid"/>
          </a:ln>
        </p:spPr>
      </p:sp>
      <p:sp>
        <p:nvSpPr>
          <p:cNvPr id="106" name="Shape 103"/>
          <p:cNvSpPr/>
          <p:nvPr/>
        </p:nvSpPr>
        <p:spPr>
          <a:xfrm>
            <a:off x="8604504" y="2642616"/>
            <a:ext cx="242316" cy="69494"/>
          </a:xfrm>
          <a:prstGeom prst="rect">
            <a:avLst/>
          </a:prstGeom>
          <a:solidFill>
            <a:srgbClr val="16305B"/>
          </a:solidFill>
          <a:ln w="12700">
            <a:solidFill>
              <a:srgbClr val="16305B"/>
            </a:solidFill>
            <a:prstDash val="solid"/>
          </a:ln>
        </p:spPr>
      </p:sp>
      <p:sp>
        <p:nvSpPr>
          <p:cNvPr id="107" name="Shape 104"/>
          <p:cNvSpPr/>
          <p:nvPr/>
        </p:nvSpPr>
        <p:spPr>
          <a:xfrm>
            <a:off x="8869680" y="2642616"/>
            <a:ext cx="242316" cy="69494"/>
          </a:xfrm>
          <a:prstGeom prst="rect">
            <a:avLst/>
          </a:prstGeom>
          <a:solidFill>
            <a:srgbClr val="8FB0D4"/>
          </a:solidFill>
          <a:ln w="12700">
            <a:solidFill>
              <a:srgbClr val="8FB0D4"/>
            </a:solidFill>
            <a:prstDash val="solid"/>
          </a:ln>
        </p:spPr>
      </p:sp>
      <p:sp>
        <p:nvSpPr>
          <p:cNvPr id="108" name="Shape 105"/>
          <p:cNvSpPr/>
          <p:nvPr/>
        </p:nvSpPr>
        <p:spPr>
          <a:xfrm>
            <a:off x="9134856" y="2642616"/>
            <a:ext cx="242316" cy="69494"/>
          </a:xfrm>
          <a:prstGeom prst="rect">
            <a:avLst/>
          </a:prstGeom>
          <a:solidFill>
            <a:srgbClr val="16305B"/>
          </a:solidFill>
          <a:ln w="12700">
            <a:solidFill>
              <a:srgbClr val="16305B"/>
            </a:solidFill>
            <a:prstDash val="solid"/>
          </a:ln>
        </p:spPr>
      </p:sp>
      <p:sp>
        <p:nvSpPr>
          <p:cNvPr id="109" name="Shape 106"/>
          <p:cNvSpPr/>
          <p:nvPr/>
        </p:nvSpPr>
        <p:spPr>
          <a:xfrm>
            <a:off x="9400032" y="2642616"/>
            <a:ext cx="242316" cy="69494"/>
          </a:xfrm>
          <a:prstGeom prst="rect">
            <a:avLst/>
          </a:prstGeom>
          <a:solidFill>
            <a:srgbClr val="E4EBF3"/>
          </a:solidFill>
          <a:ln w="12700">
            <a:solidFill>
              <a:srgbClr val="E4EBF3"/>
            </a:solidFill>
            <a:prstDash val="solid"/>
          </a:ln>
        </p:spPr>
      </p:sp>
      <p:sp>
        <p:nvSpPr>
          <p:cNvPr id="110" name="Shape 107"/>
          <p:cNvSpPr/>
          <p:nvPr/>
        </p:nvSpPr>
        <p:spPr>
          <a:xfrm>
            <a:off x="9665208" y="2642616"/>
            <a:ext cx="242316" cy="69494"/>
          </a:xfrm>
          <a:prstGeom prst="rect">
            <a:avLst/>
          </a:prstGeom>
          <a:solidFill>
            <a:srgbClr val="16305B"/>
          </a:solidFill>
          <a:ln w="12700">
            <a:solidFill>
              <a:srgbClr val="16305B"/>
            </a:solidFill>
            <a:prstDash val="solid"/>
          </a:ln>
        </p:spPr>
      </p:sp>
      <p:sp>
        <p:nvSpPr>
          <p:cNvPr id="111" name="Shape 108"/>
          <p:cNvSpPr/>
          <p:nvPr/>
        </p:nvSpPr>
        <p:spPr>
          <a:xfrm>
            <a:off x="9930384" y="2642616"/>
            <a:ext cx="242316" cy="69494"/>
          </a:xfrm>
          <a:prstGeom prst="rect">
            <a:avLst/>
          </a:prstGeom>
          <a:solidFill>
            <a:srgbClr val="16305B"/>
          </a:solidFill>
          <a:ln w="12700">
            <a:solidFill>
              <a:srgbClr val="16305B"/>
            </a:solidFill>
            <a:prstDash val="solid"/>
          </a:ln>
        </p:spPr>
      </p:sp>
      <p:sp>
        <p:nvSpPr>
          <p:cNvPr id="112" name="Shape 109"/>
          <p:cNvSpPr/>
          <p:nvPr/>
        </p:nvSpPr>
        <p:spPr>
          <a:xfrm>
            <a:off x="10195560" y="2642616"/>
            <a:ext cx="242316" cy="69494"/>
          </a:xfrm>
          <a:prstGeom prst="rect">
            <a:avLst/>
          </a:prstGeom>
          <a:solidFill>
            <a:srgbClr val="E4EBF3"/>
          </a:solidFill>
          <a:ln w="12700">
            <a:solidFill>
              <a:srgbClr val="E4EBF3"/>
            </a:solidFill>
            <a:prstDash val="solid"/>
          </a:ln>
        </p:spPr>
      </p:sp>
      <p:sp>
        <p:nvSpPr>
          <p:cNvPr id="113" name="Shape 110"/>
          <p:cNvSpPr/>
          <p:nvPr/>
        </p:nvSpPr>
        <p:spPr>
          <a:xfrm>
            <a:off x="10460736" y="2642616"/>
            <a:ext cx="242316" cy="69494"/>
          </a:xfrm>
          <a:prstGeom prst="rect">
            <a:avLst/>
          </a:prstGeom>
          <a:solidFill>
            <a:srgbClr val="E2F4F8"/>
          </a:solidFill>
          <a:ln w="12700">
            <a:solidFill>
              <a:srgbClr val="E2F4F8"/>
            </a:solidFill>
            <a:prstDash val="solid"/>
          </a:ln>
        </p:spPr>
      </p:sp>
      <p:sp>
        <p:nvSpPr>
          <p:cNvPr id="114" name="Shape 111"/>
          <p:cNvSpPr/>
          <p:nvPr/>
        </p:nvSpPr>
        <p:spPr>
          <a:xfrm>
            <a:off x="10725912" y="2642616"/>
            <a:ext cx="242316" cy="69494"/>
          </a:xfrm>
          <a:prstGeom prst="rect">
            <a:avLst/>
          </a:prstGeom>
          <a:solidFill>
            <a:srgbClr val="E2F4F8"/>
          </a:solidFill>
          <a:ln w="12700">
            <a:solidFill>
              <a:srgbClr val="E2F4F8"/>
            </a:solidFill>
            <a:prstDash val="solid"/>
          </a:ln>
        </p:spPr>
      </p:sp>
      <p:sp>
        <p:nvSpPr>
          <p:cNvPr id="115" name="Shape 112"/>
          <p:cNvSpPr/>
          <p:nvPr/>
        </p:nvSpPr>
        <p:spPr>
          <a:xfrm>
            <a:off x="10991088" y="2642616"/>
            <a:ext cx="242316" cy="69494"/>
          </a:xfrm>
          <a:prstGeom prst="rect">
            <a:avLst/>
          </a:prstGeom>
          <a:solidFill>
            <a:srgbClr val="E2F4F8"/>
          </a:solidFill>
          <a:ln w="12700">
            <a:solidFill>
              <a:srgbClr val="E2F4F8"/>
            </a:solidFill>
            <a:prstDash val="solid"/>
          </a:ln>
        </p:spPr>
      </p:sp>
      <p:sp>
        <p:nvSpPr>
          <p:cNvPr id="116" name="Shape 113"/>
          <p:cNvSpPr/>
          <p:nvPr/>
        </p:nvSpPr>
        <p:spPr>
          <a:xfrm>
            <a:off x="7543800" y="2728570"/>
            <a:ext cx="242316" cy="69494"/>
          </a:xfrm>
          <a:prstGeom prst="rect">
            <a:avLst/>
          </a:prstGeom>
          <a:solidFill>
            <a:srgbClr val="16305B"/>
          </a:solidFill>
          <a:ln w="12700">
            <a:solidFill>
              <a:srgbClr val="16305B"/>
            </a:solidFill>
            <a:prstDash val="solid"/>
          </a:ln>
        </p:spPr>
      </p:sp>
      <p:sp>
        <p:nvSpPr>
          <p:cNvPr id="117" name="Shape 114"/>
          <p:cNvSpPr/>
          <p:nvPr/>
        </p:nvSpPr>
        <p:spPr>
          <a:xfrm>
            <a:off x="7808976" y="2728570"/>
            <a:ext cx="242316" cy="69494"/>
          </a:xfrm>
          <a:prstGeom prst="rect">
            <a:avLst/>
          </a:prstGeom>
          <a:solidFill>
            <a:srgbClr val="E4EBF3"/>
          </a:solidFill>
          <a:ln w="12700">
            <a:solidFill>
              <a:srgbClr val="E4EBF3"/>
            </a:solidFill>
            <a:prstDash val="solid"/>
          </a:ln>
        </p:spPr>
      </p:sp>
      <p:sp>
        <p:nvSpPr>
          <p:cNvPr id="118" name="Shape 115"/>
          <p:cNvSpPr/>
          <p:nvPr/>
        </p:nvSpPr>
        <p:spPr>
          <a:xfrm>
            <a:off x="8074152" y="2728570"/>
            <a:ext cx="242316" cy="69494"/>
          </a:xfrm>
          <a:prstGeom prst="rect">
            <a:avLst/>
          </a:prstGeom>
          <a:solidFill>
            <a:srgbClr val="16305B"/>
          </a:solidFill>
          <a:ln w="12700">
            <a:solidFill>
              <a:srgbClr val="16305B"/>
            </a:solidFill>
            <a:prstDash val="solid"/>
          </a:ln>
        </p:spPr>
      </p:sp>
      <p:sp>
        <p:nvSpPr>
          <p:cNvPr id="119" name="Shape 116"/>
          <p:cNvSpPr/>
          <p:nvPr/>
        </p:nvSpPr>
        <p:spPr>
          <a:xfrm>
            <a:off x="8339328" y="2728570"/>
            <a:ext cx="242316" cy="69494"/>
          </a:xfrm>
          <a:prstGeom prst="rect">
            <a:avLst/>
          </a:prstGeom>
          <a:solidFill>
            <a:srgbClr val="16305B"/>
          </a:solidFill>
          <a:ln w="12700">
            <a:solidFill>
              <a:srgbClr val="16305B"/>
            </a:solidFill>
            <a:prstDash val="solid"/>
          </a:ln>
        </p:spPr>
      </p:sp>
      <p:sp>
        <p:nvSpPr>
          <p:cNvPr id="120" name="Shape 117"/>
          <p:cNvSpPr/>
          <p:nvPr/>
        </p:nvSpPr>
        <p:spPr>
          <a:xfrm>
            <a:off x="8604504" y="2728570"/>
            <a:ext cx="242316" cy="69494"/>
          </a:xfrm>
          <a:prstGeom prst="rect">
            <a:avLst/>
          </a:prstGeom>
          <a:solidFill>
            <a:srgbClr val="E4EBF3"/>
          </a:solidFill>
          <a:ln w="12700">
            <a:solidFill>
              <a:srgbClr val="E4EBF3"/>
            </a:solidFill>
            <a:prstDash val="solid"/>
          </a:ln>
        </p:spPr>
      </p:sp>
      <p:sp>
        <p:nvSpPr>
          <p:cNvPr id="121" name="Shape 118"/>
          <p:cNvSpPr/>
          <p:nvPr/>
        </p:nvSpPr>
        <p:spPr>
          <a:xfrm>
            <a:off x="8869680" y="2728570"/>
            <a:ext cx="242316" cy="69494"/>
          </a:xfrm>
          <a:prstGeom prst="rect">
            <a:avLst/>
          </a:prstGeom>
          <a:solidFill>
            <a:srgbClr val="16305B"/>
          </a:solidFill>
          <a:ln w="12700">
            <a:solidFill>
              <a:srgbClr val="16305B"/>
            </a:solidFill>
            <a:prstDash val="solid"/>
          </a:ln>
        </p:spPr>
      </p:sp>
      <p:sp>
        <p:nvSpPr>
          <p:cNvPr id="122" name="Shape 119"/>
          <p:cNvSpPr/>
          <p:nvPr/>
        </p:nvSpPr>
        <p:spPr>
          <a:xfrm>
            <a:off x="9134856" y="2728570"/>
            <a:ext cx="242316" cy="69494"/>
          </a:xfrm>
          <a:prstGeom prst="rect">
            <a:avLst/>
          </a:prstGeom>
          <a:solidFill>
            <a:srgbClr val="8FB0D4"/>
          </a:solidFill>
          <a:ln w="12700">
            <a:solidFill>
              <a:srgbClr val="8FB0D4"/>
            </a:solidFill>
            <a:prstDash val="solid"/>
          </a:ln>
        </p:spPr>
      </p:sp>
      <p:sp>
        <p:nvSpPr>
          <p:cNvPr id="123" name="Shape 120"/>
          <p:cNvSpPr/>
          <p:nvPr/>
        </p:nvSpPr>
        <p:spPr>
          <a:xfrm>
            <a:off x="9400032" y="2728570"/>
            <a:ext cx="242316" cy="69494"/>
          </a:xfrm>
          <a:prstGeom prst="rect">
            <a:avLst/>
          </a:prstGeom>
          <a:solidFill>
            <a:srgbClr val="16305B"/>
          </a:solidFill>
          <a:ln w="12700">
            <a:solidFill>
              <a:srgbClr val="16305B"/>
            </a:solidFill>
            <a:prstDash val="solid"/>
          </a:ln>
        </p:spPr>
      </p:sp>
      <p:sp>
        <p:nvSpPr>
          <p:cNvPr id="124" name="Shape 121"/>
          <p:cNvSpPr/>
          <p:nvPr/>
        </p:nvSpPr>
        <p:spPr>
          <a:xfrm>
            <a:off x="9665208" y="2728570"/>
            <a:ext cx="242316" cy="69494"/>
          </a:xfrm>
          <a:prstGeom prst="rect">
            <a:avLst/>
          </a:prstGeom>
          <a:solidFill>
            <a:srgbClr val="E4EBF3"/>
          </a:solidFill>
          <a:ln w="12700">
            <a:solidFill>
              <a:srgbClr val="E4EBF3"/>
            </a:solidFill>
            <a:prstDash val="solid"/>
          </a:ln>
        </p:spPr>
      </p:sp>
      <p:sp>
        <p:nvSpPr>
          <p:cNvPr id="125" name="Shape 122"/>
          <p:cNvSpPr/>
          <p:nvPr/>
        </p:nvSpPr>
        <p:spPr>
          <a:xfrm>
            <a:off x="9930384" y="2728570"/>
            <a:ext cx="242316" cy="69494"/>
          </a:xfrm>
          <a:prstGeom prst="rect">
            <a:avLst/>
          </a:prstGeom>
          <a:solidFill>
            <a:srgbClr val="16305B"/>
          </a:solidFill>
          <a:ln w="12700">
            <a:solidFill>
              <a:srgbClr val="16305B"/>
            </a:solidFill>
            <a:prstDash val="solid"/>
          </a:ln>
        </p:spPr>
      </p:sp>
      <p:sp>
        <p:nvSpPr>
          <p:cNvPr id="126" name="Shape 123"/>
          <p:cNvSpPr/>
          <p:nvPr/>
        </p:nvSpPr>
        <p:spPr>
          <a:xfrm>
            <a:off x="10195560" y="2728570"/>
            <a:ext cx="242316" cy="69494"/>
          </a:xfrm>
          <a:prstGeom prst="rect">
            <a:avLst/>
          </a:prstGeom>
          <a:solidFill>
            <a:srgbClr val="16305B"/>
          </a:solidFill>
          <a:ln w="12700">
            <a:solidFill>
              <a:srgbClr val="16305B"/>
            </a:solidFill>
            <a:prstDash val="solid"/>
          </a:ln>
        </p:spPr>
      </p:sp>
      <p:sp>
        <p:nvSpPr>
          <p:cNvPr id="127" name="Shape 124"/>
          <p:cNvSpPr/>
          <p:nvPr/>
        </p:nvSpPr>
        <p:spPr>
          <a:xfrm>
            <a:off x="10460736" y="2728570"/>
            <a:ext cx="242316" cy="69494"/>
          </a:xfrm>
          <a:prstGeom prst="rect">
            <a:avLst/>
          </a:prstGeom>
          <a:solidFill>
            <a:srgbClr val="E2F4F8"/>
          </a:solidFill>
          <a:ln w="12700">
            <a:solidFill>
              <a:srgbClr val="E2F4F8"/>
            </a:solidFill>
            <a:prstDash val="solid"/>
          </a:ln>
        </p:spPr>
      </p:sp>
      <p:sp>
        <p:nvSpPr>
          <p:cNvPr id="128" name="Shape 125"/>
          <p:cNvSpPr/>
          <p:nvPr/>
        </p:nvSpPr>
        <p:spPr>
          <a:xfrm>
            <a:off x="10725912" y="2728570"/>
            <a:ext cx="242316" cy="69494"/>
          </a:xfrm>
          <a:prstGeom prst="rect">
            <a:avLst/>
          </a:prstGeom>
          <a:solidFill>
            <a:srgbClr val="E2F4F8"/>
          </a:solidFill>
          <a:ln w="12700">
            <a:solidFill>
              <a:srgbClr val="E2F4F8"/>
            </a:solidFill>
            <a:prstDash val="solid"/>
          </a:ln>
        </p:spPr>
      </p:sp>
      <p:sp>
        <p:nvSpPr>
          <p:cNvPr id="129" name="Shape 126"/>
          <p:cNvSpPr/>
          <p:nvPr/>
        </p:nvSpPr>
        <p:spPr>
          <a:xfrm>
            <a:off x="10991088" y="2728570"/>
            <a:ext cx="242316" cy="69494"/>
          </a:xfrm>
          <a:prstGeom prst="rect">
            <a:avLst/>
          </a:prstGeom>
          <a:solidFill>
            <a:srgbClr val="E2F4F8"/>
          </a:solidFill>
          <a:ln w="12700">
            <a:solidFill>
              <a:srgbClr val="E2F4F8"/>
            </a:solidFill>
            <a:prstDash val="solid"/>
          </a:ln>
        </p:spPr>
      </p:sp>
      <p:sp>
        <p:nvSpPr>
          <p:cNvPr id="130" name="Shape 127"/>
          <p:cNvSpPr/>
          <p:nvPr/>
        </p:nvSpPr>
        <p:spPr>
          <a:xfrm>
            <a:off x="7543800" y="2814523"/>
            <a:ext cx="242316" cy="69494"/>
          </a:xfrm>
          <a:prstGeom prst="rect">
            <a:avLst/>
          </a:prstGeom>
          <a:solidFill>
            <a:srgbClr val="16305B"/>
          </a:solidFill>
          <a:ln w="12700">
            <a:solidFill>
              <a:srgbClr val="16305B"/>
            </a:solidFill>
            <a:prstDash val="solid"/>
          </a:ln>
        </p:spPr>
      </p:sp>
      <p:sp>
        <p:nvSpPr>
          <p:cNvPr id="131" name="Shape 128"/>
          <p:cNvSpPr/>
          <p:nvPr/>
        </p:nvSpPr>
        <p:spPr>
          <a:xfrm>
            <a:off x="7808976" y="2814523"/>
            <a:ext cx="242316" cy="69494"/>
          </a:xfrm>
          <a:prstGeom prst="rect">
            <a:avLst/>
          </a:prstGeom>
          <a:solidFill>
            <a:srgbClr val="E4EBF3"/>
          </a:solidFill>
          <a:ln w="12700">
            <a:solidFill>
              <a:srgbClr val="E4EBF3"/>
            </a:solidFill>
            <a:prstDash val="solid"/>
          </a:ln>
        </p:spPr>
      </p:sp>
      <p:sp>
        <p:nvSpPr>
          <p:cNvPr id="132" name="Shape 129"/>
          <p:cNvSpPr/>
          <p:nvPr/>
        </p:nvSpPr>
        <p:spPr>
          <a:xfrm>
            <a:off x="8074152" y="2814523"/>
            <a:ext cx="242316" cy="69494"/>
          </a:xfrm>
          <a:prstGeom prst="rect">
            <a:avLst/>
          </a:prstGeom>
          <a:solidFill>
            <a:srgbClr val="E4EBF3"/>
          </a:solidFill>
          <a:ln w="12700">
            <a:solidFill>
              <a:srgbClr val="E4EBF3"/>
            </a:solidFill>
            <a:prstDash val="solid"/>
          </a:ln>
        </p:spPr>
      </p:sp>
      <p:sp>
        <p:nvSpPr>
          <p:cNvPr id="133" name="Shape 130"/>
          <p:cNvSpPr/>
          <p:nvPr/>
        </p:nvSpPr>
        <p:spPr>
          <a:xfrm>
            <a:off x="8339328" y="2814523"/>
            <a:ext cx="242316" cy="69494"/>
          </a:xfrm>
          <a:prstGeom prst="rect">
            <a:avLst/>
          </a:prstGeom>
          <a:solidFill>
            <a:srgbClr val="16305B"/>
          </a:solidFill>
          <a:ln w="12700">
            <a:solidFill>
              <a:srgbClr val="16305B"/>
            </a:solidFill>
            <a:prstDash val="solid"/>
          </a:ln>
        </p:spPr>
      </p:sp>
      <p:sp>
        <p:nvSpPr>
          <p:cNvPr id="134" name="Shape 131"/>
          <p:cNvSpPr/>
          <p:nvPr/>
        </p:nvSpPr>
        <p:spPr>
          <a:xfrm>
            <a:off x="8604504" y="2814523"/>
            <a:ext cx="242316" cy="69494"/>
          </a:xfrm>
          <a:prstGeom prst="rect">
            <a:avLst/>
          </a:prstGeom>
          <a:solidFill>
            <a:srgbClr val="16305B"/>
          </a:solidFill>
          <a:ln w="12700">
            <a:solidFill>
              <a:srgbClr val="16305B"/>
            </a:solidFill>
            <a:prstDash val="solid"/>
          </a:ln>
        </p:spPr>
      </p:sp>
      <p:sp>
        <p:nvSpPr>
          <p:cNvPr id="135" name="Shape 132"/>
          <p:cNvSpPr/>
          <p:nvPr/>
        </p:nvSpPr>
        <p:spPr>
          <a:xfrm>
            <a:off x="8869680" y="2814523"/>
            <a:ext cx="242316" cy="69494"/>
          </a:xfrm>
          <a:prstGeom prst="rect">
            <a:avLst/>
          </a:prstGeom>
          <a:solidFill>
            <a:srgbClr val="E4EBF3"/>
          </a:solidFill>
          <a:ln w="12700">
            <a:solidFill>
              <a:srgbClr val="E4EBF3"/>
            </a:solidFill>
            <a:prstDash val="solid"/>
          </a:ln>
        </p:spPr>
      </p:sp>
      <p:sp>
        <p:nvSpPr>
          <p:cNvPr id="136" name="Shape 133"/>
          <p:cNvSpPr/>
          <p:nvPr/>
        </p:nvSpPr>
        <p:spPr>
          <a:xfrm>
            <a:off x="9134856" y="2814523"/>
            <a:ext cx="242316" cy="69494"/>
          </a:xfrm>
          <a:prstGeom prst="rect">
            <a:avLst/>
          </a:prstGeom>
          <a:solidFill>
            <a:srgbClr val="16305B"/>
          </a:solidFill>
          <a:ln w="12700">
            <a:solidFill>
              <a:srgbClr val="16305B"/>
            </a:solidFill>
            <a:prstDash val="solid"/>
          </a:ln>
        </p:spPr>
      </p:sp>
      <p:sp>
        <p:nvSpPr>
          <p:cNvPr id="137" name="Shape 134"/>
          <p:cNvSpPr/>
          <p:nvPr/>
        </p:nvSpPr>
        <p:spPr>
          <a:xfrm>
            <a:off x="9400032" y="2814523"/>
            <a:ext cx="242316" cy="69494"/>
          </a:xfrm>
          <a:prstGeom prst="rect">
            <a:avLst/>
          </a:prstGeom>
          <a:solidFill>
            <a:srgbClr val="8FB0D4"/>
          </a:solidFill>
          <a:ln w="12700">
            <a:solidFill>
              <a:srgbClr val="8FB0D4"/>
            </a:solidFill>
            <a:prstDash val="solid"/>
          </a:ln>
        </p:spPr>
      </p:sp>
      <p:sp>
        <p:nvSpPr>
          <p:cNvPr id="138" name="Shape 135"/>
          <p:cNvSpPr/>
          <p:nvPr/>
        </p:nvSpPr>
        <p:spPr>
          <a:xfrm>
            <a:off x="9665208" y="2814523"/>
            <a:ext cx="242316" cy="69494"/>
          </a:xfrm>
          <a:prstGeom prst="rect">
            <a:avLst/>
          </a:prstGeom>
          <a:solidFill>
            <a:srgbClr val="16305B"/>
          </a:solidFill>
          <a:ln w="12700">
            <a:solidFill>
              <a:srgbClr val="16305B"/>
            </a:solidFill>
            <a:prstDash val="solid"/>
          </a:ln>
        </p:spPr>
      </p:sp>
      <p:sp>
        <p:nvSpPr>
          <p:cNvPr id="139" name="Shape 136"/>
          <p:cNvSpPr/>
          <p:nvPr/>
        </p:nvSpPr>
        <p:spPr>
          <a:xfrm>
            <a:off x="9930384" y="2814523"/>
            <a:ext cx="242316" cy="69494"/>
          </a:xfrm>
          <a:prstGeom prst="rect">
            <a:avLst/>
          </a:prstGeom>
          <a:solidFill>
            <a:srgbClr val="E4EBF3"/>
          </a:solidFill>
          <a:ln w="12700">
            <a:solidFill>
              <a:srgbClr val="E4EBF3"/>
            </a:solidFill>
            <a:prstDash val="solid"/>
          </a:ln>
        </p:spPr>
      </p:sp>
      <p:sp>
        <p:nvSpPr>
          <p:cNvPr id="140" name="Shape 137"/>
          <p:cNvSpPr/>
          <p:nvPr/>
        </p:nvSpPr>
        <p:spPr>
          <a:xfrm>
            <a:off x="10195560" y="2814523"/>
            <a:ext cx="242316" cy="69494"/>
          </a:xfrm>
          <a:prstGeom prst="rect">
            <a:avLst/>
          </a:prstGeom>
          <a:solidFill>
            <a:srgbClr val="16305B"/>
          </a:solidFill>
          <a:ln w="12700">
            <a:solidFill>
              <a:srgbClr val="16305B"/>
            </a:solidFill>
            <a:prstDash val="solid"/>
          </a:ln>
        </p:spPr>
      </p:sp>
      <p:sp>
        <p:nvSpPr>
          <p:cNvPr id="141" name="Shape 138"/>
          <p:cNvSpPr/>
          <p:nvPr/>
        </p:nvSpPr>
        <p:spPr>
          <a:xfrm>
            <a:off x="10460736" y="2814523"/>
            <a:ext cx="242316" cy="69494"/>
          </a:xfrm>
          <a:prstGeom prst="rect">
            <a:avLst/>
          </a:prstGeom>
          <a:solidFill>
            <a:srgbClr val="0090B0"/>
          </a:solidFill>
          <a:ln w="12700">
            <a:solidFill>
              <a:srgbClr val="0090B0"/>
            </a:solidFill>
            <a:prstDash val="solid"/>
          </a:ln>
        </p:spPr>
      </p:sp>
      <p:sp>
        <p:nvSpPr>
          <p:cNvPr id="142" name="Shape 139"/>
          <p:cNvSpPr/>
          <p:nvPr/>
        </p:nvSpPr>
        <p:spPr>
          <a:xfrm>
            <a:off x="10725912" y="2814523"/>
            <a:ext cx="242316" cy="69494"/>
          </a:xfrm>
          <a:prstGeom prst="rect">
            <a:avLst/>
          </a:prstGeom>
          <a:solidFill>
            <a:srgbClr val="E2F4F8"/>
          </a:solidFill>
          <a:ln w="12700">
            <a:solidFill>
              <a:srgbClr val="E2F4F8"/>
            </a:solidFill>
            <a:prstDash val="solid"/>
          </a:ln>
        </p:spPr>
      </p:sp>
      <p:sp>
        <p:nvSpPr>
          <p:cNvPr id="143" name="Shape 140"/>
          <p:cNvSpPr/>
          <p:nvPr/>
        </p:nvSpPr>
        <p:spPr>
          <a:xfrm>
            <a:off x="10991088" y="2814523"/>
            <a:ext cx="242316" cy="69494"/>
          </a:xfrm>
          <a:prstGeom prst="rect">
            <a:avLst/>
          </a:prstGeom>
          <a:solidFill>
            <a:srgbClr val="E2F4F8"/>
          </a:solidFill>
          <a:ln w="12700">
            <a:solidFill>
              <a:srgbClr val="E2F4F8"/>
            </a:solidFill>
            <a:prstDash val="solid"/>
          </a:ln>
        </p:spPr>
      </p:sp>
      <p:sp>
        <p:nvSpPr>
          <p:cNvPr id="144" name="Shape 141"/>
          <p:cNvSpPr/>
          <p:nvPr/>
        </p:nvSpPr>
        <p:spPr>
          <a:xfrm>
            <a:off x="7543800" y="2900477"/>
            <a:ext cx="242316" cy="69494"/>
          </a:xfrm>
          <a:prstGeom prst="rect">
            <a:avLst/>
          </a:prstGeom>
          <a:solidFill>
            <a:srgbClr val="16305B"/>
          </a:solidFill>
          <a:ln w="12700">
            <a:solidFill>
              <a:srgbClr val="16305B"/>
            </a:solidFill>
            <a:prstDash val="solid"/>
          </a:ln>
        </p:spPr>
      </p:sp>
      <p:sp>
        <p:nvSpPr>
          <p:cNvPr id="145" name="Shape 142"/>
          <p:cNvSpPr/>
          <p:nvPr/>
        </p:nvSpPr>
        <p:spPr>
          <a:xfrm>
            <a:off x="7808976" y="2900477"/>
            <a:ext cx="242316" cy="69494"/>
          </a:xfrm>
          <a:prstGeom prst="rect">
            <a:avLst/>
          </a:prstGeom>
          <a:solidFill>
            <a:srgbClr val="E4EBF3"/>
          </a:solidFill>
          <a:ln w="12700">
            <a:solidFill>
              <a:srgbClr val="E4EBF3"/>
            </a:solidFill>
            <a:prstDash val="solid"/>
          </a:ln>
        </p:spPr>
      </p:sp>
      <p:sp>
        <p:nvSpPr>
          <p:cNvPr id="146" name="Shape 143"/>
          <p:cNvSpPr/>
          <p:nvPr/>
        </p:nvSpPr>
        <p:spPr>
          <a:xfrm>
            <a:off x="8074152" y="2900477"/>
            <a:ext cx="242316" cy="69494"/>
          </a:xfrm>
          <a:prstGeom prst="rect">
            <a:avLst/>
          </a:prstGeom>
          <a:solidFill>
            <a:srgbClr val="E4EBF3"/>
          </a:solidFill>
          <a:ln w="12700">
            <a:solidFill>
              <a:srgbClr val="E4EBF3"/>
            </a:solidFill>
            <a:prstDash val="solid"/>
          </a:ln>
        </p:spPr>
      </p:sp>
      <p:sp>
        <p:nvSpPr>
          <p:cNvPr id="147" name="Shape 144"/>
          <p:cNvSpPr/>
          <p:nvPr/>
        </p:nvSpPr>
        <p:spPr>
          <a:xfrm>
            <a:off x="8339328" y="2900477"/>
            <a:ext cx="242316" cy="69494"/>
          </a:xfrm>
          <a:prstGeom prst="rect">
            <a:avLst/>
          </a:prstGeom>
          <a:solidFill>
            <a:srgbClr val="E4EBF3"/>
          </a:solidFill>
          <a:ln w="12700">
            <a:solidFill>
              <a:srgbClr val="E4EBF3"/>
            </a:solidFill>
            <a:prstDash val="solid"/>
          </a:ln>
        </p:spPr>
      </p:sp>
      <p:sp>
        <p:nvSpPr>
          <p:cNvPr id="148" name="Shape 145"/>
          <p:cNvSpPr/>
          <p:nvPr/>
        </p:nvSpPr>
        <p:spPr>
          <a:xfrm>
            <a:off x="8604504" y="2900477"/>
            <a:ext cx="242316" cy="69494"/>
          </a:xfrm>
          <a:prstGeom prst="rect">
            <a:avLst/>
          </a:prstGeom>
          <a:solidFill>
            <a:srgbClr val="16305B"/>
          </a:solidFill>
          <a:ln w="12700">
            <a:solidFill>
              <a:srgbClr val="16305B"/>
            </a:solidFill>
            <a:prstDash val="solid"/>
          </a:ln>
        </p:spPr>
      </p:sp>
      <p:sp>
        <p:nvSpPr>
          <p:cNvPr id="149" name="Shape 146"/>
          <p:cNvSpPr/>
          <p:nvPr/>
        </p:nvSpPr>
        <p:spPr>
          <a:xfrm>
            <a:off x="8869680" y="2900477"/>
            <a:ext cx="242316" cy="69494"/>
          </a:xfrm>
          <a:prstGeom prst="rect">
            <a:avLst/>
          </a:prstGeom>
          <a:solidFill>
            <a:srgbClr val="16305B"/>
          </a:solidFill>
          <a:ln w="12700">
            <a:solidFill>
              <a:srgbClr val="16305B"/>
            </a:solidFill>
            <a:prstDash val="solid"/>
          </a:ln>
        </p:spPr>
      </p:sp>
      <p:sp>
        <p:nvSpPr>
          <p:cNvPr id="150" name="Shape 147"/>
          <p:cNvSpPr/>
          <p:nvPr/>
        </p:nvSpPr>
        <p:spPr>
          <a:xfrm>
            <a:off x="9134856" y="2900477"/>
            <a:ext cx="242316" cy="69494"/>
          </a:xfrm>
          <a:prstGeom prst="rect">
            <a:avLst/>
          </a:prstGeom>
          <a:solidFill>
            <a:srgbClr val="E4EBF3"/>
          </a:solidFill>
          <a:ln w="12700">
            <a:solidFill>
              <a:srgbClr val="E4EBF3"/>
            </a:solidFill>
            <a:prstDash val="solid"/>
          </a:ln>
        </p:spPr>
      </p:sp>
      <p:sp>
        <p:nvSpPr>
          <p:cNvPr id="151" name="Shape 148"/>
          <p:cNvSpPr/>
          <p:nvPr/>
        </p:nvSpPr>
        <p:spPr>
          <a:xfrm>
            <a:off x="9400032" y="2900477"/>
            <a:ext cx="242316" cy="69494"/>
          </a:xfrm>
          <a:prstGeom prst="rect">
            <a:avLst/>
          </a:prstGeom>
          <a:solidFill>
            <a:srgbClr val="16305B"/>
          </a:solidFill>
          <a:ln w="12700">
            <a:solidFill>
              <a:srgbClr val="16305B"/>
            </a:solidFill>
            <a:prstDash val="solid"/>
          </a:ln>
        </p:spPr>
      </p:sp>
      <p:sp>
        <p:nvSpPr>
          <p:cNvPr id="152" name="Shape 149"/>
          <p:cNvSpPr/>
          <p:nvPr/>
        </p:nvSpPr>
        <p:spPr>
          <a:xfrm>
            <a:off x="9665208" y="2900477"/>
            <a:ext cx="242316" cy="69494"/>
          </a:xfrm>
          <a:prstGeom prst="rect">
            <a:avLst/>
          </a:prstGeom>
          <a:solidFill>
            <a:srgbClr val="8FB0D4"/>
          </a:solidFill>
          <a:ln w="12700">
            <a:solidFill>
              <a:srgbClr val="8FB0D4"/>
            </a:solidFill>
            <a:prstDash val="solid"/>
          </a:ln>
        </p:spPr>
      </p:sp>
      <p:sp>
        <p:nvSpPr>
          <p:cNvPr id="153" name="Shape 150"/>
          <p:cNvSpPr/>
          <p:nvPr/>
        </p:nvSpPr>
        <p:spPr>
          <a:xfrm>
            <a:off x="9930384" y="2900477"/>
            <a:ext cx="242316" cy="69494"/>
          </a:xfrm>
          <a:prstGeom prst="rect">
            <a:avLst/>
          </a:prstGeom>
          <a:solidFill>
            <a:srgbClr val="16305B"/>
          </a:solidFill>
          <a:ln w="12700">
            <a:solidFill>
              <a:srgbClr val="16305B"/>
            </a:solidFill>
            <a:prstDash val="solid"/>
          </a:ln>
        </p:spPr>
      </p:sp>
      <p:sp>
        <p:nvSpPr>
          <p:cNvPr id="154" name="Shape 151"/>
          <p:cNvSpPr/>
          <p:nvPr/>
        </p:nvSpPr>
        <p:spPr>
          <a:xfrm>
            <a:off x="10195560" y="2900477"/>
            <a:ext cx="242316" cy="69494"/>
          </a:xfrm>
          <a:prstGeom prst="rect">
            <a:avLst/>
          </a:prstGeom>
          <a:solidFill>
            <a:srgbClr val="E4EBF3"/>
          </a:solidFill>
          <a:ln w="12700">
            <a:solidFill>
              <a:srgbClr val="E4EBF3"/>
            </a:solidFill>
            <a:prstDash val="solid"/>
          </a:ln>
        </p:spPr>
      </p:sp>
      <p:sp>
        <p:nvSpPr>
          <p:cNvPr id="155" name="Shape 152"/>
          <p:cNvSpPr/>
          <p:nvPr/>
        </p:nvSpPr>
        <p:spPr>
          <a:xfrm>
            <a:off x="10460736" y="2900477"/>
            <a:ext cx="242316" cy="69494"/>
          </a:xfrm>
          <a:prstGeom prst="rect">
            <a:avLst/>
          </a:prstGeom>
          <a:solidFill>
            <a:srgbClr val="0090B0"/>
          </a:solidFill>
          <a:ln w="12700">
            <a:solidFill>
              <a:srgbClr val="0090B0"/>
            </a:solidFill>
            <a:prstDash val="solid"/>
          </a:ln>
        </p:spPr>
      </p:sp>
      <p:sp>
        <p:nvSpPr>
          <p:cNvPr id="156" name="Shape 153"/>
          <p:cNvSpPr/>
          <p:nvPr/>
        </p:nvSpPr>
        <p:spPr>
          <a:xfrm>
            <a:off x="10725912" y="2900477"/>
            <a:ext cx="242316" cy="69494"/>
          </a:xfrm>
          <a:prstGeom prst="rect">
            <a:avLst/>
          </a:prstGeom>
          <a:solidFill>
            <a:srgbClr val="0090B0"/>
          </a:solidFill>
          <a:ln w="12700">
            <a:solidFill>
              <a:srgbClr val="0090B0"/>
            </a:solidFill>
            <a:prstDash val="solid"/>
          </a:ln>
        </p:spPr>
      </p:sp>
      <p:sp>
        <p:nvSpPr>
          <p:cNvPr id="157" name="Shape 154"/>
          <p:cNvSpPr/>
          <p:nvPr/>
        </p:nvSpPr>
        <p:spPr>
          <a:xfrm>
            <a:off x="10991088" y="2900477"/>
            <a:ext cx="242316" cy="69494"/>
          </a:xfrm>
          <a:prstGeom prst="rect">
            <a:avLst/>
          </a:prstGeom>
          <a:solidFill>
            <a:srgbClr val="E2F4F8"/>
          </a:solidFill>
          <a:ln w="12700">
            <a:solidFill>
              <a:srgbClr val="E2F4F8"/>
            </a:solidFill>
            <a:prstDash val="solid"/>
          </a:ln>
        </p:spPr>
      </p:sp>
      <p:sp>
        <p:nvSpPr>
          <p:cNvPr id="158" name="Shape 155"/>
          <p:cNvSpPr/>
          <p:nvPr/>
        </p:nvSpPr>
        <p:spPr>
          <a:xfrm>
            <a:off x="7543800" y="2986430"/>
            <a:ext cx="242316" cy="69494"/>
          </a:xfrm>
          <a:prstGeom prst="rect">
            <a:avLst/>
          </a:prstGeom>
          <a:solidFill>
            <a:srgbClr val="16305B"/>
          </a:solidFill>
          <a:ln w="12700">
            <a:solidFill>
              <a:srgbClr val="16305B"/>
            </a:solidFill>
            <a:prstDash val="solid"/>
          </a:ln>
        </p:spPr>
      </p:sp>
      <p:sp>
        <p:nvSpPr>
          <p:cNvPr id="159" name="Shape 156"/>
          <p:cNvSpPr/>
          <p:nvPr/>
        </p:nvSpPr>
        <p:spPr>
          <a:xfrm>
            <a:off x="7808976" y="2986430"/>
            <a:ext cx="242316" cy="69494"/>
          </a:xfrm>
          <a:prstGeom prst="rect">
            <a:avLst/>
          </a:prstGeom>
          <a:solidFill>
            <a:srgbClr val="E4EBF3"/>
          </a:solidFill>
          <a:ln w="12700">
            <a:solidFill>
              <a:srgbClr val="E4EBF3"/>
            </a:solidFill>
            <a:prstDash val="solid"/>
          </a:ln>
        </p:spPr>
      </p:sp>
      <p:sp>
        <p:nvSpPr>
          <p:cNvPr id="160" name="Shape 157"/>
          <p:cNvSpPr/>
          <p:nvPr/>
        </p:nvSpPr>
        <p:spPr>
          <a:xfrm>
            <a:off x="8074152" y="2986430"/>
            <a:ext cx="242316" cy="69494"/>
          </a:xfrm>
          <a:prstGeom prst="rect">
            <a:avLst/>
          </a:prstGeom>
          <a:solidFill>
            <a:srgbClr val="E4EBF3"/>
          </a:solidFill>
          <a:ln w="12700">
            <a:solidFill>
              <a:srgbClr val="E4EBF3"/>
            </a:solidFill>
            <a:prstDash val="solid"/>
          </a:ln>
        </p:spPr>
      </p:sp>
      <p:sp>
        <p:nvSpPr>
          <p:cNvPr id="161" name="Shape 158"/>
          <p:cNvSpPr/>
          <p:nvPr/>
        </p:nvSpPr>
        <p:spPr>
          <a:xfrm>
            <a:off x="8339328" y="2986430"/>
            <a:ext cx="242316" cy="69494"/>
          </a:xfrm>
          <a:prstGeom prst="rect">
            <a:avLst/>
          </a:prstGeom>
          <a:solidFill>
            <a:srgbClr val="E4EBF3"/>
          </a:solidFill>
          <a:ln w="12700">
            <a:solidFill>
              <a:srgbClr val="E4EBF3"/>
            </a:solidFill>
            <a:prstDash val="solid"/>
          </a:ln>
        </p:spPr>
      </p:sp>
      <p:sp>
        <p:nvSpPr>
          <p:cNvPr id="162" name="Shape 159"/>
          <p:cNvSpPr/>
          <p:nvPr/>
        </p:nvSpPr>
        <p:spPr>
          <a:xfrm>
            <a:off x="8604504" y="2986430"/>
            <a:ext cx="242316" cy="69494"/>
          </a:xfrm>
          <a:prstGeom prst="rect">
            <a:avLst/>
          </a:prstGeom>
          <a:solidFill>
            <a:srgbClr val="E4EBF3"/>
          </a:solidFill>
          <a:ln w="12700">
            <a:solidFill>
              <a:srgbClr val="E4EBF3"/>
            </a:solidFill>
            <a:prstDash val="solid"/>
          </a:ln>
        </p:spPr>
      </p:sp>
      <p:sp>
        <p:nvSpPr>
          <p:cNvPr id="163" name="Shape 160"/>
          <p:cNvSpPr/>
          <p:nvPr/>
        </p:nvSpPr>
        <p:spPr>
          <a:xfrm>
            <a:off x="8869680" y="2986430"/>
            <a:ext cx="242316" cy="69494"/>
          </a:xfrm>
          <a:prstGeom prst="rect">
            <a:avLst/>
          </a:prstGeom>
          <a:solidFill>
            <a:srgbClr val="16305B"/>
          </a:solidFill>
          <a:ln w="12700">
            <a:solidFill>
              <a:srgbClr val="16305B"/>
            </a:solidFill>
            <a:prstDash val="solid"/>
          </a:ln>
        </p:spPr>
      </p:sp>
      <p:sp>
        <p:nvSpPr>
          <p:cNvPr id="164" name="Shape 161"/>
          <p:cNvSpPr/>
          <p:nvPr/>
        </p:nvSpPr>
        <p:spPr>
          <a:xfrm>
            <a:off x="9134856" y="2986430"/>
            <a:ext cx="242316" cy="69494"/>
          </a:xfrm>
          <a:prstGeom prst="rect">
            <a:avLst/>
          </a:prstGeom>
          <a:solidFill>
            <a:srgbClr val="16305B"/>
          </a:solidFill>
          <a:ln w="12700">
            <a:solidFill>
              <a:srgbClr val="16305B"/>
            </a:solidFill>
            <a:prstDash val="solid"/>
          </a:ln>
        </p:spPr>
      </p:sp>
      <p:sp>
        <p:nvSpPr>
          <p:cNvPr id="165" name="Shape 162"/>
          <p:cNvSpPr/>
          <p:nvPr/>
        </p:nvSpPr>
        <p:spPr>
          <a:xfrm>
            <a:off x="9400032" y="2986430"/>
            <a:ext cx="242316" cy="69494"/>
          </a:xfrm>
          <a:prstGeom prst="rect">
            <a:avLst/>
          </a:prstGeom>
          <a:solidFill>
            <a:srgbClr val="E4EBF3"/>
          </a:solidFill>
          <a:ln w="12700">
            <a:solidFill>
              <a:srgbClr val="E4EBF3"/>
            </a:solidFill>
            <a:prstDash val="solid"/>
          </a:ln>
        </p:spPr>
      </p:sp>
      <p:sp>
        <p:nvSpPr>
          <p:cNvPr id="166" name="Shape 163"/>
          <p:cNvSpPr/>
          <p:nvPr/>
        </p:nvSpPr>
        <p:spPr>
          <a:xfrm>
            <a:off x="9665208" y="2986430"/>
            <a:ext cx="242316" cy="69494"/>
          </a:xfrm>
          <a:prstGeom prst="rect">
            <a:avLst/>
          </a:prstGeom>
          <a:solidFill>
            <a:srgbClr val="16305B"/>
          </a:solidFill>
          <a:ln w="12700">
            <a:solidFill>
              <a:srgbClr val="16305B"/>
            </a:solidFill>
            <a:prstDash val="solid"/>
          </a:ln>
        </p:spPr>
      </p:sp>
      <p:sp>
        <p:nvSpPr>
          <p:cNvPr id="167" name="Shape 164"/>
          <p:cNvSpPr/>
          <p:nvPr/>
        </p:nvSpPr>
        <p:spPr>
          <a:xfrm>
            <a:off x="9930384" y="2986430"/>
            <a:ext cx="242316" cy="69494"/>
          </a:xfrm>
          <a:prstGeom prst="rect">
            <a:avLst/>
          </a:prstGeom>
          <a:solidFill>
            <a:srgbClr val="8FB0D4"/>
          </a:solidFill>
          <a:ln w="12700">
            <a:solidFill>
              <a:srgbClr val="8FB0D4"/>
            </a:solidFill>
            <a:prstDash val="solid"/>
          </a:ln>
        </p:spPr>
      </p:sp>
      <p:sp>
        <p:nvSpPr>
          <p:cNvPr id="168" name="Shape 165"/>
          <p:cNvSpPr/>
          <p:nvPr/>
        </p:nvSpPr>
        <p:spPr>
          <a:xfrm>
            <a:off x="10195560" y="2986430"/>
            <a:ext cx="242316" cy="69494"/>
          </a:xfrm>
          <a:prstGeom prst="rect">
            <a:avLst/>
          </a:prstGeom>
          <a:solidFill>
            <a:srgbClr val="16305B"/>
          </a:solidFill>
          <a:ln w="12700">
            <a:solidFill>
              <a:srgbClr val="16305B"/>
            </a:solidFill>
            <a:prstDash val="solid"/>
          </a:ln>
        </p:spPr>
      </p:sp>
      <p:sp>
        <p:nvSpPr>
          <p:cNvPr id="169" name="Shape 166"/>
          <p:cNvSpPr/>
          <p:nvPr/>
        </p:nvSpPr>
        <p:spPr>
          <a:xfrm>
            <a:off x="10460736" y="2986430"/>
            <a:ext cx="242316" cy="69494"/>
          </a:xfrm>
          <a:prstGeom prst="rect">
            <a:avLst/>
          </a:prstGeom>
          <a:solidFill>
            <a:srgbClr val="E2F4F8"/>
          </a:solidFill>
          <a:ln w="12700">
            <a:solidFill>
              <a:srgbClr val="E2F4F8"/>
            </a:solidFill>
            <a:prstDash val="solid"/>
          </a:ln>
        </p:spPr>
      </p:sp>
      <p:sp>
        <p:nvSpPr>
          <p:cNvPr id="170" name="Shape 167"/>
          <p:cNvSpPr/>
          <p:nvPr/>
        </p:nvSpPr>
        <p:spPr>
          <a:xfrm>
            <a:off x="10725912" y="2986430"/>
            <a:ext cx="242316" cy="69494"/>
          </a:xfrm>
          <a:prstGeom prst="rect">
            <a:avLst/>
          </a:prstGeom>
          <a:solidFill>
            <a:srgbClr val="0090B0"/>
          </a:solidFill>
          <a:ln w="12700">
            <a:solidFill>
              <a:srgbClr val="0090B0"/>
            </a:solidFill>
            <a:prstDash val="solid"/>
          </a:ln>
        </p:spPr>
      </p:sp>
      <p:sp>
        <p:nvSpPr>
          <p:cNvPr id="171" name="Shape 168"/>
          <p:cNvSpPr/>
          <p:nvPr/>
        </p:nvSpPr>
        <p:spPr>
          <a:xfrm>
            <a:off x="10991088" y="2986430"/>
            <a:ext cx="242316" cy="69494"/>
          </a:xfrm>
          <a:prstGeom prst="rect">
            <a:avLst/>
          </a:prstGeom>
          <a:solidFill>
            <a:srgbClr val="0090B0"/>
          </a:solidFill>
          <a:ln w="12700">
            <a:solidFill>
              <a:srgbClr val="0090B0"/>
            </a:solidFill>
            <a:prstDash val="solid"/>
          </a:ln>
        </p:spPr>
      </p:sp>
      <p:sp>
        <p:nvSpPr>
          <p:cNvPr id="172" name="Shape 169"/>
          <p:cNvSpPr/>
          <p:nvPr/>
        </p:nvSpPr>
        <p:spPr>
          <a:xfrm>
            <a:off x="7543800" y="3072384"/>
            <a:ext cx="242316" cy="69494"/>
          </a:xfrm>
          <a:prstGeom prst="rect">
            <a:avLst/>
          </a:prstGeom>
          <a:solidFill>
            <a:srgbClr val="16305B"/>
          </a:solidFill>
          <a:ln w="12700">
            <a:solidFill>
              <a:srgbClr val="16305B"/>
            </a:solidFill>
            <a:prstDash val="solid"/>
          </a:ln>
        </p:spPr>
      </p:sp>
      <p:sp>
        <p:nvSpPr>
          <p:cNvPr id="173" name="Shape 170"/>
          <p:cNvSpPr/>
          <p:nvPr/>
        </p:nvSpPr>
        <p:spPr>
          <a:xfrm>
            <a:off x="7808976" y="3072384"/>
            <a:ext cx="242316" cy="69494"/>
          </a:xfrm>
          <a:prstGeom prst="rect">
            <a:avLst/>
          </a:prstGeom>
          <a:solidFill>
            <a:srgbClr val="16305B"/>
          </a:solidFill>
          <a:ln w="12700">
            <a:solidFill>
              <a:srgbClr val="16305B"/>
            </a:solidFill>
            <a:prstDash val="solid"/>
          </a:ln>
        </p:spPr>
      </p:sp>
      <p:sp>
        <p:nvSpPr>
          <p:cNvPr id="174" name="Shape 171"/>
          <p:cNvSpPr/>
          <p:nvPr/>
        </p:nvSpPr>
        <p:spPr>
          <a:xfrm>
            <a:off x="8074152" y="3072384"/>
            <a:ext cx="242316" cy="69494"/>
          </a:xfrm>
          <a:prstGeom prst="rect">
            <a:avLst/>
          </a:prstGeom>
          <a:solidFill>
            <a:srgbClr val="E4EBF3"/>
          </a:solidFill>
          <a:ln w="12700">
            <a:solidFill>
              <a:srgbClr val="E4EBF3"/>
            </a:solidFill>
            <a:prstDash val="solid"/>
          </a:ln>
        </p:spPr>
      </p:sp>
      <p:sp>
        <p:nvSpPr>
          <p:cNvPr id="175" name="Shape 172"/>
          <p:cNvSpPr/>
          <p:nvPr/>
        </p:nvSpPr>
        <p:spPr>
          <a:xfrm>
            <a:off x="8339328" y="3072384"/>
            <a:ext cx="242316" cy="69494"/>
          </a:xfrm>
          <a:prstGeom prst="rect">
            <a:avLst/>
          </a:prstGeom>
          <a:solidFill>
            <a:srgbClr val="E4EBF3"/>
          </a:solidFill>
          <a:ln w="12700">
            <a:solidFill>
              <a:srgbClr val="E4EBF3"/>
            </a:solidFill>
            <a:prstDash val="solid"/>
          </a:ln>
        </p:spPr>
      </p:sp>
      <p:sp>
        <p:nvSpPr>
          <p:cNvPr id="176" name="Shape 173"/>
          <p:cNvSpPr/>
          <p:nvPr/>
        </p:nvSpPr>
        <p:spPr>
          <a:xfrm>
            <a:off x="8604504" y="3072384"/>
            <a:ext cx="242316" cy="69494"/>
          </a:xfrm>
          <a:prstGeom prst="rect">
            <a:avLst/>
          </a:prstGeom>
          <a:solidFill>
            <a:srgbClr val="E4EBF3"/>
          </a:solidFill>
          <a:ln w="12700">
            <a:solidFill>
              <a:srgbClr val="E4EBF3"/>
            </a:solidFill>
            <a:prstDash val="solid"/>
          </a:ln>
        </p:spPr>
      </p:sp>
      <p:sp>
        <p:nvSpPr>
          <p:cNvPr id="177" name="Shape 174"/>
          <p:cNvSpPr/>
          <p:nvPr/>
        </p:nvSpPr>
        <p:spPr>
          <a:xfrm>
            <a:off x="8869680" y="3072384"/>
            <a:ext cx="242316" cy="69494"/>
          </a:xfrm>
          <a:prstGeom prst="rect">
            <a:avLst/>
          </a:prstGeom>
          <a:solidFill>
            <a:srgbClr val="E4EBF3"/>
          </a:solidFill>
          <a:ln w="12700">
            <a:solidFill>
              <a:srgbClr val="E4EBF3"/>
            </a:solidFill>
            <a:prstDash val="solid"/>
          </a:ln>
        </p:spPr>
      </p:sp>
      <p:sp>
        <p:nvSpPr>
          <p:cNvPr id="178" name="Shape 175"/>
          <p:cNvSpPr/>
          <p:nvPr/>
        </p:nvSpPr>
        <p:spPr>
          <a:xfrm>
            <a:off x="9134856" y="3072384"/>
            <a:ext cx="242316" cy="69494"/>
          </a:xfrm>
          <a:prstGeom prst="rect">
            <a:avLst/>
          </a:prstGeom>
          <a:solidFill>
            <a:srgbClr val="16305B"/>
          </a:solidFill>
          <a:ln w="12700">
            <a:solidFill>
              <a:srgbClr val="16305B"/>
            </a:solidFill>
            <a:prstDash val="solid"/>
          </a:ln>
        </p:spPr>
      </p:sp>
      <p:sp>
        <p:nvSpPr>
          <p:cNvPr id="179" name="Shape 176"/>
          <p:cNvSpPr/>
          <p:nvPr/>
        </p:nvSpPr>
        <p:spPr>
          <a:xfrm>
            <a:off x="9400032" y="3072384"/>
            <a:ext cx="242316" cy="69494"/>
          </a:xfrm>
          <a:prstGeom prst="rect">
            <a:avLst/>
          </a:prstGeom>
          <a:solidFill>
            <a:srgbClr val="16305B"/>
          </a:solidFill>
          <a:ln w="12700">
            <a:solidFill>
              <a:srgbClr val="16305B"/>
            </a:solidFill>
            <a:prstDash val="solid"/>
          </a:ln>
        </p:spPr>
      </p:sp>
      <p:sp>
        <p:nvSpPr>
          <p:cNvPr id="180" name="Shape 177"/>
          <p:cNvSpPr/>
          <p:nvPr/>
        </p:nvSpPr>
        <p:spPr>
          <a:xfrm>
            <a:off x="9665208" y="3072384"/>
            <a:ext cx="242316" cy="69494"/>
          </a:xfrm>
          <a:prstGeom prst="rect">
            <a:avLst/>
          </a:prstGeom>
          <a:solidFill>
            <a:srgbClr val="E4EBF3"/>
          </a:solidFill>
          <a:ln w="12700">
            <a:solidFill>
              <a:srgbClr val="E4EBF3"/>
            </a:solidFill>
            <a:prstDash val="solid"/>
          </a:ln>
        </p:spPr>
      </p:sp>
      <p:sp>
        <p:nvSpPr>
          <p:cNvPr id="181" name="Shape 178"/>
          <p:cNvSpPr/>
          <p:nvPr/>
        </p:nvSpPr>
        <p:spPr>
          <a:xfrm>
            <a:off x="9930384" y="3072384"/>
            <a:ext cx="242316" cy="69494"/>
          </a:xfrm>
          <a:prstGeom prst="rect">
            <a:avLst/>
          </a:prstGeom>
          <a:solidFill>
            <a:srgbClr val="16305B"/>
          </a:solidFill>
          <a:ln w="12700">
            <a:solidFill>
              <a:srgbClr val="16305B"/>
            </a:solidFill>
            <a:prstDash val="solid"/>
          </a:ln>
        </p:spPr>
      </p:sp>
      <p:sp>
        <p:nvSpPr>
          <p:cNvPr id="182" name="Shape 179"/>
          <p:cNvSpPr/>
          <p:nvPr/>
        </p:nvSpPr>
        <p:spPr>
          <a:xfrm>
            <a:off x="10195560" y="3072384"/>
            <a:ext cx="242316" cy="69494"/>
          </a:xfrm>
          <a:prstGeom prst="rect">
            <a:avLst/>
          </a:prstGeom>
          <a:solidFill>
            <a:srgbClr val="8FB0D4"/>
          </a:solidFill>
          <a:ln w="12700">
            <a:solidFill>
              <a:srgbClr val="8FB0D4"/>
            </a:solidFill>
            <a:prstDash val="solid"/>
          </a:ln>
        </p:spPr>
      </p:sp>
      <p:sp>
        <p:nvSpPr>
          <p:cNvPr id="183" name="Shape 180"/>
          <p:cNvSpPr/>
          <p:nvPr/>
        </p:nvSpPr>
        <p:spPr>
          <a:xfrm>
            <a:off x="10460736" y="3072384"/>
            <a:ext cx="242316" cy="69494"/>
          </a:xfrm>
          <a:prstGeom prst="rect">
            <a:avLst/>
          </a:prstGeom>
          <a:solidFill>
            <a:srgbClr val="0090B0"/>
          </a:solidFill>
          <a:ln w="12700">
            <a:solidFill>
              <a:srgbClr val="0090B0"/>
            </a:solidFill>
            <a:prstDash val="solid"/>
          </a:ln>
        </p:spPr>
      </p:sp>
      <p:sp>
        <p:nvSpPr>
          <p:cNvPr id="184" name="Shape 181"/>
          <p:cNvSpPr/>
          <p:nvPr/>
        </p:nvSpPr>
        <p:spPr>
          <a:xfrm>
            <a:off x="10725912" y="3072384"/>
            <a:ext cx="242316" cy="69494"/>
          </a:xfrm>
          <a:prstGeom prst="rect">
            <a:avLst/>
          </a:prstGeom>
          <a:solidFill>
            <a:srgbClr val="E2F4F8"/>
          </a:solidFill>
          <a:ln w="12700">
            <a:solidFill>
              <a:srgbClr val="E2F4F8"/>
            </a:solidFill>
            <a:prstDash val="solid"/>
          </a:ln>
        </p:spPr>
      </p:sp>
      <p:sp>
        <p:nvSpPr>
          <p:cNvPr id="185" name="Shape 182"/>
          <p:cNvSpPr/>
          <p:nvPr/>
        </p:nvSpPr>
        <p:spPr>
          <a:xfrm>
            <a:off x="10991088" y="3072384"/>
            <a:ext cx="242316" cy="69494"/>
          </a:xfrm>
          <a:prstGeom prst="rect">
            <a:avLst/>
          </a:prstGeom>
          <a:solidFill>
            <a:srgbClr val="0090B0"/>
          </a:solidFill>
          <a:ln w="12700">
            <a:solidFill>
              <a:srgbClr val="0090B0"/>
            </a:solidFill>
            <a:prstDash val="solid"/>
          </a:ln>
        </p:spPr>
      </p:sp>
      <p:sp>
        <p:nvSpPr>
          <p:cNvPr id="186" name="Shape 183"/>
          <p:cNvSpPr/>
          <p:nvPr/>
        </p:nvSpPr>
        <p:spPr>
          <a:xfrm>
            <a:off x="7543800" y="3158338"/>
            <a:ext cx="242316" cy="69494"/>
          </a:xfrm>
          <a:prstGeom prst="rect">
            <a:avLst/>
          </a:prstGeom>
          <a:solidFill>
            <a:srgbClr val="16305B"/>
          </a:solidFill>
          <a:ln w="12700">
            <a:solidFill>
              <a:srgbClr val="16305B"/>
            </a:solidFill>
            <a:prstDash val="solid"/>
          </a:ln>
        </p:spPr>
      </p:sp>
      <p:sp>
        <p:nvSpPr>
          <p:cNvPr id="187" name="Shape 184"/>
          <p:cNvSpPr/>
          <p:nvPr/>
        </p:nvSpPr>
        <p:spPr>
          <a:xfrm>
            <a:off x="7808976" y="3158338"/>
            <a:ext cx="242316" cy="69494"/>
          </a:xfrm>
          <a:prstGeom prst="rect">
            <a:avLst/>
          </a:prstGeom>
          <a:solidFill>
            <a:srgbClr val="16305B"/>
          </a:solidFill>
          <a:ln w="12700">
            <a:solidFill>
              <a:srgbClr val="16305B"/>
            </a:solidFill>
            <a:prstDash val="solid"/>
          </a:ln>
        </p:spPr>
      </p:sp>
      <p:sp>
        <p:nvSpPr>
          <p:cNvPr id="188" name="Shape 185"/>
          <p:cNvSpPr/>
          <p:nvPr/>
        </p:nvSpPr>
        <p:spPr>
          <a:xfrm>
            <a:off x="8074152" y="3158338"/>
            <a:ext cx="242316" cy="69494"/>
          </a:xfrm>
          <a:prstGeom prst="rect">
            <a:avLst/>
          </a:prstGeom>
          <a:solidFill>
            <a:srgbClr val="16305B"/>
          </a:solidFill>
          <a:ln w="12700">
            <a:solidFill>
              <a:srgbClr val="16305B"/>
            </a:solidFill>
            <a:prstDash val="solid"/>
          </a:ln>
        </p:spPr>
      </p:sp>
      <p:sp>
        <p:nvSpPr>
          <p:cNvPr id="189" name="Shape 186"/>
          <p:cNvSpPr/>
          <p:nvPr/>
        </p:nvSpPr>
        <p:spPr>
          <a:xfrm>
            <a:off x="8339328" y="3158338"/>
            <a:ext cx="242316" cy="69494"/>
          </a:xfrm>
          <a:prstGeom prst="rect">
            <a:avLst/>
          </a:prstGeom>
          <a:solidFill>
            <a:srgbClr val="E4EBF3"/>
          </a:solidFill>
          <a:ln w="12700">
            <a:solidFill>
              <a:srgbClr val="E4EBF3"/>
            </a:solidFill>
            <a:prstDash val="solid"/>
          </a:ln>
        </p:spPr>
      </p:sp>
      <p:sp>
        <p:nvSpPr>
          <p:cNvPr id="190" name="Shape 187"/>
          <p:cNvSpPr/>
          <p:nvPr/>
        </p:nvSpPr>
        <p:spPr>
          <a:xfrm>
            <a:off x="8604504" y="3158338"/>
            <a:ext cx="242316" cy="69494"/>
          </a:xfrm>
          <a:prstGeom prst="rect">
            <a:avLst/>
          </a:prstGeom>
          <a:solidFill>
            <a:srgbClr val="E4EBF3"/>
          </a:solidFill>
          <a:ln w="12700">
            <a:solidFill>
              <a:srgbClr val="E4EBF3"/>
            </a:solidFill>
            <a:prstDash val="solid"/>
          </a:ln>
        </p:spPr>
      </p:sp>
      <p:sp>
        <p:nvSpPr>
          <p:cNvPr id="191" name="Shape 188"/>
          <p:cNvSpPr/>
          <p:nvPr/>
        </p:nvSpPr>
        <p:spPr>
          <a:xfrm>
            <a:off x="8869680" y="3158338"/>
            <a:ext cx="242316" cy="69494"/>
          </a:xfrm>
          <a:prstGeom prst="rect">
            <a:avLst/>
          </a:prstGeom>
          <a:solidFill>
            <a:srgbClr val="E4EBF3"/>
          </a:solidFill>
          <a:ln w="12700">
            <a:solidFill>
              <a:srgbClr val="E4EBF3"/>
            </a:solidFill>
            <a:prstDash val="solid"/>
          </a:ln>
        </p:spPr>
      </p:sp>
      <p:sp>
        <p:nvSpPr>
          <p:cNvPr id="192" name="Shape 189"/>
          <p:cNvSpPr/>
          <p:nvPr/>
        </p:nvSpPr>
        <p:spPr>
          <a:xfrm>
            <a:off x="9134856" y="3158338"/>
            <a:ext cx="242316" cy="69494"/>
          </a:xfrm>
          <a:prstGeom prst="rect">
            <a:avLst/>
          </a:prstGeom>
          <a:solidFill>
            <a:srgbClr val="E4EBF3"/>
          </a:solidFill>
          <a:ln w="12700">
            <a:solidFill>
              <a:srgbClr val="E4EBF3"/>
            </a:solidFill>
            <a:prstDash val="solid"/>
          </a:ln>
        </p:spPr>
      </p:sp>
      <p:sp>
        <p:nvSpPr>
          <p:cNvPr id="193" name="Shape 190"/>
          <p:cNvSpPr/>
          <p:nvPr/>
        </p:nvSpPr>
        <p:spPr>
          <a:xfrm>
            <a:off x="9400032" y="3158338"/>
            <a:ext cx="242316" cy="69494"/>
          </a:xfrm>
          <a:prstGeom prst="rect">
            <a:avLst/>
          </a:prstGeom>
          <a:solidFill>
            <a:srgbClr val="16305B"/>
          </a:solidFill>
          <a:ln w="12700">
            <a:solidFill>
              <a:srgbClr val="16305B"/>
            </a:solidFill>
            <a:prstDash val="solid"/>
          </a:ln>
        </p:spPr>
      </p:sp>
      <p:sp>
        <p:nvSpPr>
          <p:cNvPr id="194" name="Shape 191"/>
          <p:cNvSpPr/>
          <p:nvPr/>
        </p:nvSpPr>
        <p:spPr>
          <a:xfrm>
            <a:off x="9665208" y="3158338"/>
            <a:ext cx="242316" cy="69494"/>
          </a:xfrm>
          <a:prstGeom prst="rect">
            <a:avLst/>
          </a:prstGeom>
          <a:solidFill>
            <a:srgbClr val="16305B"/>
          </a:solidFill>
          <a:ln w="12700">
            <a:solidFill>
              <a:srgbClr val="16305B"/>
            </a:solidFill>
            <a:prstDash val="solid"/>
          </a:ln>
        </p:spPr>
      </p:sp>
      <p:sp>
        <p:nvSpPr>
          <p:cNvPr id="195" name="Shape 192"/>
          <p:cNvSpPr/>
          <p:nvPr/>
        </p:nvSpPr>
        <p:spPr>
          <a:xfrm>
            <a:off x="9930384" y="3158338"/>
            <a:ext cx="242316" cy="69494"/>
          </a:xfrm>
          <a:prstGeom prst="rect">
            <a:avLst/>
          </a:prstGeom>
          <a:solidFill>
            <a:srgbClr val="E4EBF3"/>
          </a:solidFill>
          <a:ln w="12700">
            <a:solidFill>
              <a:srgbClr val="E4EBF3"/>
            </a:solidFill>
            <a:prstDash val="solid"/>
          </a:ln>
        </p:spPr>
      </p:sp>
      <p:sp>
        <p:nvSpPr>
          <p:cNvPr id="196" name="Shape 193"/>
          <p:cNvSpPr/>
          <p:nvPr/>
        </p:nvSpPr>
        <p:spPr>
          <a:xfrm>
            <a:off x="10195560" y="3158338"/>
            <a:ext cx="242316" cy="69494"/>
          </a:xfrm>
          <a:prstGeom prst="rect">
            <a:avLst/>
          </a:prstGeom>
          <a:solidFill>
            <a:srgbClr val="16305B"/>
          </a:solidFill>
          <a:ln w="12700">
            <a:solidFill>
              <a:srgbClr val="16305B"/>
            </a:solidFill>
            <a:prstDash val="solid"/>
          </a:ln>
        </p:spPr>
      </p:sp>
      <p:sp>
        <p:nvSpPr>
          <p:cNvPr id="197" name="Shape 194"/>
          <p:cNvSpPr/>
          <p:nvPr/>
        </p:nvSpPr>
        <p:spPr>
          <a:xfrm>
            <a:off x="10460736" y="3158338"/>
            <a:ext cx="242316" cy="69494"/>
          </a:xfrm>
          <a:prstGeom prst="rect">
            <a:avLst/>
          </a:prstGeom>
          <a:solidFill>
            <a:srgbClr val="8DD2E2"/>
          </a:solidFill>
          <a:ln w="12700">
            <a:solidFill>
              <a:srgbClr val="8DD2E2"/>
            </a:solidFill>
            <a:prstDash val="solid"/>
          </a:ln>
        </p:spPr>
      </p:sp>
      <p:sp>
        <p:nvSpPr>
          <p:cNvPr id="198" name="Shape 195"/>
          <p:cNvSpPr/>
          <p:nvPr/>
        </p:nvSpPr>
        <p:spPr>
          <a:xfrm>
            <a:off x="10725912" y="3158338"/>
            <a:ext cx="242316" cy="69494"/>
          </a:xfrm>
          <a:prstGeom prst="rect">
            <a:avLst/>
          </a:prstGeom>
          <a:solidFill>
            <a:srgbClr val="0090B0"/>
          </a:solidFill>
          <a:ln w="12700">
            <a:solidFill>
              <a:srgbClr val="0090B0"/>
            </a:solidFill>
            <a:prstDash val="solid"/>
          </a:ln>
        </p:spPr>
      </p:sp>
      <p:sp>
        <p:nvSpPr>
          <p:cNvPr id="199" name="Shape 196"/>
          <p:cNvSpPr/>
          <p:nvPr/>
        </p:nvSpPr>
        <p:spPr>
          <a:xfrm>
            <a:off x="10991088" y="3158338"/>
            <a:ext cx="242316" cy="69494"/>
          </a:xfrm>
          <a:prstGeom prst="rect">
            <a:avLst/>
          </a:prstGeom>
          <a:solidFill>
            <a:srgbClr val="E2F4F8"/>
          </a:solidFill>
          <a:ln w="12700">
            <a:solidFill>
              <a:srgbClr val="E2F4F8"/>
            </a:solidFill>
            <a:prstDash val="solid"/>
          </a:ln>
        </p:spPr>
      </p:sp>
      <p:sp>
        <p:nvSpPr>
          <p:cNvPr id="200" name="Shape 197"/>
          <p:cNvSpPr/>
          <p:nvPr/>
        </p:nvSpPr>
        <p:spPr>
          <a:xfrm>
            <a:off x="7543800" y="3244291"/>
            <a:ext cx="242316" cy="69494"/>
          </a:xfrm>
          <a:prstGeom prst="rect">
            <a:avLst/>
          </a:prstGeom>
          <a:solidFill>
            <a:srgbClr val="16305B"/>
          </a:solidFill>
          <a:ln w="12700">
            <a:solidFill>
              <a:srgbClr val="16305B"/>
            </a:solidFill>
            <a:prstDash val="solid"/>
          </a:ln>
        </p:spPr>
      </p:sp>
      <p:sp>
        <p:nvSpPr>
          <p:cNvPr id="201" name="Shape 198"/>
          <p:cNvSpPr/>
          <p:nvPr/>
        </p:nvSpPr>
        <p:spPr>
          <a:xfrm>
            <a:off x="7808976" y="3244291"/>
            <a:ext cx="242316" cy="69494"/>
          </a:xfrm>
          <a:prstGeom prst="rect">
            <a:avLst/>
          </a:prstGeom>
          <a:solidFill>
            <a:srgbClr val="E4EBF3"/>
          </a:solidFill>
          <a:ln w="12700">
            <a:solidFill>
              <a:srgbClr val="E4EBF3"/>
            </a:solidFill>
            <a:prstDash val="solid"/>
          </a:ln>
        </p:spPr>
      </p:sp>
      <p:sp>
        <p:nvSpPr>
          <p:cNvPr id="202" name="Shape 199"/>
          <p:cNvSpPr/>
          <p:nvPr/>
        </p:nvSpPr>
        <p:spPr>
          <a:xfrm>
            <a:off x="8074152" y="3244291"/>
            <a:ext cx="242316" cy="69494"/>
          </a:xfrm>
          <a:prstGeom prst="rect">
            <a:avLst/>
          </a:prstGeom>
          <a:solidFill>
            <a:srgbClr val="16305B"/>
          </a:solidFill>
          <a:ln w="12700">
            <a:solidFill>
              <a:srgbClr val="16305B"/>
            </a:solidFill>
            <a:prstDash val="solid"/>
          </a:ln>
        </p:spPr>
      </p:sp>
      <p:sp>
        <p:nvSpPr>
          <p:cNvPr id="203" name="Shape 200"/>
          <p:cNvSpPr/>
          <p:nvPr/>
        </p:nvSpPr>
        <p:spPr>
          <a:xfrm>
            <a:off x="8339328" y="3244291"/>
            <a:ext cx="242316" cy="69494"/>
          </a:xfrm>
          <a:prstGeom prst="rect">
            <a:avLst/>
          </a:prstGeom>
          <a:solidFill>
            <a:srgbClr val="16305B"/>
          </a:solidFill>
          <a:ln w="12700">
            <a:solidFill>
              <a:srgbClr val="16305B"/>
            </a:solidFill>
            <a:prstDash val="solid"/>
          </a:ln>
        </p:spPr>
      </p:sp>
      <p:sp>
        <p:nvSpPr>
          <p:cNvPr id="204" name="Shape 201"/>
          <p:cNvSpPr/>
          <p:nvPr/>
        </p:nvSpPr>
        <p:spPr>
          <a:xfrm>
            <a:off x="8604504" y="3244291"/>
            <a:ext cx="242316" cy="69494"/>
          </a:xfrm>
          <a:prstGeom prst="rect">
            <a:avLst/>
          </a:prstGeom>
          <a:solidFill>
            <a:srgbClr val="E4EBF3"/>
          </a:solidFill>
          <a:ln w="12700">
            <a:solidFill>
              <a:srgbClr val="E4EBF3"/>
            </a:solidFill>
            <a:prstDash val="solid"/>
          </a:ln>
        </p:spPr>
      </p:sp>
      <p:sp>
        <p:nvSpPr>
          <p:cNvPr id="205" name="Shape 202"/>
          <p:cNvSpPr/>
          <p:nvPr/>
        </p:nvSpPr>
        <p:spPr>
          <a:xfrm>
            <a:off x="8869680" y="3244291"/>
            <a:ext cx="242316" cy="69494"/>
          </a:xfrm>
          <a:prstGeom prst="rect">
            <a:avLst/>
          </a:prstGeom>
          <a:solidFill>
            <a:srgbClr val="E4EBF3"/>
          </a:solidFill>
          <a:ln w="12700">
            <a:solidFill>
              <a:srgbClr val="E4EBF3"/>
            </a:solidFill>
            <a:prstDash val="solid"/>
          </a:ln>
        </p:spPr>
      </p:sp>
      <p:sp>
        <p:nvSpPr>
          <p:cNvPr id="206" name="Shape 203"/>
          <p:cNvSpPr/>
          <p:nvPr/>
        </p:nvSpPr>
        <p:spPr>
          <a:xfrm>
            <a:off x="9134856" y="3244291"/>
            <a:ext cx="242316" cy="69494"/>
          </a:xfrm>
          <a:prstGeom prst="rect">
            <a:avLst/>
          </a:prstGeom>
          <a:solidFill>
            <a:srgbClr val="E4EBF3"/>
          </a:solidFill>
          <a:ln w="12700">
            <a:solidFill>
              <a:srgbClr val="E4EBF3"/>
            </a:solidFill>
            <a:prstDash val="solid"/>
          </a:ln>
        </p:spPr>
      </p:sp>
      <p:sp>
        <p:nvSpPr>
          <p:cNvPr id="207" name="Shape 204"/>
          <p:cNvSpPr/>
          <p:nvPr/>
        </p:nvSpPr>
        <p:spPr>
          <a:xfrm>
            <a:off x="9400032" y="3244291"/>
            <a:ext cx="242316" cy="69494"/>
          </a:xfrm>
          <a:prstGeom prst="rect">
            <a:avLst/>
          </a:prstGeom>
          <a:solidFill>
            <a:srgbClr val="E4EBF3"/>
          </a:solidFill>
          <a:ln w="12700">
            <a:solidFill>
              <a:srgbClr val="E4EBF3"/>
            </a:solidFill>
            <a:prstDash val="solid"/>
          </a:ln>
        </p:spPr>
      </p:sp>
      <p:sp>
        <p:nvSpPr>
          <p:cNvPr id="208" name="Shape 205"/>
          <p:cNvSpPr/>
          <p:nvPr/>
        </p:nvSpPr>
        <p:spPr>
          <a:xfrm>
            <a:off x="9665208" y="3244291"/>
            <a:ext cx="242316" cy="69494"/>
          </a:xfrm>
          <a:prstGeom prst="rect">
            <a:avLst/>
          </a:prstGeom>
          <a:solidFill>
            <a:srgbClr val="16305B"/>
          </a:solidFill>
          <a:ln w="12700">
            <a:solidFill>
              <a:srgbClr val="16305B"/>
            </a:solidFill>
            <a:prstDash val="solid"/>
          </a:ln>
        </p:spPr>
      </p:sp>
      <p:sp>
        <p:nvSpPr>
          <p:cNvPr id="209" name="Shape 206"/>
          <p:cNvSpPr/>
          <p:nvPr/>
        </p:nvSpPr>
        <p:spPr>
          <a:xfrm>
            <a:off x="9930384" y="3244291"/>
            <a:ext cx="242316" cy="69494"/>
          </a:xfrm>
          <a:prstGeom prst="rect">
            <a:avLst/>
          </a:prstGeom>
          <a:solidFill>
            <a:srgbClr val="16305B"/>
          </a:solidFill>
          <a:ln w="12700">
            <a:solidFill>
              <a:srgbClr val="16305B"/>
            </a:solidFill>
            <a:prstDash val="solid"/>
          </a:ln>
        </p:spPr>
      </p:sp>
      <p:sp>
        <p:nvSpPr>
          <p:cNvPr id="210" name="Shape 207"/>
          <p:cNvSpPr/>
          <p:nvPr/>
        </p:nvSpPr>
        <p:spPr>
          <a:xfrm>
            <a:off x="10195560" y="3244291"/>
            <a:ext cx="242316" cy="69494"/>
          </a:xfrm>
          <a:prstGeom prst="rect">
            <a:avLst/>
          </a:prstGeom>
          <a:solidFill>
            <a:srgbClr val="E4EBF3"/>
          </a:solidFill>
          <a:ln w="12700">
            <a:solidFill>
              <a:srgbClr val="E4EBF3"/>
            </a:solidFill>
            <a:prstDash val="solid"/>
          </a:ln>
        </p:spPr>
      </p:sp>
      <p:sp>
        <p:nvSpPr>
          <p:cNvPr id="211" name="Shape 208"/>
          <p:cNvSpPr/>
          <p:nvPr/>
        </p:nvSpPr>
        <p:spPr>
          <a:xfrm>
            <a:off x="10460736" y="3244291"/>
            <a:ext cx="242316" cy="69494"/>
          </a:xfrm>
          <a:prstGeom prst="rect">
            <a:avLst/>
          </a:prstGeom>
          <a:solidFill>
            <a:srgbClr val="0090B0"/>
          </a:solidFill>
          <a:ln w="12700">
            <a:solidFill>
              <a:srgbClr val="0090B0"/>
            </a:solidFill>
            <a:prstDash val="solid"/>
          </a:ln>
        </p:spPr>
      </p:sp>
      <p:sp>
        <p:nvSpPr>
          <p:cNvPr id="212" name="Shape 209"/>
          <p:cNvSpPr/>
          <p:nvPr/>
        </p:nvSpPr>
        <p:spPr>
          <a:xfrm>
            <a:off x="10725912" y="3244291"/>
            <a:ext cx="242316" cy="69494"/>
          </a:xfrm>
          <a:prstGeom prst="rect">
            <a:avLst/>
          </a:prstGeom>
          <a:solidFill>
            <a:srgbClr val="8DD2E2"/>
          </a:solidFill>
          <a:ln w="12700">
            <a:solidFill>
              <a:srgbClr val="8DD2E2"/>
            </a:solidFill>
            <a:prstDash val="solid"/>
          </a:ln>
        </p:spPr>
      </p:sp>
      <p:sp>
        <p:nvSpPr>
          <p:cNvPr id="213" name="Shape 210"/>
          <p:cNvSpPr/>
          <p:nvPr/>
        </p:nvSpPr>
        <p:spPr>
          <a:xfrm>
            <a:off x="10991088" y="3244291"/>
            <a:ext cx="242316" cy="69494"/>
          </a:xfrm>
          <a:prstGeom prst="rect">
            <a:avLst/>
          </a:prstGeom>
          <a:solidFill>
            <a:srgbClr val="0090B0"/>
          </a:solidFill>
          <a:ln w="12700">
            <a:solidFill>
              <a:srgbClr val="0090B0"/>
            </a:solidFill>
            <a:prstDash val="solid"/>
          </a:ln>
        </p:spPr>
      </p:sp>
      <p:sp>
        <p:nvSpPr>
          <p:cNvPr id="214" name="Shape 211"/>
          <p:cNvSpPr/>
          <p:nvPr/>
        </p:nvSpPr>
        <p:spPr>
          <a:xfrm>
            <a:off x="7543800" y="3330245"/>
            <a:ext cx="242316" cy="69494"/>
          </a:xfrm>
          <a:prstGeom prst="rect">
            <a:avLst/>
          </a:prstGeom>
          <a:solidFill>
            <a:srgbClr val="16305B"/>
          </a:solidFill>
          <a:ln w="12700">
            <a:solidFill>
              <a:srgbClr val="16305B"/>
            </a:solidFill>
            <a:prstDash val="solid"/>
          </a:ln>
        </p:spPr>
      </p:sp>
      <p:sp>
        <p:nvSpPr>
          <p:cNvPr id="215" name="Shape 212"/>
          <p:cNvSpPr/>
          <p:nvPr/>
        </p:nvSpPr>
        <p:spPr>
          <a:xfrm>
            <a:off x="7808976" y="3330245"/>
            <a:ext cx="242316" cy="69494"/>
          </a:xfrm>
          <a:prstGeom prst="rect">
            <a:avLst/>
          </a:prstGeom>
          <a:solidFill>
            <a:srgbClr val="16305B"/>
          </a:solidFill>
          <a:ln w="12700">
            <a:solidFill>
              <a:srgbClr val="16305B"/>
            </a:solidFill>
            <a:prstDash val="solid"/>
          </a:ln>
        </p:spPr>
      </p:sp>
      <p:sp>
        <p:nvSpPr>
          <p:cNvPr id="216" name="Shape 213"/>
          <p:cNvSpPr/>
          <p:nvPr/>
        </p:nvSpPr>
        <p:spPr>
          <a:xfrm>
            <a:off x="8074152" y="3330245"/>
            <a:ext cx="242316" cy="69494"/>
          </a:xfrm>
          <a:prstGeom prst="rect">
            <a:avLst/>
          </a:prstGeom>
          <a:solidFill>
            <a:srgbClr val="E4EBF3"/>
          </a:solidFill>
          <a:ln w="12700">
            <a:solidFill>
              <a:srgbClr val="E4EBF3"/>
            </a:solidFill>
            <a:prstDash val="solid"/>
          </a:ln>
        </p:spPr>
      </p:sp>
      <p:sp>
        <p:nvSpPr>
          <p:cNvPr id="217" name="Shape 214"/>
          <p:cNvSpPr/>
          <p:nvPr/>
        </p:nvSpPr>
        <p:spPr>
          <a:xfrm>
            <a:off x="8339328" y="3330245"/>
            <a:ext cx="242316" cy="69494"/>
          </a:xfrm>
          <a:prstGeom prst="rect">
            <a:avLst/>
          </a:prstGeom>
          <a:solidFill>
            <a:srgbClr val="16305B"/>
          </a:solidFill>
          <a:ln w="12700">
            <a:solidFill>
              <a:srgbClr val="16305B"/>
            </a:solidFill>
            <a:prstDash val="solid"/>
          </a:ln>
        </p:spPr>
      </p:sp>
      <p:sp>
        <p:nvSpPr>
          <p:cNvPr id="218" name="Shape 215"/>
          <p:cNvSpPr/>
          <p:nvPr/>
        </p:nvSpPr>
        <p:spPr>
          <a:xfrm>
            <a:off x="8604504" y="3330245"/>
            <a:ext cx="242316" cy="69494"/>
          </a:xfrm>
          <a:prstGeom prst="rect">
            <a:avLst/>
          </a:prstGeom>
          <a:solidFill>
            <a:srgbClr val="16305B"/>
          </a:solidFill>
          <a:ln w="12700">
            <a:solidFill>
              <a:srgbClr val="16305B"/>
            </a:solidFill>
            <a:prstDash val="solid"/>
          </a:ln>
        </p:spPr>
      </p:sp>
      <p:sp>
        <p:nvSpPr>
          <p:cNvPr id="219" name="Shape 216"/>
          <p:cNvSpPr/>
          <p:nvPr/>
        </p:nvSpPr>
        <p:spPr>
          <a:xfrm>
            <a:off x="8869680" y="3330245"/>
            <a:ext cx="242316" cy="69494"/>
          </a:xfrm>
          <a:prstGeom prst="rect">
            <a:avLst/>
          </a:prstGeom>
          <a:solidFill>
            <a:srgbClr val="E4EBF3"/>
          </a:solidFill>
          <a:ln w="12700">
            <a:solidFill>
              <a:srgbClr val="E4EBF3"/>
            </a:solidFill>
            <a:prstDash val="solid"/>
          </a:ln>
        </p:spPr>
      </p:sp>
      <p:sp>
        <p:nvSpPr>
          <p:cNvPr id="220" name="Shape 217"/>
          <p:cNvSpPr/>
          <p:nvPr/>
        </p:nvSpPr>
        <p:spPr>
          <a:xfrm>
            <a:off x="9134856" y="3330245"/>
            <a:ext cx="242316" cy="69494"/>
          </a:xfrm>
          <a:prstGeom prst="rect">
            <a:avLst/>
          </a:prstGeom>
          <a:solidFill>
            <a:srgbClr val="E4EBF3"/>
          </a:solidFill>
          <a:ln w="12700">
            <a:solidFill>
              <a:srgbClr val="E4EBF3"/>
            </a:solidFill>
            <a:prstDash val="solid"/>
          </a:ln>
        </p:spPr>
      </p:sp>
      <p:sp>
        <p:nvSpPr>
          <p:cNvPr id="221" name="Shape 218"/>
          <p:cNvSpPr/>
          <p:nvPr/>
        </p:nvSpPr>
        <p:spPr>
          <a:xfrm>
            <a:off x="9400032" y="3330245"/>
            <a:ext cx="242316" cy="69494"/>
          </a:xfrm>
          <a:prstGeom prst="rect">
            <a:avLst/>
          </a:prstGeom>
          <a:solidFill>
            <a:srgbClr val="E4EBF3"/>
          </a:solidFill>
          <a:ln w="12700">
            <a:solidFill>
              <a:srgbClr val="E4EBF3"/>
            </a:solidFill>
            <a:prstDash val="solid"/>
          </a:ln>
        </p:spPr>
      </p:sp>
      <p:sp>
        <p:nvSpPr>
          <p:cNvPr id="222" name="Shape 219"/>
          <p:cNvSpPr/>
          <p:nvPr/>
        </p:nvSpPr>
        <p:spPr>
          <a:xfrm>
            <a:off x="9665208" y="3330245"/>
            <a:ext cx="242316" cy="69494"/>
          </a:xfrm>
          <a:prstGeom prst="rect">
            <a:avLst/>
          </a:prstGeom>
          <a:solidFill>
            <a:srgbClr val="E4EBF3"/>
          </a:solidFill>
          <a:ln w="12700">
            <a:solidFill>
              <a:srgbClr val="E4EBF3"/>
            </a:solidFill>
            <a:prstDash val="solid"/>
          </a:ln>
        </p:spPr>
      </p:sp>
      <p:sp>
        <p:nvSpPr>
          <p:cNvPr id="223" name="Shape 220"/>
          <p:cNvSpPr/>
          <p:nvPr/>
        </p:nvSpPr>
        <p:spPr>
          <a:xfrm>
            <a:off x="9930384" y="3330245"/>
            <a:ext cx="242316" cy="69494"/>
          </a:xfrm>
          <a:prstGeom prst="rect">
            <a:avLst/>
          </a:prstGeom>
          <a:solidFill>
            <a:srgbClr val="16305B"/>
          </a:solidFill>
          <a:ln w="12700">
            <a:solidFill>
              <a:srgbClr val="16305B"/>
            </a:solidFill>
            <a:prstDash val="solid"/>
          </a:ln>
        </p:spPr>
      </p:sp>
      <p:sp>
        <p:nvSpPr>
          <p:cNvPr id="224" name="Shape 221"/>
          <p:cNvSpPr/>
          <p:nvPr/>
        </p:nvSpPr>
        <p:spPr>
          <a:xfrm>
            <a:off x="10195560" y="3330245"/>
            <a:ext cx="242316" cy="69494"/>
          </a:xfrm>
          <a:prstGeom prst="rect">
            <a:avLst/>
          </a:prstGeom>
          <a:solidFill>
            <a:srgbClr val="16305B"/>
          </a:solidFill>
          <a:ln w="12700">
            <a:solidFill>
              <a:srgbClr val="16305B"/>
            </a:solidFill>
            <a:prstDash val="solid"/>
          </a:ln>
        </p:spPr>
      </p:sp>
      <p:sp>
        <p:nvSpPr>
          <p:cNvPr id="225" name="Shape 222"/>
          <p:cNvSpPr/>
          <p:nvPr/>
        </p:nvSpPr>
        <p:spPr>
          <a:xfrm>
            <a:off x="10460736" y="3330245"/>
            <a:ext cx="242316" cy="69494"/>
          </a:xfrm>
          <a:prstGeom prst="rect">
            <a:avLst/>
          </a:prstGeom>
          <a:solidFill>
            <a:srgbClr val="E2F4F8"/>
          </a:solidFill>
          <a:ln w="12700">
            <a:solidFill>
              <a:srgbClr val="E2F4F8"/>
            </a:solidFill>
            <a:prstDash val="solid"/>
          </a:ln>
        </p:spPr>
      </p:sp>
      <p:sp>
        <p:nvSpPr>
          <p:cNvPr id="226" name="Shape 223"/>
          <p:cNvSpPr/>
          <p:nvPr/>
        </p:nvSpPr>
        <p:spPr>
          <a:xfrm>
            <a:off x="10725912" y="3330245"/>
            <a:ext cx="242316" cy="69494"/>
          </a:xfrm>
          <a:prstGeom prst="rect">
            <a:avLst/>
          </a:prstGeom>
          <a:solidFill>
            <a:srgbClr val="0090B0"/>
          </a:solidFill>
          <a:ln w="12700">
            <a:solidFill>
              <a:srgbClr val="0090B0"/>
            </a:solidFill>
            <a:prstDash val="solid"/>
          </a:ln>
        </p:spPr>
      </p:sp>
      <p:sp>
        <p:nvSpPr>
          <p:cNvPr id="227" name="Shape 224"/>
          <p:cNvSpPr/>
          <p:nvPr/>
        </p:nvSpPr>
        <p:spPr>
          <a:xfrm>
            <a:off x="10991088" y="3330245"/>
            <a:ext cx="242316" cy="69494"/>
          </a:xfrm>
          <a:prstGeom prst="rect">
            <a:avLst/>
          </a:prstGeom>
          <a:solidFill>
            <a:srgbClr val="8DD2E2"/>
          </a:solidFill>
          <a:ln w="12700">
            <a:solidFill>
              <a:srgbClr val="8DD2E2"/>
            </a:solidFill>
            <a:prstDash val="solid"/>
          </a:ln>
        </p:spPr>
      </p:sp>
      <p:sp>
        <p:nvSpPr>
          <p:cNvPr id="228" name="Shape 225"/>
          <p:cNvSpPr/>
          <p:nvPr/>
        </p:nvSpPr>
        <p:spPr>
          <a:xfrm>
            <a:off x="7543800" y="3461918"/>
            <a:ext cx="242316" cy="69494"/>
          </a:xfrm>
          <a:prstGeom prst="rect">
            <a:avLst/>
          </a:prstGeom>
          <a:solidFill>
            <a:srgbClr val="8FB0D4"/>
          </a:solidFill>
          <a:ln w="12700">
            <a:solidFill>
              <a:srgbClr val="8FB0D4"/>
            </a:solidFill>
            <a:prstDash val="solid"/>
          </a:ln>
        </p:spPr>
      </p:sp>
      <p:sp>
        <p:nvSpPr>
          <p:cNvPr id="229" name="Shape 226"/>
          <p:cNvSpPr/>
          <p:nvPr/>
        </p:nvSpPr>
        <p:spPr>
          <a:xfrm>
            <a:off x="7808976" y="3461918"/>
            <a:ext cx="242316" cy="69494"/>
          </a:xfrm>
          <a:prstGeom prst="rect">
            <a:avLst/>
          </a:prstGeom>
          <a:solidFill>
            <a:srgbClr val="E4EBF3"/>
          </a:solidFill>
          <a:ln w="12700">
            <a:solidFill>
              <a:srgbClr val="E4EBF3"/>
            </a:solidFill>
            <a:prstDash val="solid"/>
          </a:ln>
        </p:spPr>
      </p:sp>
      <p:sp>
        <p:nvSpPr>
          <p:cNvPr id="230" name="Shape 227"/>
          <p:cNvSpPr/>
          <p:nvPr/>
        </p:nvSpPr>
        <p:spPr>
          <a:xfrm>
            <a:off x="8074152" y="3461918"/>
            <a:ext cx="242316" cy="69494"/>
          </a:xfrm>
          <a:prstGeom prst="rect">
            <a:avLst/>
          </a:prstGeom>
          <a:solidFill>
            <a:srgbClr val="E4EBF3"/>
          </a:solidFill>
          <a:ln w="12700">
            <a:solidFill>
              <a:srgbClr val="E4EBF3"/>
            </a:solidFill>
            <a:prstDash val="solid"/>
          </a:ln>
        </p:spPr>
      </p:sp>
      <p:sp>
        <p:nvSpPr>
          <p:cNvPr id="231" name="Shape 228"/>
          <p:cNvSpPr/>
          <p:nvPr/>
        </p:nvSpPr>
        <p:spPr>
          <a:xfrm>
            <a:off x="8339328" y="3461918"/>
            <a:ext cx="242316" cy="69494"/>
          </a:xfrm>
          <a:prstGeom prst="rect">
            <a:avLst/>
          </a:prstGeom>
          <a:solidFill>
            <a:srgbClr val="E4EBF3"/>
          </a:solidFill>
          <a:ln w="12700">
            <a:solidFill>
              <a:srgbClr val="E4EBF3"/>
            </a:solidFill>
            <a:prstDash val="solid"/>
          </a:ln>
        </p:spPr>
      </p:sp>
      <p:sp>
        <p:nvSpPr>
          <p:cNvPr id="232" name="Shape 229"/>
          <p:cNvSpPr/>
          <p:nvPr/>
        </p:nvSpPr>
        <p:spPr>
          <a:xfrm>
            <a:off x="8604504" y="3461918"/>
            <a:ext cx="242316" cy="69494"/>
          </a:xfrm>
          <a:prstGeom prst="rect">
            <a:avLst/>
          </a:prstGeom>
          <a:solidFill>
            <a:srgbClr val="E4EBF3"/>
          </a:solidFill>
          <a:ln w="12700">
            <a:solidFill>
              <a:srgbClr val="E4EBF3"/>
            </a:solidFill>
            <a:prstDash val="solid"/>
          </a:ln>
        </p:spPr>
      </p:sp>
      <p:sp>
        <p:nvSpPr>
          <p:cNvPr id="233" name="Shape 230"/>
          <p:cNvSpPr/>
          <p:nvPr/>
        </p:nvSpPr>
        <p:spPr>
          <a:xfrm>
            <a:off x="8869680" y="3461918"/>
            <a:ext cx="242316" cy="69494"/>
          </a:xfrm>
          <a:prstGeom prst="rect">
            <a:avLst/>
          </a:prstGeom>
          <a:solidFill>
            <a:srgbClr val="E4EBF3"/>
          </a:solidFill>
          <a:ln w="12700">
            <a:solidFill>
              <a:srgbClr val="E4EBF3"/>
            </a:solidFill>
            <a:prstDash val="solid"/>
          </a:ln>
        </p:spPr>
      </p:sp>
      <p:sp>
        <p:nvSpPr>
          <p:cNvPr id="234" name="Shape 231"/>
          <p:cNvSpPr/>
          <p:nvPr/>
        </p:nvSpPr>
        <p:spPr>
          <a:xfrm>
            <a:off x="9134856" y="3461918"/>
            <a:ext cx="242316" cy="69494"/>
          </a:xfrm>
          <a:prstGeom prst="rect">
            <a:avLst/>
          </a:prstGeom>
          <a:solidFill>
            <a:srgbClr val="E4EBF3"/>
          </a:solidFill>
          <a:ln w="12700">
            <a:solidFill>
              <a:srgbClr val="E4EBF3"/>
            </a:solidFill>
            <a:prstDash val="solid"/>
          </a:ln>
        </p:spPr>
      </p:sp>
      <p:sp>
        <p:nvSpPr>
          <p:cNvPr id="235" name="Shape 232"/>
          <p:cNvSpPr/>
          <p:nvPr/>
        </p:nvSpPr>
        <p:spPr>
          <a:xfrm>
            <a:off x="9400032" y="3461918"/>
            <a:ext cx="242316" cy="69494"/>
          </a:xfrm>
          <a:prstGeom prst="rect">
            <a:avLst/>
          </a:prstGeom>
          <a:solidFill>
            <a:srgbClr val="E4EBF3"/>
          </a:solidFill>
          <a:ln w="12700">
            <a:solidFill>
              <a:srgbClr val="E4EBF3"/>
            </a:solidFill>
            <a:prstDash val="solid"/>
          </a:ln>
        </p:spPr>
      </p:sp>
      <p:sp>
        <p:nvSpPr>
          <p:cNvPr id="236" name="Shape 233"/>
          <p:cNvSpPr/>
          <p:nvPr/>
        </p:nvSpPr>
        <p:spPr>
          <a:xfrm>
            <a:off x="9665208" y="3461918"/>
            <a:ext cx="242316" cy="69494"/>
          </a:xfrm>
          <a:prstGeom prst="rect">
            <a:avLst/>
          </a:prstGeom>
          <a:solidFill>
            <a:srgbClr val="E4EBF3"/>
          </a:solidFill>
          <a:ln w="12700">
            <a:solidFill>
              <a:srgbClr val="E4EBF3"/>
            </a:solidFill>
            <a:prstDash val="solid"/>
          </a:ln>
        </p:spPr>
      </p:sp>
      <p:sp>
        <p:nvSpPr>
          <p:cNvPr id="237" name="Shape 234"/>
          <p:cNvSpPr/>
          <p:nvPr/>
        </p:nvSpPr>
        <p:spPr>
          <a:xfrm>
            <a:off x="9930384" y="3461918"/>
            <a:ext cx="242316" cy="69494"/>
          </a:xfrm>
          <a:prstGeom prst="rect">
            <a:avLst/>
          </a:prstGeom>
          <a:solidFill>
            <a:srgbClr val="E4EBF3"/>
          </a:solidFill>
          <a:ln w="12700">
            <a:solidFill>
              <a:srgbClr val="E4EBF3"/>
            </a:solidFill>
            <a:prstDash val="solid"/>
          </a:ln>
        </p:spPr>
      </p:sp>
      <p:sp>
        <p:nvSpPr>
          <p:cNvPr id="238" name="Shape 235"/>
          <p:cNvSpPr/>
          <p:nvPr/>
        </p:nvSpPr>
        <p:spPr>
          <a:xfrm>
            <a:off x="10195560" y="3461918"/>
            <a:ext cx="242316" cy="69494"/>
          </a:xfrm>
          <a:prstGeom prst="rect">
            <a:avLst/>
          </a:prstGeom>
          <a:solidFill>
            <a:srgbClr val="E4EBF3"/>
          </a:solidFill>
          <a:ln w="12700">
            <a:solidFill>
              <a:srgbClr val="E4EBF3"/>
            </a:solidFill>
            <a:prstDash val="solid"/>
          </a:ln>
        </p:spPr>
      </p:sp>
      <p:sp>
        <p:nvSpPr>
          <p:cNvPr id="239" name="Shape 236"/>
          <p:cNvSpPr/>
          <p:nvPr/>
        </p:nvSpPr>
        <p:spPr>
          <a:xfrm>
            <a:off x="10460736" y="3461918"/>
            <a:ext cx="242316" cy="69494"/>
          </a:xfrm>
          <a:prstGeom prst="rect">
            <a:avLst/>
          </a:prstGeom>
          <a:solidFill>
            <a:srgbClr val="E2F4F8"/>
          </a:solidFill>
          <a:ln w="12700">
            <a:solidFill>
              <a:srgbClr val="E2F4F8"/>
            </a:solidFill>
            <a:prstDash val="solid"/>
          </a:ln>
        </p:spPr>
      </p:sp>
      <p:sp>
        <p:nvSpPr>
          <p:cNvPr id="240" name="Shape 237"/>
          <p:cNvSpPr/>
          <p:nvPr/>
        </p:nvSpPr>
        <p:spPr>
          <a:xfrm>
            <a:off x="10725912" y="3461918"/>
            <a:ext cx="242316" cy="69494"/>
          </a:xfrm>
          <a:prstGeom prst="rect">
            <a:avLst/>
          </a:prstGeom>
          <a:solidFill>
            <a:srgbClr val="E2F4F8"/>
          </a:solidFill>
          <a:ln w="12700">
            <a:solidFill>
              <a:srgbClr val="E2F4F8"/>
            </a:solidFill>
            <a:prstDash val="solid"/>
          </a:ln>
        </p:spPr>
      </p:sp>
      <p:sp>
        <p:nvSpPr>
          <p:cNvPr id="241" name="Shape 238"/>
          <p:cNvSpPr/>
          <p:nvPr/>
        </p:nvSpPr>
        <p:spPr>
          <a:xfrm>
            <a:off x="10991088" y="3461918"/>
            <a:ext cx="242316" cy="69494"/>
          </a:xfrm>
          <a:prstGeom prst="rect">
            <a:avLst/>
          </a:prstGeom>
          <a:solidFill>
            <a:srgbClr val="E2F4F8"/>
          </a:solidFill>
          <a:ln w="12700">
            <a:solidFill>
              <a:srgbClr val="E2F4F8"/>
            </a:solidFill>
            <a:prstDash val="solid"/>
          </a:ln>
        </p:spPr>
      </p:sp>
      <p:sp>
        <p:nvSpPr>
          <p:cNvPr id="242" name="Shape 239"/>
          <p:cNvSpPr/>
          <p:nvPr/>
        </p:nvSpPr>
        <p:spPr>
          <a:xfrm>
            <a:off x="7543800" y="3547872"/>
            <a:ext cx="242316" cy="69494"/>
          </a:xfrm>
          <a:prstGeom prst="rect">
            <a:avLst/>
          </a:prstGeom>
          <a:solidFill>
            <a:srgbClr val="E4EBF3"/>
          </a:solidFill>
          <a:ln w="12700">
            <a:solidFill>
              <a:srgbClr val="E4EBF3"/>
            </a:solidFill>
            <a:prstDash val="solid"/>
          </a:ln>
        </p:spPr>
      </p:sp>
      <p:sp>
        <p:nvSpPr>
          <p:cNvPr id="243" name="Shape 240"/>
          <p:cNvSpPr/>
          <p:nvPr/>
        </p:nvSpPr>
        <p:spPr>
          <a:xfrm>
            <a:off x="7808976" y="3547872"/>
            <a:ext cx="242316" cy="69494"/>
          </a:xfrm>
          <a:prstGeom prst="rect">
            <a:avLst/>
          </a:prstGeom>
          <a:solidFill>
            <a:srgbClr val="8FB0D4"/>
          </a:solidFill>
          <a:ln w="12700">
            <a:solidFill>
              <a:srgbClr val="8FB0D4"/>
            </a:solidFill>
            <a:prstDash val="solid"/>
          </a:ln>
        </p:spPr>
      </p:sp>
      <p:sp>
        <p:nvSpPr>
          <p:cNvPr id="244" name="Shape 241"/>
          <p:cNvSpPr/>
          <p:nvPr/>
        </p:nvSpPr>
        <p:spPr>
          <a:xfrm>
            <a:off x="8074152" y="3547872"/>
            <a:ext cx="242316" cy="69494"/>
          </a:xfrm>
          <a:prstGeom prst="rect">
            <a:avLst/>
          </a:prstGeom>
          <a:solidFill>
            <a:srgbClr val="E4EBF3"/>
          </a:solidFill>
          <a:ln w="12700">
            <a:solidFill>
              <a:srgbClr val="E4EBF3"/>
            </a:solidFill>
            <a:prstDash val="solid"/>
          </a:ln>
        </p:spPr>
      </p:sp>
      <p:sp>
        <p:nvSpPr>
          <p:cNvPr id="245" name="Shape 242"/>
          <p:cNvSpPr/>
          <p:nvPr/>
        </p:nvSpPr>
        <p:spPr>
          <a:xfrm>
            <a:off x="8339328" y="3547872"/>
            <a:ext cx="242316" cy="69494"/>
          </a:xfrm>
          <a:prstGeom prst="rect">
            <a:avLst/>
          </a:prstGeom>
          <a:solidFill>
            <a:srgbClr val="16305B"/>
          </a:solidFill>
          <a:ln w="12700">
            <a:solidFill>
              <a:srgbClr val="16305B"/>
            </a:solidFill>
            <a:prstDash val="solid"/>
          </a:ln>
        </p:spPr>
      </p:sp>
      <p:sp>
        <p:nvSpPr>
          <p:cNvPr id="246" name="Shape 243"/>
          <p:cNvSpPr/>
          <p:nvPr/>
        </p:nvSpPr>
        <p:spPr>
          <a:xfrm>
            <a:off x="8604504" y="3547872"/>
            <a:ext cx="242316" cy="69494"/>
          </a:xfrm>
          <a:prstGeom prst="rect">
            <a:avLst/>
          </a:prstGeom>
          <a:solidFill>
            <a:srgbClr val="E4EBF3"/>
          </a:solidFill>
          <a:ln w="12700">
            <a:solidFill>
              <a:srgbClr val="E4EBF3"/>
            </a:solidFill>
            <a:prstDash val="solid"/>
          </a:ln>
        </p:spPr>
      </p:sp>
      <p:sp>
        <p:nvSpPr>
          <p:cNvPr id="247" name="Shape 244"/>
          <p:cNvSpPr/>
          <p:nvPr/>
        </p:nvSpPr>
        <p:spPr>
          <a:xfrm>
            <a:off x="8869680" y="3547872"/>
            <a:ext cx="242316" cy="69494"/>
          </a:xfrm>
          <a:prstGeom prst="rect">
            <a:avLst/>
          </a:prstGeom>
          <a:solidFill>
            <a:srgbClr val="E4EBF3"/>
          </a:solidFill>
          <a:ln w="12700">
            <a:solidFill>
              <a:srgbClr val="E4EBF3"/>
            </a:solidFill>
            <a:prstDash val="solid"/>
          </a:ln>
        </p:spPr>
      </p:sp>
      <p:sp>
        <p:nvSpPr>
          <p:cNvPr id="248" name="Shape 245"/>
          <p:cNvSpPr/>
          <p:nvPr/>
        </p:nvSpPr>
        <p:spPr>
          <a:xfrm>
            <a:off x="9134856" y="3547872"/>
            <a:ext cx="242316" cy="69494"/>
          </a:xfrm>
          <a:prstGeom prst="rect">
            <a:avLst/>
          </a:prstGeom>
          <a:solidFill>
            <a:srgbClr val="16305B"/>
          </a:solidFill>
          <a:ln w="12700">
            <a:solidFill>
              <a:srgbClr val="16305B"/>
            </a:solidFill>
            <a:prstDash val="solid"/>
          </a:ln>
        </p:spPr>
      </p:sp>
      <p:sp>
        <p:nvSpPr>
          <p:cNvPr id="249" name="Shape 246"/>
          <p:cNvSpPr/>
          <p:nvPr/>
        </p:nvSpPr>
        <p:spPr>
          <a:xfrm>
            <a:off x="9400032" y="3547872"/>
            <a:ext cx="242316" cy="69494"/>
          </a:xfrm>
          <a:prstGeom prst="rect">
            <a:avLst/>
          </a:prstGeom>
          <a:solidFill>
            <a:srgbClr val="16305B"/>
          </a:solidFill>
          <a:ln w="12700">
            <a:solidFill>
              <a:srgbClr val="16305B"/>
            </a:solidFill>
            <a:prstDash val="solid"/>
          </a:ln>
        </p:spPr>
      </p:sp>
      <p:sp>
        <p:nvSpPr>
          <p:cNvPr id="250" name="Shape 247"/>
          <p:cNvSpPr/>
          <p:nvPr/>
        </p:nvSpPr>
        <p:spPr>
          <a:xfrm>
            <a:off x="9665208" y="3547872"/>
            <a:ext cx="242316" cy="69494"/>
          </a:xfrm>
          <a:prstGeom prst="rect">
            <a:avLst/>
          </a:prstGeom>
          <a:solidFill>
            <a:srgbClr val="16305B"/>
          </a:solidFill>
          <a:ln w="12700">
            <a:solidFill>
              <a:srgbClr val="16305B"/>
            </a:solidFill>
            <a:prstDash val="solid"/>
          </a:ln>
        </p:spPr>
      </p:sp>
      <p:sp>
        <p:nvSpPr>
          <p:cNvPr id="251" name="Shape 248"/>
          <p:cNvSpPr/>
          <p:nvPr/>
        </p:nvSpPr>
        <p:spPr>
          <a:xfrm>
            <a:off x="9930384" y="3547872"/>
            <a:ext cx="242316" cy="69494"/>
          </a:xfrm>
          <a:prstGeom prst="rect">
            <a:avLst/>
          </a:prstGeom>
          <a:solidFill>
            <a:srgbClr val="16305B"/>
          </a:solidFill>
          <a:ln w="12700">
            <a:solidFill>
              <a:srgbClr val="16305B"/>
            </a:solidFill>
            <a:prstDash val="solid"/>
          </a:ln>
        </p:spPr>
      </p:sp>
      <p:sp>
        <p:nvSpPr>
          <p:cNvPr id="252" name="Shape 249"/>
          <p:cNvSpPr/>
          <p:nvPr/>
        </p:nvSpPr>
        <p:spPr>
          <a:xfrm>
            <a:off x="10195560" y="3547872"/>
            <a:ext cx="242316" cy="69494"/>
          </a:xfrm>
          <a:prstGeom prst="rect">
            <a:avLst/>
          </a:prstGeom>
          <a:solidFill>
            <a:srgbClr val="E4EBF3"/>
          </a:solidFill>
          <a:ln w="12700">
            <a:solidFill>
              <a:srgbClr val="E4EBF3"/>
            </a:solidFill>
            <a:prstDash val="solid"/>
          </a:ln>
        </p:spPr>
      </p:sp>
      <p:sp>
        <p:nvSpPr>
          <p:cNvPr id="253" name="Shape 250"/>
          <p:cNvSpPr/>
          <p:nvPr/>
        </p:nvSpPr>
        <p:spPr>
          <a:xfrm>
            <a:off x="10460736" y="3547872"/>
            <a:ext cx="242316" cy="69494"/>
          </a:xfrm>
          <a:prstGeom prst="rect">
            <a:avLst/>
          </a:prstGeom>
          <a:solidFill>
            <a:srgbClr val="E2F4F8"/>
          </a:solidFill>
          <a:ln w="12700">
            <a:solidFill>
              <a:srgbClr val="E2F4F8"/>
            </a:solidFill>
            <a:prstDash val="solid"/>
          </a:ln>
        </p:spPr>
      </p:sp>
      <p:sp>
        <p:nvSpPr>
          <p:cNvPr id="254" name="Shape 251"/>
          <p:cNvSpPr/>
          <p:nvPr/>
        </p:nvSpPr>
        <p:spPr>
          <a:xfrm>
            <a:off x="10725912" y="3547872"/>
            <a:ext cx="242316" cy="69494"/>
          </a:xfrm>
          <a:prstGeom prst="rect">
            <a:avLst/>
          </a:prstGeom>
          <a:solidFill>
            <a:srgbClr val="0090B0"/>
          </a:solidFill>
          <a:ln w="12700">
            <a:solidFill>
              <a:srgbClr val="0090B0"/>
            </a:solidFill>
            <a:prstDash val="solid"/>
          </a:ln>
        </p:spPr>
      </p:sp>
      <p:sp>
        <p:nvSpPr>
          <p:cNvPr id="255" name="Shape 252"/>
          <p:cNvSpPr/>
          <p:nvPr/>
        </p:nvSpPr>
        <p:spPr>
          <a:xfrm>
            <a:off x="10991088" y="3547872"/>
            <a:ext cx="242316" cy="69494"/>
          </a:xfrm>
          <a:prstGeom prst="rect">
            <a:avLst/>
          </a:prstGeom>
          <a:solidFill>
            <a:srgbClr val="E2F4F8"/>
          </a:solidFill>
          <a:ln w="12700">
            <a:solidFill>
              <a:srgbClr val="E2F4F8"/>
            </a:solidFill>
            <a:prstDash val="solid"/>
          </a:ln>
        </p:spPr>
      </p:sp>
      <p:sp>
        <p:nvSpPr>
          <p:cNvPr id="256" name="Shape 253"/>
          <p:cNvSpPr/>
          <p:nvPr/>
        </p:nvSpPr>
        <p:spPr>
          <a:xfrm>
            <a:off x="7543800" y="3633826"/>
            <a:ext cx="242316" cy="69494"/>
          </a:xfrm>
          <a:prstGeom prst="rect">
            <a:avLst/>
          </a:prstGeom>
          <a:solidFill>
            <a:srgbClr val="E4EBF3"/>
          </a:solidFill>
          <a:ln w="12700">
            <a:solidFill>
              <a:srgbClr val="E4EBF3"/>
            </a:solidFill>
            <a:prstDash val="solid"/>
          </a:ln>
        </p:spPr>
      </p:sp>
      <p:sp>
        <p:nvSpPr>
          <p:cNvPr id="257" name="Shape 254"/>
          <p:cNvSpPr/>
          <p:nvPr/>
        </p:nvSpPr>
        <p:spPr>
          <a:xfrm>
            <a:off x="7808976" y="3633826"/>
            <a:ext cx="242316" cy="69494"/>
          </a:xfrm>
          <a:prstGeom prst="rect">
            <a:avLst/>
          </a:prstGeom>
          <a:solidFill>
            <a:srgbClr val="E4EBF3"/>
          </a:solidFill>
          <a:ln w="12700">
            <a:solidFill>
              <a:srgbClr val="E4EBF3"/>
            </a:solidFill>
            <a:prstDash val="solid"/>
          </a:ln>
        </p:spPr>
      </p:sp>
      <p:sp>
        <p:nvSpPr>
          <p:cNvPr id="258" name="Shape 255"/>
          <p:cNvSpPr/>
          <p:nvPr/>
        </p:nvSpPr>
        <p:spPr>
          <a:xfrm>
            <a:off x="8074152" y="3633826"/>
            <a:ext cx="242316" cy="69494"/>
          </a:xfrm>
          <a:prstGeom prst="rect">
            <a:avLst/>
          </a:prstGeom>
          <a:solidFill>
            <a:srgbClr val="8FB0D4"/>
          </a:solidFill>
          <a:ln w="12700">
            <a:solidFill>
              <a:srgbClr val="8FB0D4"/>
            </a:solidFill>
            <a:prstDash val="solid"/>
          </a:ln>
        </p:spPr>
      </p:sp>
      <p:sp>
        <p:nvSpPr>
          <p:cNvPr id="259" name="Shape 256"/>
          <p:cNvSpPr/>
          <p:nvPr/>
        </p:nvSpPr>
        <p:spPr>
          <a:xfrm>
            <a:off x="8339328" y="3633826"/>
            <a:ext cx="242316" cy="69494"/>
          </a:xfrm>
          <a:prstGeom prst="rect">
            <a:avLst/>
          </a:prstGeom>
          <a:solidFill>
            <a:srgbClr val="E4EBF3"/>
          </a:solidFill>
          <a:ln w="12700">
            <a:solidFill>
              <a:srgbClr val="E4EBF3"/>
            </a:solidFill>
            <a:prstDash val="solid"/>
          </a:ln>
        </p:spPr>
      </p:sp>
      <p:sp>
        <p:nvSpPr>
          <p:cNvPr id="260" name="Shape 257"/>
          <p:cNvSpPr/>
          <p:nvPr/>
        </p:nvSpPr>
        <p:spPr>
          <a:xfrm>
            <a:off x="8604504" y="3633826"/>
            <a:ext cx="242316" cy="69494"/>
          </a:xfrm>
          <a:prstGeom prst="rect">
            <a:avLst/>
          </a:prstGeom>
          <a:solidFill>
            <a:srgbClr val="16305B"/>
          </a:solidFill>
          <a:ln w="12700">
            <a:solidFill>
              <a:srgbClr val="16305B"/>
            </a:solidFill>
            <a:prstDash val="solid"/>
          </a:ln>
        </p:spPr>
      </p:sp>
      <p:sp>
        <p:nvSpPr>
          <p:cNvPr id="261" name="Shape 258"/>
          <p:cNvSpPr/>
          <p:nvPr/>
        </p:nvSpPr>
        <p:spPr>
          <a:xfrm>
            <a:off x="8869680" y="3633826"/>
            <a:ext cx="242316" cy="69494"/>
          </a:xfrm>
          <a:prstGeom prst="rect">
            <a:avLst/>
          </a:prstGeom>
          <a:solidFill>
            <a:srgbClr val="E4EBF3"/>
          </a:solidFill>
          <a:ln w="12700">
            <a:solidFill>
              <a:srgbClr val="E4EBF3"/>
            </a:solidFill>
            <a:prstDash val="solid"/>
          </a:ln>
        </p:spPr>
      </p:sp>
      <p:sp>
        <p:nvSpPr>
          <p:cNvPr id="262" name="Shape 259"/>
          <p:cNvSpPr/>
          <p:nvPr/>
        </p:nvSpPr>
        <p:spPr>
          <a:xfrm>
            <a:off x="9134856" y="3633826"/>
            <a:ext cx="242316" cy="69494"/>
          </a:xfrm>
          <a:prstGeom prst="rect">
            <a:avLst/>
          </a:prstGeom>
          <a:solidFill>
            <a:srgbClr val="E4EBF3"/>
          </a:solidFill>
          <a:ln w="12700">
            <a:solidFill>
              <a:srgbClr val="E4EBF3"/>
            </a:solidFill>
            <a:prstDash val="solid"/>
          </a:ln>
        </p:spPr>
      </p:sp>
      <p:sp>
        <p:nvSpPr>
          <p:cNvPr id="263" name="Shape 260"/>
          <p:cNvSpPr/>
          <p:nvPr/>
        </p:nvSpPr>
        <p:spPr>
          <a:xfrm>
            <a:off x="9400032" y="3633826"/>
            <a:ext cx="242316" cy="69494"/>
          </a:xfrm>
          <a:prstGeom prst="rect">
            <a:avLst/>
          </a:prstGeom>
          <a:solidFill>
            <a:srgbClr val="16305B"/>
          </a:solidFill>
          <a:ln w="12700">
            <a:solidFill>
              <a:srgbClr val="16305B"/>
            </a:solidFill>
            <a:prstDash val="solid"/>
          </a:ln>
        </p:spPr>
      </p:sp>
      <p:sp>
        <p:nvSpPr>
          <p:cNvPr id="264" name="Shape 261"/>
          <p:cNvSpPr/>
          <p:nvPr/>
        </p:nvSpPr>
        <p:spPr>
          <a:xfrm>
            <a:off x="9665208" y="3633826"/>
            <a:ext cx="242316" cy="69494"/>
          </a:xfrm>
          <a:prstGeom prst="rect">
            <a:avLst/>
          </a:prstGeom>
          <a:solidFill>
            <a:srgbClr val="16305B"/>
          </a:solidFill>
          <a:ln w="12700">
            <a:solidFill>
              <a:srgbClr val="16305B"/>
            </a:solidFill>
            <a:prstDash val="solid"/>
          </a:ln>
        </p:spPr>
      </p:sp>
      <p:sp>
        <p:nvSpPr>
          <p:cNvPr id="265" name="Shape 262"/>
          <p:cNvSpPr/>
          <p:nvPr/>
        </p:nvSpPr>
        <p:spPr>
          <a:xfrm>
            <a:off x="9930384" y="3633826"/>
            <a:ext cx="242316" cy="69494"/>
          </a:xfrm>
          <a:prstGeom prst="rect">
            <a:avLst/>
          </a:prstGeom>
          <a:solidFill>
            <a:srgbClr val="16305B"/>
          </a:solidFill>
          <a:ln w="12700">
            <a:solidFill>
              <a:srgbClr val="16305B"/>
            </a:solidFill>
            <a:prstDash val="solid"/>
          </a:ln>
        </p:spPr>
      </p:sp>
      <p:sp>
        <p:nvSpPr>
          <p:cNvPr id="266" name="Shape 263"/>
          <p:cNvSpPr/>
          <p:nvPr/>
        </p:nvSpPr>
        <p:spPr>
          <a:xfrm>
            <a:off x="10195560" y="3633826"/>
            <a:ext cx="242316" cy="69494"/>
          </a:xfrm>
          <a:prstGeom prst="rect">
            <a:avLst/>
          </a:prstGeom>
          <a:solidFill>
            <a:srgbClr val="16305B"/>
          </a:solidFill>
          <a:ln w="12700">
            <a:solidFill>
              <a:srgbClr val="16305B"/>
            </a:solidFill>
            <a:prstDash val="solid"/>
          </a:ln>
        </p:spPr>
      </p:sp>
      <p:sp>
        <p:nvSpPr>
          <p:cNvPr id="267" name="Shape 264"/>
          <p:cNvSpPr/>
          <p:nvPr/>
        </p:nvSpPr>
        <p:spPr>
          <a:xfrm>
            <a:off x="10460736" y="3633826"/>
            <a:ext cx="242316" cy="69494"/>
          </a:xfrm>
          <a:prstGeom prst="rect">
            <a:avLst/>
          </a:prstGeom>
          <a:solidFill>
            <a:srgbClr val="E2F4F8"/>
          </a:solidFill>
          <a:ln w="12700">
            <a:solidFill>
              <a:srgbClr val="E2F4F8"/>
            </a:solidFill>
            <a:prstDash val="solid"/>
          </a:ln>
        </p:spPr>
      </p:sp>
      <p:sp>
        <p:nvSpPr>
          <p:cNvPr id="268" name="Shape 265"/>
          <p:cNvSpPr/>
          <p:nvPr/>
        </p:nvSpPr>
        <p:spPr>
          <a:xfrm>
            <a:off x="10725912" y="3633826"/>
            <a:ext cx="242316" cy="69494"/>
          </a:xfrm>
          <a:prstGeom prst="rect">
            <a:avLst/>
          </a:prstGeom>
          <a:solidFill>
            <a:srgbClr val="E2F4F8"/>
          </a:solidFill>
          <a:ln w="12700">
            <a:solidFill>
              <a:srgbClr val="E2F4F8"/>
            </a:solidFill>
            <a:prstDash val="solid"/>
          </a:ln>
        </p:spPr>
      </p:sp>
      <p:sp>
        <p:nvSpPr>
          <p:cNvPr id="269" name="Shape 266"/>
          <p:cNvSpPr/>
          <p:nvPr/>
        </p:nvSpPr>
        <p:spPr>
          <a:xfrm>
            <a:off x="10991088" y="3633826"/>
            <a:ext cx="242316" cy="69494"/>
          </a:xfrm>
          <a:prstGeom prst="rect">
            <a:avLst/>
          </a:prstGeom>
          <a:solidFill>
            <a:srgbClr val="0090B0"/>
          </a:solidFill>
          <a:ln w="12700">
            <a:solidFill>
              <a:srgbClr val="0090B0"/>
            </a:solidFill>
            <a:prstDash val="solid"/>
          </a:ln>
        </p:spPr>
      </p:sp>
      <p:sp>
        <p:nvSpPr>
          <p:cNvPr id="270" name="Shape 267"/>
          <p:cNvSpPr/>
          <p:nvPr/>
        </p:nvSpPr>
        <p:spPr>
          <a:xfrm>
            <a:off x="7543800" y="3719779"/>
            <a:ext cx="242316" cy="69494"/>
          </a:xfrm>
          <a:prstGeom prst="rect">
            <a:avLst/>
          </a:prstGeom>
          <a:solidFill>
            <a:srgbClr val="E4EBF3"/>
          </a:solidFill>
          <a:ln w="12700">
            <a:solidFill>
              <a:srgbClr val="E4EBF3"/>
            </a:solidFill>
            <a:prstDash val="solid"/>
          </a:ln>
        </p:spPr>
      </p:sp>
      <p:sp>
        <p:nvSpPr>
          <p:cNvPr id="271" name="Shape 268"/>
          <p:cNvSpPr/>
          <p:nvPr/>
        </p:nvSpPr>
        <p:spPr>
          <a:xfrm>
            <a:off x="7808976" y="3719779"/>
            <a:ext cx="242316" cy="69494"/>
          </a:xfrm>
          <a:prstGeom prst="rect">
            <a:avLst/>
          </a:prstGeom>
          <a:solidFill>
            <a:srgbClr val="16305B"/>
          </a:solidFill>
          <a:ln w="12700">
            <a:solidFill>
              <a:srgbClr val="16305B"/>
            </a:solidFill>
            <a:prstDash val="solid"/>
          </a:ln>
        </p:spPr>
      </p:sp>
      <p:sp>
        <p:nvSpPr>
          <p:cNvPr id="272" name="Shape 269"/>
          <p:cNvSpPr/>
          <p:nvPr/>
        </p:nvSpPr>
        <p:spPr>
          <a:xfrm>
            <a:off x="8074152" y="3719779"/>
            <a:ext cx="242316" cy="69494"/>
          </a:xfrm>
          <a:prstGeom prst="rect">
            <a:avLst/>
          </a:prstGeom>
          <a:solidFill>
            <a:srgbClr val="E4EBF3"/>
          </a:solidFill>
          <a:ln w="12700">
            <a:solidFill>
              <a:srgbClr val="E4EBF3"/>
            </a:solidFill>
            <a:prstDash val="solid"/>
          </a:ln>
        </p:spPr>
      </p:sp>
      <p:sp>
        <p:nvSpPr>
          <p:cNvPr id="273" name="Shape 270"/>
          <p:cNvSpPr/>
          <p:nvPr/>
        </p:nvSpPr>
        <p:spPr>
          <a:xfrm>
            <a:off x="8339328" y="3719779"/>
            <a:ext cx="242316" cy="69494"/>
          </a:xfrm>
          <a:prstGeom prst="rect">
            <a:avLst/>
          </a:prstGeom>
          <a:solidFill>
            <a:srgbClr val="8FB0D4"/>
          </a:solidFill>
          <a:ln w="12700">
            <a:solidFill>
              <a:srgbClr val="8FB0D4"/>
            </a:solidFill>
            <a:prstDash val="solid"/>
          </a:ln>
        </p:spPr>
      </p:sp>
      <p:sp>
        <p:nvSpPr>
          <p:cNvPr id="274" name="Shape 271"/>
          <p:cNvSpPr/>
          <p:nvPr/>
        </p:nvSpPr>
        <p:spPr>
          <a:xfrm>
            <a:off x="8604504" y="3719779"/>
            <a:ext cx="242316" cy="69494"/>
          </a:xfrm>
          <a:prstGeom prst="rect">
            <a:avLst/>
          </a:prstGeom>
          <a:solidFill>
            <a:srgbClr val="E4EBF3"/>
          </a:solidFill>
          <a:ln w="12700">
            <a:solidFill>
              <a:srgbClr val="E4EBF3"/>
            </a:solidFill>
            <a:prstDash val="solid"/>
          </a:ln>
        </p:spPr>
      </p:sp>
      <p:sp>
        <p:nvSpPr>
          <p:cNvPr id="275" name="Shape 272"/>
          <p:cNvSpPr/>
          <p:nvPr/>
        </p:nvSpPr>
        <p:spPr>
          <a:xfrm>
            <a:off x="8869680" y="3719779"/>
            <a:ext cx="242316" cy="69494"/>
          </a:xfrm>
          <a:prstGeom prst="rect">
            <a:avLst/>
          </a:prstGeom>
          <a:solidFill>
            <a:srgbClr val="16305B"/>
          </a:solidFill>
          <a:ln w="12700">
            <a:solidFill>
              <a:srgbClr val="16305B"/>
            </a:solidFill>
            <a:prstDash val="solid"/>
          </a:ln>
        </p:spPr>
      </p:sp>
      <p:sp>
        <p:nvSpPr>
          <p:cNvPr id="276" name="Shape 273"/>
          <p:cNvSpPr/>
          <p:nvPr/>
        </p:nvSpPr>
        <p:spPr>
          <a:xfrm>
            <a:off x="9134856" y="3719779"/>
            <a:ext cx="242316" cy="69494"/>
          </a:xfrm>
          <a:prstGeom prst="rect">
            <a:avLst/>
          </a:prstGeom>
          <a:solidFill>
            <a:srgbClr val="E4EBF3"/>
          </a:solidFill>
          <a:ln w="12700">
            <a:solidFill>
              <a:srgbClr val="E4EBF3"/>
            </a:solidFill>
            <a:prstDash val="solid"/>
          </a:ln>
        </p:spPr>
      </p:sp>
      <p:sp>
        <p:nvSpPr>
          <p:cNvPr id="277" name="Shape 274"/>
          <p:cNvSpPr/>
          <p:nvPr/>
        </p:nvSpPr>
        <p:spPr>
          <a:xfrm>
            <a:off x="9400032" y="3719779"/>
            <a:ext cx="242316" cy="69494"/>
          </a:xfrm>
          <a:prstGeom prst="rect">
            <a:avLst/>
          </a:prstGeom>
          <a:solidFill>
            <a:srgbClr val="E4EBF3"/>
          </a:solidFill>
          <a:ln w="12700">
            <a:solidFill>
              <a:srgbClr val="E4EBF3"/>
            </a:solidFill>
            <a:prstDash val="solid"/>
          </a:ln>
        </p:spPr>
      </p:sp>
      <p:sp>
        <p:nvSpPr>
          <p:cNvPr id="278" name="Shape 275"/>
          <p:cNvSpPr/>
          <p:nvPr/>
        </p:nvSpPr>
        <p:spPr>
          <a:xfrm>
            <a:off x="9665208" y="3719779"/>
            <a:ext cx="242316" cy="69494"/>
          </a:xfrm>
          <a:prstGeom prst="rect">
            <a:avLst/>
          </a:prstGeom>
          <a:solidFill>
            <a:srgbClr val="16305B"/>
          </a:solidFill>
          <a:ln w="12700">
            <a:solidFill>
              <a:srgbClr val="16305B"/>
            </a:solidFill>
            <a:prstDash val="solid"/>
          </a:ln>
        </p:spPr>
      </p:sp>
      <p:sp>
        <p:nvSpPr>
          <p:cNvPr id="279" name="Shape 276"/>
          <p:cNvSpPr/>
          <p:nvPr/>
        </p:nvSpPr>
        <p:spPr>
          <a:xfrm>
            <a:off x="9930384" y="3719779"/>
            <a:ext cx="242316" cy="69494"/>
          </a:xfrm>
          <a:prstGeom prst="rect">
            <a:avLst/>
          </a:prstGeom>
          <a:solidFill>
            <a:srgbClr val="16305B"/>
          </a:solidFill>
          <a:ln w="12700">
            <a:solidFill>
              <a:srgbClr val="16305B"/>
            </a:solidFill>
            <a:prstDash val="solid"/>
          </a:ln>
        </p:spPr>
      </p:sp>
      <p:sp>
        <p:nvSpPr>
          <p:cNvPr id="280" name="Shape 277"/>
          <p:cNvSpPr/>
          <p:nvPr/>
        </p:nvSpPr>
        <p:spPr>
          <a:xfrm>
            <a:off x="10195560" y="3719779"/>
            <a:ext cx="242316" cy="69494"/>
          </a:xfrm>
          <a:prstGeom prst="rect">
            <a:avLst/>
          </a:prstGeom>
          <a:solidFill>
            <a:srgbClr val="16305B"/>
          </a:solidFill>
          <a:ln w="12700">
            <a:solidFill>
              <a:srgbClr val="16305B"/>
            </a:solidFill>
            <a:prstDash val="solid"/>
          </a:ln>
        </p:spPr>
      </p:sp>
      <p:sp>
        <p:nvSpPr>
          <p:cNvPr id="281" name="Shape 278"/>
          <p:cNvSpPr/>
          <p:nvPr/>
        </p:nvSpPr>
        <p:spPr>
          <a:xfrm>
            <a:off x="10460736" y="3719779"/>
            <a:ext cx="242316" cy="69494"/>
          </a:xfrm>
          <a:prstGeom prst="rect">
            <a:avLst/>
          </a:prstGeom>
          <a:solidFill>
            <a:srgbClr val="0090B0"/>
          </a:solidFill>
          <a:ln w="12700">
            <a:solidFill>
              <a:srgbClr val="0090B0"/>
            </a:solidFill>
            <a:prstDash val="solid"/>
          </a:ln>
        </p:spPr>
      </p:sp>
      <p:sp>
        <p:nvSpPr>
          <p:cNvPr id="282" name="Shape 279"/>
          <p:cNvSpPr/>
          <p:nvPr/>
        </p:nvSpPr>
        <p:spPr>
          <a:xfrm>
            <a:off x="10725912" y="3719779"/>
            <a:ext cx="242316" cy="69494"/>
          </a:xfrm>
          <a:prstGeom prst="rect">
            <a:avLst/>
          </a:prstGeom>
          <a:solidFill>
            <a:srgbClr val="E2F4F8"/>
          </a:solidFill>
          <a:ln w="12700">
            <a:solidFill>
              <a:srgbClr val="E2F4F8"/>
            </a:solidFill>
            <a:prstDash val="solid"/>
          </a:ln>
        </p:spPr>
      </p:sp>
      <p:sp>
        <p:nvSpPr>
          <p:cNvPr id="283" name="Shape 280"/>
          <p:cNvSpPr/>
          <p:nvPr/>
        </p:nvSpPr>
        <p:spPr>
          <a:xfrm>
            <a:off x="10991088" y="3719779"/>
            <a:ext cx="242316" cy="69494"/>
          </a:xfrm>
          <a:prstGeom prst="rect">
            <a:avLst/>
          </a:prstGeom>
          <a:solidFill>
            <a:srgbClr val="E2F4F8"/>
          </a:solidFill>
          <a:ln w="12700">
            <a:solidFill>
              <a:srgbClr val="E2F4F8"/>
            </a:solidFill>
            <a:prstDash val="solid"/>
          </a:ln>
        </p:spPr>
      </p:sp>
      <p:sp>
        <p:nvSpPr>
          <p:cNvPr id="284" name="Shape 281"/>
          <p:cNvSpPr/>
          <p:nvPr/>
        </p:nvSpPr>
        <p:spPr>
          <a:xfrm>
            <a:off x="7543800" y="3805733"/>
            <a:ext cx="242316" cy="69494"/>
          </a:xfrm>
          <a:prstGeom prst="rect">
            <a:avLst/>
          </a:prstGeom>
          <a:solidFill>
            <a:srgbClr val="E4EBF3"/>
          </a:solidFill>
          <a:ln w="12700">
            <a:solidFill>
              <a:srgbClr val="E4EBF3"/>
            </a:solidFill>
            <a:prstDash val="solid"/>
          </a:ln>
        </p:spPr>
      </p:sp>
      <p:sp>
        <p:nvSpPr>
          <p:cNvPr id="285" name="Shape 282"/>
          <p:cNvSpPr/>
          <p:nvPr/>
        </p:nvSpPr>
        <p:spPr>
          <a:xfrm>
            <a:off x="7808976" y="3805733"/>
            <a:ext cx="242316" cy="69494"/>
          </a:xfrm>
          <a:prstGeom prst="rect">
            <a:avLst/>
          </a:prstGeom>
          <a:solidFill>
            <a:srgbClr val="E4EBF3"/>
          </a:solidFill>
          <a:ln w="12700">
            <a:solidFill>
              <a:srgbClr val="E4EBF3"/>
            </a:solidFill>
            <a:prstDash val="solid"/>
          </a:ln>
        </p:spPr>
      </p:sp>
      <p:sp>
        <p:nvSpPr>
          <p:cNvPr id="286" name="Shape 283"/>
          <p:cNvSpPr/>
          <p:nvPr/>
        </p:nvSpPr>
        <p:spPr>
          <a:xfrm>
            <a:off x="8074152" y="3805733"/>
            <a:ext cx="242316" cy="69494"/>
          </a:xfrm>
          <a:prstGeom prst="rect">
            <a:avLst/>
          </a:prstGeom>
          <a:solidFill>
            <a:srgbClr val="16305B"/>
          </a:solidFill>
          <a:ln w="12700">
            <a:solidFill>
              <a:srgbClr val="16305B"/>
            </a:solidFill>
            <a:prstDash val="solid"/>
          </a:ln>
        </p:spPr>
      </p:sp>
      <p:sp>
        <p:nvSpPr>
          <p:cNvPr id="287" name="Shape 284"/>
          <p:cNvSpPr/>
          <p:nvPr/>
        </p:nvSpPr>
        <p:spPr>
          <a:xfrm>
            <a:off x="8339328" y="3805733"/>
            <a:ext cx="242316" cy="69494"/>
          </a:xfrm>
          <a:prstGeom prst="rect">
            <a:avLst/>
          </a:prstGeom>
          <a:solidFill>
            <a:srgbClr val="E4EBF3"/>
          </a:solidFill>
          <a:ln w="12700">
            <a:solidFill>
              <a:srgbClr val="E4EBF3"/>
            </a:solidFill>
            <a:prstDash val="solid"/>
          </a:ln>
        </p:spPr>
      </p:sp>
      <p:sp>
        <p:nvSpPr>
          <p:cNvPr id="288" name="Shape 285"/>
          <p:cNvSpPr/>
          <p:nvPr/>
        </p:nvSpPr>
        <p:spPr>
          <a:xfrm>
            <a:off x="8604504" y="3805733"/>
            <a:ext cx="242316" cy="69494"/>
          </a:xfrm>
          <a:prstGeom prst="rect">
            <a:avLst/>
          </a:prstGeom>
          <a:solidFill>
            <a:srgbClr val="8FB0D4"/>
          </a:solidFill>
          <a:ln w="12700">
            <a:solidFill>
              <a:srgbClr val="8FB0D4"/>
            </a:solidFill>
            <a:prstDash val="solid"/>
          </a:ln>
        </p:spPr>
      </p:sp>
      <p:sp>
        <p:nvSpPr>
          <p:cNvPr id="289" name="Shape 286"/>
          <p:cNvSpPr/>
          <p:nvPr/>
        </p:nvSpPr>
        <p:spPr>
          <a:xfrm>
            <a:off x="8869680" y="3805733"/>
            <a:ext cx="242316" cy="69494"/>
          </a:xfrm>
          <a:prstGeom prst="rect">
            <a:avLst/>
          </a:prstGeom>
          <a:solidFill>
            <a:srgbClr val="E4EBF3"/>
          </a:solidFill>
          <a:ln w="12700">
            <a:solidFill>
              <a:srgbClr val="E4EBF3"/>
            </a:solidFill>
            <a:prstDash val="solid"/>
          </a:ln>
        </p:spPr>
      </p:sp>
      <p:sp>
        <p:nvSpPr>
          <p:cNvPr id="290" name="Shape 287"/>
          <p:cNvSpPr/>
          <p:nvPr/>
        </p:nvSpPr>
        <p:spPr>
          <a:xfrm>
            <a:off x="9134856" y="3805733"/>
            <a:ext cx="242316" cy="69494"/>
          </a:xfrm>
          <a:prstGeom prst="rect">
            <a:avLst/>
          </a:prstGeom>
          <a:solidFill>
            <a:srgbClr val="16305B"/>
          </a:solidFill>
          <a:ln w="12700">
            <a:solidFill>
              <a:srgbClr val="16305B"/>
            </a:solidFill>
            <a:prstDash val="solid"/>
          </a:ln>
        </p:spPr>
      </p:sp>
      <p:sp>
        <p:nvSpPr>
          <p:cNvPr id="291" name="Shape 288"/>
          <p:cNvSpPr/>
          <p:nvPr/>
        </p:nvSpPr>
        <p:spPr>
          <a:xfrm>
            <a:off x="9400032" y="3805733"/>
            <a:ext cx="242316" cy="69494"/>
          </a:xfrm>
          <a:prstGeom prst="rect">
            <a:avLst/>
          </a:prstGeom>
          <a:solidFill>
            <a:srgbClr val="E4EBF3"/>
          </a:solidFill>
          <a:ln w="12700">
            <a:solidFill>
              <a:srgbClr val="E4EBF3"/>
            </a:solidFill>
            <a:prstDash val="solid"/>
          </a:ln>
        </p:spPr>
      </p:sp>
      <p:sp>
        <p:nvSpPr>
          <p:cNvPr id="292" name="Shape 289"/>
          <p:cNvSpPr/>
          <p:nvPr/>
        </p:nvSpPr>
        <p:spPr>
          <a:xfrm>
            <a:off x="9665208" y="3805733"/>
            <a:ext cx="242316" cy="69494"/>
          </a:xfrm>
          <a:prstGeom prst="rect">
            <a:avLst/>
          </a:prstGeom>
          <a:solidFill>
            <a:srgbClr val="E4EBF3"/>
          </a:solidFill>
          <a:ln w="12700">
            <a:solidFill>
              <a:srgbClr val="E4EBF3"/>
            </a:solidFill>
            <a:prstDash val="solid"/>
          </a:ln>
        </p:spPr>
      </p:sp>
      <p:sp>
        <p:nvSpPr>
          <p:cNvPr id="293" name="Shape 290"/>
          <p:cNvSpPr/>
          <p:nvPr/>
        </p:nvSpPr>
        <p:spPr>
          <a:xfrm>
            <a:off x="9930384" y="3805733"/>
            <a:ext cx="242316" cy="69494"/>
          </a:xfrm>
          <a:prstGeom prst="rect">
            <a:avLst/>
          </a:prstGeom>
          <a:solidFill>
            <a:srgbClr val="16305B"/>
          </a:solidFill>
          <a:ln w="12700">
            <a:solidFill>
              <a:srgbClr val="16305B"/>
            </a:solidFill>
            <a:prstDash val="solid"/>
          </a:ln>
        </p:spPr>
      </p:sp>
      <p:sp>
        <p:nvSpPr>
          <p:cNvPr id="294" name="Shape 291"/>
          <p:cNvSpPr/>
          <p:nvPr/>
        </p:nvSpPr>
        <p:spPr>
          <a:xfrm>
            <a:off x="10195560" y="3805733"/>
            <a:ext cx="242316" cy="69494"/>
          </a:xfrm>
          <a:prstGeom prst="rect">
            <a:avLst/>
          </a:prstGeom>
          <a:solidFill>
            <a:srgbClr val="16305B"/>
          </a:solidFill>
          <a:ln w="12700">
            <a:solidFill>
              <a:srgbClr val="16305B"/>
            </a:solidFill>
            <a:prstDash val="solid"/>
          </a:ln>
        </p:spPr>
      </p:sp>
      <p:sp>
        <p:nvSpPr>
          <p:cNvPr id="295" name="Shape 292"/>
          <p:cNvSpPr/>
          <p:nvPr/>
        </p:nvSpPr>
        <p:spPr>
          <a:xfrm>
            <a:off x="10460736" y="3805733"/>
            <a:ext cx="242316" cy="69494"/>
          </a:xfrm>
          <a:prstGeom prst="rect">
            <a:avLst/>
          </a:prstGeom>
          <a:solidFill>
            <a:srgbClr val="0090B0"/>
          </a:solidFill>
          <a:ln w="12700">
            <a:solidFill>
              <a:srgbClr val="0090B0"/>
            </a:solidFill>
            <a:prstDash val="solid"/>
          </a:ln>
        </p:spPr>
      </p:sp>
      <p:sp>
        <p:nvSpPr>
          <p:cNvPr id="296" name="Shape 293"/>
          <p:cNvSpPr/>
          <p:nvPr/>
        </p:nvSpPr>
        <p:spPr>
          <a:xfrm>
            <a:off x="10725912" y="3805733"/>
            <a:ext cx="242316" cy="69494"/>
          </a:xfrm>
          <a:prstGeom prst="rect">
            <a:avLst/>
          </a:prstGeom>
          <a:solidFill>
            <a:srgbClr val="0090B0"/>
          </a:solidFill>
          <a:ln w="12700">
            <a:solidFill>
              <a:srgbClr val="0090B0"/>
            </a:solidFill>
            <a:prstDash val="solid"/>
          </a:ln>
        </p:spPr>
      </p:sp>
      <p:sp>
        <p:nvSpPr>
          <p:cNvPr id="297" name="Shape 294"/>
          <p:cNvSpPr/>
          <p:nvPr/>
        </p:nvSpPr>
        <p:spPr>
          <a:xfrm>
            <a:off x="10991088" y="3805733"/>
            <a:ext cx="242316" cy="69494"/>
          </a:xfrm>
          <a:prstGeom prst="rect">
            <a:avLst/>
          </a:prstGeom>
          <a:solidFill>
            <a:srgbClr val="E2F4F8"/>
          </a:solidFill>
          <a:ln w="12700">
            <a:solidFill>
              <a:srgbClr val="E2F4F8"/>
            </a:solidFill>
            <a:prstDash val="solid"/>
          </a:ln>
        </p:spPr>
      </p:sp>
      <p:sp>
        <p:nvSpPr>
          <p:cNvPr id="298" name="Shape 295"/>
          <p:cNvSpPr/>
          <p:nvPr/>
        </p:nvSpPr>
        <p:spPr>
          <a:xfrm>
            <a:off x="7543800" y="3891686"/>
            <a:ext cx="242316" cy="69494"/>
          </a:xfrm>
          <a:prstGeom prst="rect">
            <a:avLst/>
          </a:prstGeom>
          <a:solidFill>
            <a:srgbClr val="E4EBF3"/>
          </a:solidFill>
          <a:ln w="12700">
            <a:solidFill>
              <a:srgbClr val="E4EBF3"/>
            </a:solidFill>
            <a:prstDash val="solid"/>
          </a:ln>
        </p:spPr>
      </p:sp>
      <p:sp>
        <p:nvSpPr>
          <p:cNvPr id="299" name="Shape 296"/>
          <p:cNvSpPr/>
          <p:nvPr/>
        </p:nvSpPr>
        <p:spPr>
          <a:xfrm>
            <a:off x="7808976" y="3891686"/>
            <a:ext cx="242316" cy="69494"/>
          </a:xfrm>
          <a:prstGeom prst="rect">
            <a:avLst/>
          </a:prstGeom>
          <a:solidFill>
            <a:srgbClr val="E4EBF3"/>
          </a:solidFill>
          <a:ln w="12700">
            <a:solidFill>
              <a:srgbClr val="E4EBF3"/>
            </a:solidFill>
            <a:prstDash val="solid"/>
          </a:ln>
        </p:spPr>
      </p:sp>
      <p:sp>
        <p:nvSpPr>
          <p:cNvPr id="300" name="Shape 297"/>
          <p:cNvSpPr/>
          <p:nvPr/>
        </p:nvSpPr>
        <p:spPr>
          <a:xfrm>
            <a:off x="8074152" y="3891686"/>
            <a:ext cx="242316" cy="69494"/>
          </a:xfrm>
          <a:prstGeom prst="rect">
            <a:avLst/>
          </a:prstGeom>
          <a:solidFill>
            <a:srgbClr val="E4EBF3"/>
          </a:solidFill>
          <a:ln w="12700">
            <a:solidFill>
              <a:srgbClr val="E4EBF3"/>
            </a:solidFill>
            <a:prstDash val="solid"/>
          </a:ln>
        </p:spPr>
      </p:sp>
      <p:sp>
        <p:nvSpPr>
          <p:cNvPr id="301" name="Shape 298"/>
          <p:cNvSpPr/>
          <p:nvPr/>
        </p:nvSpPr>
        <p:spPr>
          <a:xfrm>
            <a:off x="8339328" y="3891686"/>
            <a:ext cx="242316" cy="69494"/>
          </a:xfrm>
          <a:prstGeom prst="rect">
            <a:avLst/>
          </a:prstGeom>
          <a:solidFill>
            <a:srgbClr val="16305B"/>
          </a:solidFill>
          <a:ln w="12700">
            <a:solidFill>
              <a:srgbClr val="16305B"/>
            </a:solidFill>
            <a:prstDash val="solid"/>
          </a:ln>
        </p:spPr>
      </p:sp>
      <p:sp>
        <p:nvSpPr>
          <p:cNvPr id="302" name="Shape 299"/>
          <p:cNvSpPr/>
          <p:nvPr/>
        </p:nvSpPr>
        <p:spPr>
          <a:xfrm>
            <a:off x="8604504" y="3891686"/>
            <a:ext cx="242316" cy="69494"/>
          </a:xfrm>
          <a:prstGeom prst="rect">
            <a:avLst/>
          </a:prstGeom>
          <a:solidFill>
            <a:srgbClr val="E4EBF3"/>
          </a:solidFill>
          <a:ln w="12700">
            <a:solidFill>
              <a:srgbClr val="E4EBF3"/>
            </a:solidFill>
            <a:prstDash val="solid"/>
          </a:ln>
        </p:spPr>
      </p:sp>
      <p:sp>
        <p:nvSpPr>
          <p:cNvPr id="303" name="Shape 300"/>
          <p:cNvSpPr/>
          <p:nvPr/>
        </p:nvSpPr>
        <p:spPr>
          <a:xfrm>
            <a:off x="8869680" y="3891686"/>
            <a:ext cx="242316" cy="69494"/>
          </a:xfrm>
          <a:prstGeom prst="rect">
            <a:avLst/>
          </a:prstGeom>
          <a:solidFill>
            <a:srgbClr val="8FB0D4"/>
          </a:solidFill>
          <a:ln w="12700">
            <a:solidFill>
              <a:srgbClr val="8FB0D4"/>
            </a:solidFill>
            <a:prstDash val="solid"/>
          </a:ln>
        </p:spPr>
      </p:sp>
      <p:sp>
        <p:nvSpPr>
          <p:cNvPr id="304" name="Shape 301"/>
          <p:cNvSpPr/>
          <p:nvPr/>
        </p:nvSpPr>
        <p:spPr>
          <a:xfrm>
            <a:off x="9134856" y="3891686"/>
            <a:ext cx="242316" cy="69494"/>
          </a:xfrm>
          <a:prstGeom prst="rect">
            <a:avLst/>
          </a:prstGeom>
          <a:solidFill>
            <a:srgbClr val="E4EBF3"/>
          </a:solidFill>
          <a:ln w="12700">
            <a:solidFill>
              <a:srgbClr val="E4EBF3"/>
            </a:solidFill>
            <a:prstDash val="solid"/>
          </a:ln>
        </p:spPr>
      </p:sp>
      <p:sp>
        <p:nvSpPr>
          <p:cNvPr id="305" name="Shape 302"/>
          <p:cNvSpPr/>
          <p:nvPr/>
        </p:nvSpPr>
        <p:spPr>
          <a:xfrm>
            <a:off x="9400032" y="3891686"/>
            <a:ext cx="242316" cy="69494"/>
          </a:xfrm>
          <a:prstGeom prst="rect">
            <a:avLst/>
          </a:prstGeom>
          <a:solidFill>
            <a:srgbClr val="16305B"/>
          </a:solidFill>
          <a:ln w="12700">
            <a:solidFill>
              <a:srgbClr val="16305B"/>
            </a:solidFill>
            <a:prstDash val="solid"/>
          </a:ln>
        </p:spPr>
      </p:sp>
      <p:sp>
        <p:nvSpPr>
          <p:cNvPr id="306" name="Shape 303"/>
          <p:cNvSpPr/>
          <p:nvPr/>
        </p:nvSpPr>
        <p:spPr>
          <a:xfrm>
            <a:off x="9665208" y="3891686"/>
            <a:ext cx="242316" cy="69494"/>
          </a:xfrm>
          <a:prstGeom prst="rect">
            <a:avLst/>
          </a:prstGeom>
          <a:solidFill>
            <a:srgbClr val="E4EBF3"/>
          </a:solidFill>
          <a:ln w="12700">
            <a:solidFill>
              <a:srgbClr val="E4EBF3"/>
            </a:solidFill>
            <a:prstDash val="solid"/>
          </a:ln>
        </p:spPr>
      </p:sp>
      <p:sp>
        <p:nvSpPr>
          <p:cNvPr id="307" name="Shape 304"/>
          <p:cNvSpPr/>
          <p:nvPr/>
        </p:nvSpPr>
        <p:spPr>
          <a:xfrm>
            <a:off x="9930384" y="3891686"/>
            <a:ext cx="242316" cy="69494"/>
          </a:xfrm>
          <a:prstGeom prst="rect">
            <a:avLst/>
          </a:prstGeom>
          <a:solidFill>
            <a:srgbClr val="E4EBF3"/>
          </a:solidFill>
          <a:ln w="12700">
            <a:solidFill>
              <a:srgbClr val="E4EBF3"/>
            </a:solidFill>
            <a:prstDash val="solid"/>
          </a:ln>
        </p:spPr>
      </p:sp>
      <p:sp>
        <p:nvSpPr>
          <p:cNvPr id="308" name="Shape 305"/>
          <p:cNvSpPr/>
          <p:nvPr/>
        </p:nvSpPr>
        <p:spPr>
          <a:xfrm>
            <a:off x="10195560" y="3891686"/>
            <a:ext cx="242316" cy="69494"/>
          </a:xfrm>
          <a:prstGeom prst="rect">
            <a:avLst/>
          </a:prstGeom>
          <a:solidFill>
            <a:srgbClr val="16305B"/>
          </a:solidFill>
          <a:ln w="12700">
            <a:solidFill>
              <a:srgbClr val="16305B"/>
            </a:solidFill>
            <a:prstDash val="solid"/>
          </a:ln>
        </p:spPr>
      </p:sp>
      <p:sp>
        <p:nvSpPr>
          <p:cNvPr id="309" name="Shape 306"/>
          <p:cNvSpPr/>
          <p:nvPr/>
        </p:nvSpPr>
        <p:spPr>
          <a:xfrm>
            <a:off x="10460736" y="3891686"/>
            <a:ext cx="242316" cy="69494"/>
          </a:xfrm>
          <a:prstGeom prst="rect">
            <a:avLst/>
          </a:prstGeom>
          <a:solidFill>
            <a:srgbClr val="0090B0"/>
          </a:solidFill>
          <a:ln w="12700">
            <a:solidFill>
              <a:srgbClr val="0090B0"/>
            </a:solidFill>
            <a:prstDash val="solid"/>
          </a:ln>
        </p:spPr>
      </p:sp>
      <p:sp>
        <p:nvSpPr>
          <p:cNvPr id="310" name="Shape 307"/>
          <p:cNvSpPr/>
          <p:nvPr/>
        </p:nvSpPr>
        <p:spPr>
          <a:xfrm>
            <a:off x="10725912" y="3891686"/>
            <a:ext cx="242316" cy="69494"/>
          </a:xfrm>
          <a:prstGeom prst="rect">
            <a:avLst/>
          </a:prstGeom>
          <a:solidFill>
            <a:srgbClr val="0090B0"/>
          </a:solidFill>
          <a:ln w="12700">
            <a:solidFill>
              <a:srgbClr val="0090B0"/>
            </a:solidFill>
            <a:prstDash val="solid"/>
          </a:ln>
        </p:spPr>
      </p:sp>
      <p:sp>
        <p:nvSpPr>
          <p:cNvPr id="311" name="Shape 308"/>
          <p:cNvSpPr/>
          <p:nvPr/>
        </p:nvSpPr>
        <p:spPr>
          <a:xfrm>
            <a:off x="10991088" y="3891686"/>
            <a:ext cx="242316" cy="69494"/>
          </a:xfrm>
          <a:prstGeom prst="rect">
            <a:avLst/>
          </a:prstGeom>
          <a:solidFill>
            <a:srgbClr val="0090B0"/>
          </a:solidFill>
          <a:ln w="12700">
            <a:solidFill>
              <a:srgbClr val="0090B0"/>
            </a:solidFill>
            <a:prstDash val="solid"/>
          </a:ln>
        </p:spPr>
      </p:sp>
      <p:sp>
        <p:nvSpPr>
          <p:cNvPr id="312" name="Shape 309"/>
          <p:cNvSpPr/>
          <p:nvPr/>
        </p:nvSpPr>
        <p:spPr>
          <a:xfrm>
            <a:off x="7543800" y="3977640"/>
            <a:ext cx="242316" cy="69494"/>
          </a:xfrm>
          <a:prstGeom prst="rect">
            <a:avLst/>
          </a:prstGeom>
          <a:solidFill>
            <a:srgbClr val="E4EBF3"/>
          </a:solidFill>
          <a:ln w="12700">
            <a:solidFill>
              <a:srgbClr val="E4EBF3"/>
            </a:solidFill>
            <a:prstDash val="solid"/>
          </a:ln>
        </p:spPr>
      </p:sp>
      <p:sp>
        <p:nvSpPr>
          <p:cNvPr id="313" name="Shape 310"/>
          <p:cNvSpPr/>
          <p:nvPr/>
        </p:nvSpPr>
        <p:spPr>
          <a:xfrm>
            <a:off x="7808976" y="3977640"/>
            <a:ext cx="242316" cy="69494"/>
          </a:xfrm>
          <a:prstGeom prst="rect">
            <a:avLst/>
          </a:prstGeom>
          <a:solidFill>
            <a:srgbClr val="16305B"/>
          </a:solidFill>
          <a:ln w="12700">
            <a:solidFill>
              <a:srgbClr val="16305B"/>
            </a:solidFill>
            <a:prstDash val="solid"/>
          </a:ln>
        </p:spPr>
      </p:sp>
      <p:sp>
        <p:nvSpPr>
          <p:cNvPr id="314" name="Shape 311"/>
          <p:cNvSpPr/>
          <p:nvPr/>
        </p:nvSpPr>
        <p:spPr>
          <a:xfrm>
            <a:off x="8074152" y="3977640"/>
            <a:ext cx="242316" cy="69494"/>
          </a:xfrm>
          <a:prstGeom prst="rect">
            <a:avLst/>
          </a:prstGeom>
          <a:solidFill>
            <a:srgbClr val="E4EBF3"/>
          </a:solidFill>
          <a:ln w="12700">
            <a:solidFill>
              <a:srgbClr val="E4EBF3"/>
            </a:solidFill>
            <a:prstDash val="solid"/>
          </a:ln>
        </p:spPr>
      </p:sp>
      <p:sp>
        <p:nvSpPr>
          <p:cNvPr id="315" name="Shape 312"/>
          <p:cNvSpPr/>
          <p:nvPr/>
        </p:nvSpPr>
        <p:spPr>
          <a:xfrm>
            <a:off x="8339328" y="3977640"/>
            <a:ext cx="242316" cy="69494"/>
          </a:xfrm>
          <a:prstGeom prst="rect">
            <a:avLst/>
          </a:prstGeom>
          <a:solidFill>
            <a:srgbClr val="E4EBF3"/>
          </a:solidFill>
          <a:ln w="12700">
            <a:solidFill>
              <a:srgbClr val="E4EBF3"/>
            </a:solidFill>
            <a:prstDash val="solid"/>
          </a:ln>
        </p:spPr>
      </p:sp>
      <p:sp>
        <p:nvSpPr>
          <p:cNvPr id="316" name="Shape 313"/>
          <p:cNvSpPr/>
          <p:nvPr/>
        </p:nvSpPr>
        <p:spPr>
          <a:xfrm>
            <a:off x="8604504" y="3977640"/>
            <a:ext cx="242316" cy="69494"/>
          </a:xfrm>
          <a:prstGeom prst="rect">
            <a:avLst/>
          </a:prstGeom>
          <a:solidFill>
            <a:srgbClr val="16305B"/>
          </a:solidFill>
          <a:ln w="12700">
            <a:solidFill>
              <a:srgbClr val="16305B"/>
            </a:solidFill>
            <a:prstDash val="solid"/>
          </a:ln>
        </p:spPr>
      </p:sp>
      <p:sp>
        <p:nvSpPr>
          <p:cNvPr id="317" name="Shape 314"/>
          <p:cNvSpPr/>
          <p:nvPr/>
        </p:nvSpPr>
        <p:spPr>
          <a:xfrm>
            <a:off x="8869680" y="3977640"/>
            <a:ext cx="242316" cy="69494"/>
          </a:xfrm>
          <a:prstGeom prst="rect">
            <a:avLst/>
          </a:prstGeom>
          <a:solidFill>
            <a:srgbClr val="E4EBF3"/>
          </a:solidFill>
          <a:ln w="12700">
            <a:solidFill>
              <a:srgbClr val="E4EBF3"/>
            </a:solidFill>
            <a:prstDash val="solid"/>
          </a:ln>
        </p:spPr>
      </p:sp>
      <p:sp>
        <p:nvSpPr>
          <p:cNvPr id="318" name="Shape 315"/>
          <p:cNvSpPr/>
          <p:nvPr/>
        </p:nvSpPr>
        <p:spPr>
          <a:xfrm>
            <a:off x="9134856" y="3977640"/>
            <a:ext cx="242316" cy="69494"/>
          </a:xfrm>
          <a:prstGeom prst="rect">
            <a:avLst/>
          </a:prstGeom>
          <a:solidFill>
            <a:srgbClr val="8FB0D4"/>
          </a:solidFill>
          <a:ln w="12700">
            <a:solidFill>
              <a:srgbClr val="8FB0D4"/>
            </a:solidFill>
            <a:prstDash val="solid"/>
          </a:ln>
        </p:spPr>
      </p:sp>
      <p:sp>
        <p:nvSpPr>
          <p:cNvPr id="319" name="Shape 316"/>
          <p:cNvSpPr/>
          <p:nvPr/>
        </p:nvSpPr>
        <p:spPr>
          <a:xfrm>
            <a:off x="9400032" y="3977640"/>
            <a:ext cx="242316" cy="69494"/>
          </a:xfrm>
          <a:prstGeom prst="rect">
            <a:avLst/>
          </a:prstGeom>
          <a:solidFill>
            <a:srgbClr val="E4EBF3"/>
          </a:solidFill>
          <a:ln w="12700">
            <a:solidFill>
              <a:srgbClr val="E4EBF3"/>
            </a:solidFill>
            <a:prstDash val="solid"/>
          </a:ln>
        </p:spPr>
      </p:sp>
      <p:sp>
        <p:nvSpPr>
          <p:cNvPr id="320" name="Shape 317"/>
          <p:cNvSpPr/>
          <p:nvPr/>
        </p:nvSpPr>
        <p:spPr>
          <a:xfrm>
            <a:off x="9665208" y="3977640"/>
            <a:ext cx="242316" cy="69494"/>
          </a:xfrm>
          <a:prstGeom prst="rect">
            <a:avLst/>
          </a:prstGeom>
          <a:solidFill>
            <a:srgbClr val="16305B"/>
          </a:solidFill>
          <a:ln w="12700">
            <a:solidFill>
              <a:srgbClr val="16305B"/>
            </a:solidFill>
            <a:prstDash val="solid"/>
          </a:ln>
        </p:spPr>
      </p:sp>
      <p:sp>
        <p:nvSpPr>
          <p:cNvPr id="321" name="Shape 318"/>
          <p:cNvSpPr/>
          <p:nvPr/>
        </p:nvSpPr>
        <p:spPr>
          <a:xfrm>
            <a:off x="9930384" y="3977640"/>
            <a:ext cx="242316" cy="69494"/>
          </a:xfrm>
          <a:prstGeom prst="rect">
            <a:avLst/>
          </a:prstGeom>
          <a:solidFill>
            <a:srgbClr val="E4EBF3"/>
          </a:solidFill>
          <a:ln w="12700">
            <a:solidFill>
              <a:srgbClr val="E4EBF3"/>
            </a:solidFill>
            <a:prstDash val="solid"/>
          </a:ln>
        </p:spPr>
      </p:sp>
      <p:sp>
        <p:nvSpPr>
          <p:cNvPr id="322" name="Shape 319"/>
          <p:cNvSpPr/>
          <p:nvPr/>
        </p:nvSpPr>
        <p:spPr>
          <a:xfrm>
            <a:off x="10195560" y="3977640"/>
            <a:ext cx="242316" cy="69494"/>
          </a:xfrm>
          <a:prstGeom prst="rect">
            <a:avLst/>
          </a:prstGeom>
          <a:solidFill>
            <a:srgbClr val="E4EBF3"/>
          </a:solidFill>
          <a:ln w="12700">
            <a:solidFill>
              <a:srgbClr val="E4EBF3"/>
            </a:solidFill>
            <a:prstDash val="solid"/>
          </a:ln>
        </p:spPr>
      </p:sp>
      <p:sp>
        <p:nvSpPr>
          <p:cNvPr id="323" name="Shape 320"/>
          <p:cNvSpPr/>
          <p:nvPr/>
        </p:nvSpPr>
        <p:spPr>
          <a:xfrm>
            <a:off x="10460736" y="3977640"/>
            <a:ext cx="242316" cy="69494"/>
          </a:xfrm>
          <a:prstGeom prst="rect">
            <a:avLst/>
          </a:prstGeom>
          <a:solidFill>
            <a:srgbClr val="0090B0"/>
          </a:solidFill>
          <a:ln w="12700">
            <a:solidFill>
              <a:srgbClr val="0090B0"/>
            </a:solidFill>
            <a:prstDash val="solid"/>
          </a:ln>
        </p:spPr>
      </p:sp>
      <p:sp>
        <p:nvSpPr>
          <p:cNvPr id="324" name="Shape 321"/>
          <p:cNvSpPr/>
          <p:nvPr/>
        </p:nvSpPr>
        <p:spPr>
          <a:xfrm>
            <a:off x="10725912" y="3977640"/>
            <a:ext cx="242316" cy="69494"/>
          </a:xfrm>
          <a:prstGeom prst="rect">
            <a:avLst/>
          </a:prstGeom>
          <a:solidFill>
            <a:srgbClr val="0090B0"/>
          </a:solidFill>
          <a:ln w="12700">
            <a:solidFill>
              <a:srgbClr val="0090B0"/>
            </a:solidFill>
            <a:prstDash val="solid"/>
          </a:ln>
        </p:spPr>
      </p:sp>
      <p:sp>
        <p:nvSpPr>
          <p:cNvPr id="325" name="Shape 322"/>
          <p:cNvSpPr/>
          <p:nvPr/>
        </p:nvSpPr>
        <p:spPr>
          <a:xfrm>
            <a:off x="10991088" y="3977640"/>
            <a:ext cx="242316" cy="69494"/>
          </a:xfrm>
          <a:prstGeom prst="rect">
            <a:avLst/>
          </a:prstGeom>
          <a:solidFill>
            <a:srgbClr val="0090B0"/>
          </a:solidFill>
          <a:ln w="12700">
            <a:solidFill>
              <a:srgbClr val="0090B0"/>
            </a:solidFill>
            <a:prstDash val="solid"/>
          </a:ln>
        </p:spPr>
      </p:sp>
      <p:sp>
        <p:nvSpPr>
          <p:cNvPr id="326" name="Shape 323"/>
          <p:cNvSpPr/>
          <p:nvPr/>
        </p:nvSpPr>
        <p:spPr>
          <a:xfrm>
            <a:off x="7543800" y="4063594"/>
            <a:ext cx="242316" cy="69494"/>
          </a:xfrm>
          <a:prstGeom prst="rect">
            <a:avLst/>
          </a:prstGeom>
          <a:solidFill>
            <a:srgbClr val="E4EBF3"/>
          </a:solidFill>
          <a:ln w="12700">
            <a:solidFill>
              <a:srgbClr val="E4EBF3"/>
            </a:solidFill>
            <a:prstDash val="solid"/>
          </a:ln>
        </p:spPr>
      </p:sp>
      <p:sp>
        <p:nvSpPr>
          <p:cNvPr id="327" name="Shape 324"/>
          <p:cNvSpPr/>
          <p:nvPr/>
        </p:nvSpPr>
        <p:spPr>
          <a:xfrm>
            <a:off x="7808976" y="4063594"/>
            <a:ext cx="242316" cy="69494"/>
          </a:xfrm>
          <a:prstGeom prst="rect">
            <a:avLst/>
          </a:prstGeom>
          <a:solidFill>
            <a:srgbClr val="16305B"/>
          </a:solidFill>
          <a:ln w="12700">
            <a:solidFill>
              <a:srgbClr val="16305B"/>
            </a:solidFill>
            <a:prstDash val="solid"/>
          </a:ln>
        </p:spPr>
      </p:sp>
      <p:sp>
        <p:nvSpPr>
          <p:cNvPr id="328" name="Shape 325"/>
          <p:cNvSpPr/>
          <p:nvPr/>
        </p:nvSpPr>
        <p:spPr>
          <a:xfrm>
            <a:off x="8074152" y="4063594"/>
            <a:ext cx="242316" cy="69494"/>
          </a:xfrm>
          <a:prstGeom prst="rect">
            <a:avLst/>
          </a:prstGeom>
          <a:solidFill>
            <a:srgbClr val="16305B"/>
          </a:solidFill>
          <a:ln w="12700">
            <a:solidFill>
              <a:srgbClr val="16305B"/>
            </a:solidFill>
            <a:prstDash val="solid"/>
          </a:ln>
        </p:spPr>
      </p:sp>
      <p:sp>
        <p:nvSpPr>
          <p:cNvPr id="329" name="Shape 326"/>
          <p:cNvSpPr/>
          <p:nvPr/>
        </p:nvSpPr>
        <p:spPr>
          <a:xfrm>
            <a:off x="8339328" y="4063594"/>
            <a:ext cx="242316" cy="69494"/>
          </a:xfrm>
          <a:prstGeom prst="rect">
            <a:avLst/>
          </a:prstGeom>
          <a:solidFill>
            <a:srgbClr val="E4EBF3"/>
          </a:solidFill>
          <a:ln w="12700">
            <a:solidFill>
              <a:srgbClr val="E4EBF3"/>
            </a:solidFill>
            <a:prstDash val="solid"/>
          </a:ln>
        </p:spPr>
      </p:sp>
      <p:sp>
        <p:nvSpPr>
          <p:cNvPr id="330" name="Shape 327"/>
          <p:cNvSpPr/>
          <p:nvPr/>
        </p:nvSpPr>
        <p:spPr>
          <a:xfrm>
            <a:off x="8604504" y="4063594"/>
            <a:ext cx="242316" cy="69494"/>
          </a:xfrm>
          <a:prstGeom prst="rect">
            <a:avLst/>
          </a:prstGeom>
          <a:solidFill>
            <a:srgbClr val="E4EBF3"/>
          </a:solidFill>
          <a:ln w="12700">
            <a:solidFill>
              <a:srgbClr val="E4EBF3"/>
            </a:solidFill>
            <a:prstDash val="solid"/>
          </a:ln>
        </p:spPr>
      </p:sp>
      <p:sp>
        <p:nvSpPr>
          <p:cNvPr id="331" name="Shape 328"/>
          <p:cNvSpPr/>
          <p:nvPr/>
        </p:nvSpPr>
        <p:spPr>
          <a:xfrm>
            <a:off x="8869680" y="4063594"/>
            <a:ext cx="242316" cy="69494"/>
          </a:xfrm>
          <a:prstGeom prst="rect">
            <a:avLst/>
          </a:prstGeom>
          <a:solidFill>
            <a:srgbClr val="16305B"/>
          </a:solidFill>
          <a:ln w="12700">
            <a:solidFill>
              <a:srgbClr val="16305B"/>
            </a:solidFill>
            <a:prstDash val="solid"/>
          </a:ln>
        </p:spPr>
      </p:sp>
      <p:sp>
        <p:nvSpPr>
          <p:cNvPr id="332" name="Shape 329"/>
          <p:cNvSpPr/>
          <p:nvPr/>
        </p:nvSpPr>
        <p:spPr>
          <a:xfrm>
            <a:off x="9134856" y="4063594"/>
            <a:ext cx="242316" cy="69494"/>
          </a:xfrm>
          <a:prstGeom prst="rect">
            <a:avLst/>
          </a:prstGeom>
          <a:solidFill>
            <a:srgbClr val="E4EBF3"/>
          </a:solidFill>
          <a:ln w="12700">
            <a:solidFill>
              <a:srgbClr val="E4EBF3"/>
            </a:solidFill>
            <a:prstDash val="solid"/>
          </a:ln>
        </p:spPr>
      </p:sp>
      <p:sp>
        <p:nvSpPr>
          <p:cNvPr id="333" name="Shape 330"/>
          <p:cNvSpPr/>
          <p:nvPr/>
        </p:nvSpPr>
        <p:spPr>
          <a:xfrm>
            <a:off x="9400032" y="4063594"/>
            <a:ext cx="242316" cy="69494"/>
          </a:xfrm>
          <a:prstGeom prst="rect">
            <a:avLst/>
          </a:prstGeom>
          <a:solidFill>
            <a:srgbClr val="8FB0D4"/>
          </a:solidFill>
          <a:ln w="12700">
            <a:solidFill>
              <a:srgbClr val="8FB0D4"/>
            </a:solidFill>
            <a:prstDash val="solid"/>
          </a:ln>
        </p:spPr>
      </p:sp>
      <p:sp>
        <p:nvSpPr>
          <p:cNvPr id="334" name="Shape 331"/>
          <p:cNvSpPr/>
          <p:nvPr/>
        </p:nvSpPr>
        <p:spPr>
          <a:xfrm>
            <a:off x="9665208" y="4063594"/>
            <a:ext cx="242316" cy="69494"/>
          </a:xfrm>
          <a:prstGeom prst="rect">
            <a:avLst/>
          </a:prstGeom>
          <a:solidFill>
            <a:srgbClr val="E4EBF3"/>
          </a:solidFill>
          <a:ln w="12700">
            <a:solidFill>
              <a:srgbClr val="E4EBF3"/>
            </a:solidFill>
            <a:prstDash val="solid"/>
          </a:ln>
        </p:spPr>
      </p:sp>
      <p:sp>
        <p:nvSpPr>
          <p:cNvPr id="335" name="Shape 332"/>
          <p:cNvSpPr/>
          <p:nvPr/>
        </p:nvSpPr>
        <p:spPr>
          <a:xfrm>
            <a:off x="9930384" y="4063594"/>
            <a:ext cx="242316" cy="69494"/>
          </a:xfrm>
          <a:prstGeom prst="rect">
            <a:avLst/>
          </a:prstGeom>
          <a:solidFill>
            <a:srgbClr val="16305B"/>
          </a:solidFill>
          <a:ln w="12700">
            <a:solidFill>
              <a:srgbClr val="16305B"/>
            </a:solidFill>
            <a:prstDash val="solid"/>
          </a:ln>
        </p:spPr>
      </p:sp>
      <p:sp>
        <p:nvSpPr>
          <p:cNvPr id="336" name="Shape 333"/>
          <p:cNvSpPr/>
          <p:nvPr/>
        </p:nvSpPr>
        <p:spPr>
          <a:xfrm>
            <a:off x="10195560" y="4063594"/>
            <a:ext cx="242316" cy="69494"/>
          </a:xfrm>
          <a:prstGeom prst="rect">
            <a:avLst/>
          </a:prstGeom>
          <a:solidFill>
            <a:srgbClr val="E4EBF3"/>
          </a:solidFill>
          <a:ln w="12700">
            <a:solidFill>
              <a:srgbClr val="E4EBF3"/>
            </a:solidFill>
            <a:prstDash val="solid"/>
          </a:ln>
        </p:spPr>
      </p:sp>
      <p:sp>
        <p:nvSpPr>
          <p:cNvPr id="337" name="Shape 334"/>
          <p:cNvSpPr/>
          <p:nvPr/>
        </p:nvSpPr>
        <p:spPr>
          <a:xfrm>
            <a:off x="10460736" y="4063594"/>
            <a:ext cx="242316" cy="69494"/>
          </a:xfrm>
          <a:prstGeom prst="rect">
            <a:avLst/>
          </a:prstGeom>
          <a:solidFill>
            <a:srgbClr val="E2F4F8"/>
          </a:solidFill>
          <a:ln w="12700">
            <a:solidFill>
              <a:srgbClr val="E2F4F8"/>
            </a:solidFill>
            <a:prstDash val="solid"/>
          </a:ln>
        </p:spPr>
      </p:sp>
      <p:sp>
        <p:nvSpPr>
          <p:cNvPr id="338" name="Shape 335"/>
          <p:cNvSpPr/>
          <p:nvPr/>
        </p:nvSpPr>
        <p:spPr>
          <a:xfrm>
            <a:off x="10725912" y="4063594"/>
            <a:ext cx="242316" cy="69494"/>
          </a:xfrm>
          <a:prstGeom prst="rect">
            <a:avLst/>
          </a:prstGeom>
          <a:solidFill>
            <a:srgbClr val="0090B0"/>
          </a:solidFill>
          <a:ln w="12700">
            <a:solidFill>
              <a:srgbClr val="0090B0"/>
            </a:solidFill>
            <a:prstDash val="solid"/>
          </a:ln>
        </p:spPr>
      </p:sp>
      <p:sp>
        <p:nvSpPr>
          <p:cNvPr id="339" name="Shape 336"/>
          <p:cNvSpPr/>
          <p:nvPr/>
        </p:nvSpPr>
        <p:spPr>
          <a:xfrm>
            <a:off x="10991088" y="4063594"/>
            <a:ext cx="242316" cy="69494"/>
          </a:xfrm>
          <a:prstGeom prst="rect">
            <a:avLst/>
          </a:prstGeom>
          <a:solidFill>
            <a:srgbClr val="0090B0"/>
          </a:solidFill>
          <a:ln w="12700">
            <a:solidFill>
              <a:srgbClr val="0090B0"/>
            </a:solidFill>
            <a:prstDash val="solid"/>
          </a:ln>
        </p:spPr>
      </p:sp>
      <p:sp>
        <p:nvSpPr>
          <p:cNvPr id="340" name="Shape 337"/>
          <p:cNvSpPr/>
          <p:nvPr/>
        </p:nvSpPr>
        <p:spPr>
          <a:xfrm>
            <a:off x="7543800" y="4149547"/>
            <a:ext cx="242316" cy="69494"/>
          </a:xfrm>
          <a:prstGeom prst="rect">
            <a:avLst/>
          </a:prstGeom>
          <a:solidFill>
            <a:srgbClr val="E4EBF3"/>
          </a:solidFill>
          <a:ln w="12700">
            <a:solidFill>
              <a:srgbClr val="E4EBF3"/>
            </a:solidFill>
            <a:prstDash val="solid"/>
          </a:ln>
        </p:spPr>
      </p:sp>
      <p:sp>
        <p:nvSpPr>
          <p:cNvPr id="341" name="Shape 338"/>
          <p:cNvSpPr/>
          <p:nvPr/>
        </p:nvSpPr>
        <p:spPr>
          <a:xfrm>
            <a:off x="7808976" y="4149547"/>
            <a:ext cx="242316" cy="69494"/>
          </a:xfrm>
          <a:prstGeom prst="rect">
            <a:avLst/>
          </a:prstGeom>
          <a:solidFill>
            <a:srgbClr val="16305B"/>
          </a:solidFill>
          <a:ln w="12700">
            <a:solidFill>
              <a:srgbClr val="16305B"/>
            </a:solidFill>
            <a:prstDash val="solid"/>
          </a:ln>
        </p:spPr>
      </p:sp>
      <p:sp>
        <p:nvSpPr>
          <p:cNvPr id="342" name="Shape 339"/>
          <p:cNvSpPr/>
          <p:nvPr/>
        </p:nvSpPr>
        <p:spPr>
          <a:xfrm>
            <a:off x="8074152" y="4149547"/>
            <a:ext cx="242316" cy="69494"/>
          </a:xfrm>
          <a:prstGeom prst="rect">
            <a:avLst/>
          </a:prstGeom>
          <a:solidFill>
            <a:srgbClr val="16305B"/>
          </a:solidFill>
          <a:ln w="12700">
            <a:solidFill>
              <a:srgbClr val="16305B"/>
            </a:solidFill>
            <a:prstDash val="solid"/>
          </a:ln>
        </p:spPr>
      </p:sp>
      <p:sp>
        <p:nvSpPr>
          <p:cNvPr id="343" name="Shape 340"/>
          <p:cNvSpPr/>
          <p:nvPr/>
        </p:nvSpPr>
        <p:spPr>
          <a:xfrm>
            <a:off x="8339328" y="4149547"/>
            <a:ext cx="242316" cy="69494"/>
          </a:xfrm>
          <a:prstGeom prst="rect">
            <a:avLst/>
          </a:prstGeom>
          <a:solidFill>
            <a:srgbClr val="16305B"/>
          </a:solidFill>
          <a:ln w="12700">
            <a:solidFill>
              <a:srgbClr val="16305B"/>
            </a:solidFill>
            <a:prstDash val="solid"/>
          </a:ln>
        </p:spPr>
      </p:sp>
      <p:sp>
        <p:nvSpPr>
          <p:cNvPr id="344" name="Shape 341"/>
          <p:cNvSpPr/>
          <p:nvPr/>
        </p:nvSpPr>
        <p:spPr>
          <a:xfrm>
            <a:off x="8604504" y="4149547"/>
            <a:ext cx="242316" cy="69494"/>
          </a:xfrm>
          <a:prstGeom prst="rect">
            <a:avLst/>
          </a:prstGeom>
          <a:solidFill>
            <a:srgbClr val="E4EBF3"/>
          </a:solidFill>
          <a:ln w="12700">
            <a:solidFill>
              <a:srgbClr val="E4EBF3"/>
            </a:solidFill>
            <a:prstDash val="solid"/>
          </a:ln>
        </p:spPr>
      </p:sp>
      <p:sp>
        <p:nvSpPr>
          <p:cNvPr id="345" name="Shape 342"/>
          <p:cNvSpPr/>
          <p:nvPr/>
        </p:nvSpPr>
        <p:spPr>
          <a:xfrm>
            <a:off x="8869680" y="4149547"/>
            <a:ext cx="242316" cy="69494"/>
          </a:xfrm>
          <a:prstGeom prst="rect">
            <a:avLst/>
          </a:prstGeom>
          <a:solidFill>
            <a:srgbClr val="E4EBF3"/>
          </a:solidFill>
          <a:ln w="12700">
            <a:solidFill>
              <a:srgbClr val="E4EBF3"/>
            </a:solidFill>
            <a:prstDash val="solid"/>
          </a:ln>
        </p:spPr>
      </p:sp>
      <p:sp>
        <p:nvSpPr>
          <p:cNvPr id="346" name="Shape 343"/>
          <p:cNvSpPr/>
          <p:nvPr/>
        </p:nvSpPr>
        <p:spPr>
          <a:xfrm>
            <a:off x="9134856" y="4149547"/>
            <a:ext cx="242316" cy="69494"/>
          </a:xfrm>
          <a:prstGeom prst="rect">
            <a:avLst/>
          </a:prstGeom>
          <a:solidFill>
            <a:srgbClr val="16305B"/>
          </a:solidFill>
          <a:ln w="12700">
            <a:solidFill>
              <a:srgbClr val="16305B"/>
            </a:solidFill>
            <a:prstDash val="solid"/>
          </a:ln>
        </p:spPr>
      </p:sp>
      <p:sp>
        <p:nvSpPr>
          <p:cNvPr id="347" name="Shape 344"/>
          <p:cNvSpPr/>
          <p:nvPr/>
        </p:nvSpPr>
        <p:spPr>
          <a:xfrm>
            <a:off x="9400032" y="4149547"/>
            <a:ext cx="242316" cy="69494"/>
          </a:xfrm>
          <a:prstGeom prst="rect">
            <a:avLst/>
          </a:prstGeom>
          <a:solidFill>
            <a:srgbClr val="E4EBF3"/>
          </a:solidFill>
          <a:ln w="12700">
            <a:solidFill>
              <a:srgbClr val="E4EBF3"/>
            </a:solidFill>
            <a:prstDash val="solid"/>
          </a:ln>
        </p:spPr>
      </p:sp>
      <p:sp>
        <p:nvSpPr>
          <p:cNvPr id="348" name="Shape 345"/>
          <p:cNvSpPr/>
          <p:nvPr/>
        </p:nvSpPr>
        <p:spPr>
          <a:xfrm>
            <a:off x="9665208" y="4149547"/>
            <a:ext cx="242316" cy="69494"/>
          </a:xfrm>
          <a:prstGeom prst="rect">
            <a:avLst/>
          </a:prstGeom>
          <a:solidFill>
            <a:srgbClr val="8FB0D4"/>
          </a:solidFill>
          <a:ln w="12700">
            <a:solidFill>
              <a:srgbClr val="8FB0D4"/>
            </a:solidFill>
            <a:prstDash val="solid"/>
          </a:ln>
        </p:spPr>
      </p:sp>
      <p:sp>
        <p:nvSpPr>
          <p:cNvPr id="349" name="Shape 346"/>
          <p:cNvSpPr/>
          <p:nvPr/>
        </p:nvSpPr>
        <p:spPr>
          <a:xfrm>
            <a:off x="9930384" y="4149547"/>
            <a:ext cx="242316" cy="69494"/>
          </a:xfrm>
          <a:prstGeom prst="rect">
            <a:avLst/>
          </a:prstGeom>
          <a:solidFill>
            <a:srgbClr val="E4EBF3"/>
          </a:solidFill>
          <a:ln w="12700">
            <a:solidFill>
              <a:srgbClr val="E4EBF3"/>
            </a:solidFill>
            <a:prstDash val="solid"/>
          </a:ln>
        </p:spPr>
      </p:sp>
      <p:sp>
        <p:nvSpPr>
          <p:cNvPr id="350" name="Shape 347"/>
          <p:cNvSpPr/>
          <p:nvPr/>
        </p:nvSpPr>
        <p:spPr>
          <a:xfrm>
            <a:off x="10195560" y="4149547"/>
            <a:ext cx="242316" cy="69494"/>
          </a:xfrm>
          <a:prstGeom prst="rect">
            <a:avLst/>
          </a:prstGeom>
          <a:solidFill>
            <a:srgbClr val="16305B"/>
          </a:solidFill>
          <a:ln w="12700">
            <a:solidFill>
              <a:srgbClr val="16305B"/>
            </a:solidFill>
            <a:prstDash val="solid"/>
          </a:ln>
        </p:spPr>
      </p:sp>
      <p:sp>
        <p:nvSpPr>
          <p:cNvPr id="351" name="Shape 348"/>
          <p:cNvSpPr/>
          <p:nvPr/>
        </p:nvSpPr>
        <p:spPr>
          <a:xfrm>
            <a:off x="10460736" y="4149547"/>
            <a:ext cx="242316" cy="69494"/>
          </a:xfrm>
          <a:prstGeom prst="rect">
            <a:avLst/>
          </a:prstGeom>
          <a:solidFill>
            <a:srgbClr val="E2F4F8"/>
          </a:solidFill>
          <a:ln w="12700">
            <a:solidFill>
              <a:srgbClr val="E2F4F8"/>
            </a:solidFill>
            <a:prstDash val="solid"/>
          </a:ln>
        </p:spPr>
      </p:sp>
      <p:sp>
        <p:nvSpPr>
          <p:cNvPr id="352" name="Shape 349"/>
          <p:cNvSpPr/>
          <p:nvPr/>
        </p:nvSpPr>
        <p:spPr>
          <a:xfrm>
            <a:off x="10725912" y="4149547"/>
            <a:ext cx="242316" cy="69494"/>
          </a:xfrm>
          <a:prstGeom prst="rect">
            <a:avLst/>
          </a:prstGeom>
          <a:solidFill>
            <a:srgbClr val="E2F4F8"/>
          </a:solidFill>
          <a:ln w="12700">
            <a:solidFill>
              <a:srgbClr val="E2F4F8"/>
            </a:solidFill>
            <a:prstDash val="solid"/>
          </a:ln>
        </p:spPr>
      </p:sp>
      <p:sp>
        <p:nvSpPr>
          <p:cNvPr id="353" name="Shape 350"/>
          <p:cNvSpPr/>
          <p:nvPr/>
        </p:nvSpPr>
        <p:spPr>
          <a:xfrm>
            <a:off x="10991088" y="4149547"/>
            <a:ext cx="242316" cy="69494"/>
          </a:xfrm>
          <a:prstGeom prst="rect">
            <a:avLst/>
          </a:prstGeom>
          <a:solidFill>
            <a:srgbClr val="0090B0"/>
          </a:solidFill>
          <a:ln w="12700">
            <a:solidFill>
              <a:srgbClr val="0090B0"/>
            </a:solidFill>
            <a:prstDash val="solid"/>
          </a:ln>
        </p:spPr>
      </p:sp>
      <p:sp>
        <p:nvSpPr>
          <p:cNvPr id="354" name="Shape 351"/>
          <p:cNvSpPr/>
          <p:nvPr/>
        </p:nvSpPr>
        <p:spPr>
          <a:xfrm>
            <a:off x="7543800" y="4235501"/>
            <a:ext cx="242316" cy="69494"/>
          </a:xfrm>
          <a:prstGeom prst="rect">
            <a:avLst/>
          </a:prstGeom>
          <a:solidFill>
            <a:srgbClr val="E4EBF3"/>
          </a:solidFill>
          <a:ln w="12700">
            <a:solidFill>
              <a:srgbClr val="E4EBF3"/>
            </a:solidFill>
            <a:prstDash val="solid"/>
          </a:ln>
        </p:spPr>
      </p:sp>
      <p:sp>
        <p:nvSpPr>
          <p:cNvPr id="355" name="Shape 352"/>
          <p:cNvSpPr/>
          <p:nvPr/>
        </p:nvSpPr>
        <p:spPr>
          <a:xfrm>
            <a:off x="7808976" y="4235501"/>
            <a:ext cx="242316" cy="69494"/>
          </a:xfrm>
          <a:prstGeom prst="rect">
            <a:avLst/>
          </a:prstGeom>
          <a:solidFill>
            <a:srgbClr val="16305B"/>
          </a:solidFill>
          <a:ln w="12700">
            <a:solidFill>
              <a:srgbClr val="16305B"/>
            </a:solidFill>
            <a:prstDash val="solid"/>
          </a:ln>
        </p:spPr>
      </p:sp>
      <p:sp>
        <p:nvSpPr>
          <p:cNvPr id="356" name="Shape 353"/>
          <p:cNvSpPr/>
          <p:nvPr/>
        </p:nvSpPr>
        <p:spPr>
          <a:xfrm>
            <a:off x="8074152" y="4235501"/>
            <a:ext cx="242316" cy="69494"/>
          </a:xfrm>
          <a:prstGeom prst="rect">
            <a:avLst/>
          </a:prstGeom>
          <a:solidFill>
            <a:srgbClr val="16305B"/>
          </a:solidFill>
          <a:ln w="12700">
            <a:solidFill>
              <a:srgbClr val="16305B"/>
            </a:solidFill>
            <a:prstDash val="solid"/>
          </a:ln>
        </p:spPr>
      </p:sp>
      <p:sp>
        <p:nvSpPr>
          <p:cNvPr id="357" name="Shape 354"/>
          <p:cNvSpPr/>
          <p:nvPr/>
        </p:nvSpPr>
        <p:spPr>
          <a:xfrm>
            <a:off x="8339328" y="4235501"/>
            <a:ext cx="242316" cy="69494"/>
          </a:xfrm>
          <a:prstGeom prst="rect">
            <a:avLst/>
          </a:prstGeom>
          <a:solidFill>
            <a:srgbClr val="16305B"/>
          </a:solidFill>
          <a:ln w="12700">
            <a:solidFill>
              <a:srgbClr val="16305B"/>
            </a:solidFill>
            <a:prstDash val="solid"/>
          </a:ln>
        </p:spPr>
      </p:sp>
      <p:sp>
        <p:nvSpPr>
          <p:cNvPr id="358" name="Shape 355"/>
          <p:cNvSpPr/>
          <p:nvPr/>
        </p:nvSpPr>
        <p:spPr>
          <a:xfrm>
            <a:off x="8604504" y="4235501"/>
            <a:ext cx="242316" cy="69494"/>
          </a:xfrm>
          <a:prstGeom prst="rect">
            <a:avLst/>
          </a:prstGeom>
          <a:solidFill>
            <a:srgbClr val="16305B"/>
          </a:solidFill>
          <a:ln w="12700">
            <a:solidFill>
              <a:srgbClr val="16305B"/>
            </a:solidFill>
            <a:prstDash val="solid"/>
          </a:ln>
        </p:spPr>
      </p:sp>
      <p:sp>
        <p:nvSpPr>
          <p:cNvPr id="359" name="Shape 356"/>
          <p:cNvSpPr/>
          <p:nvPr/>
        </p:nvSpPr>
        <p:spPr>
          <a:xfrm>
            <a:off x="8869680" y="4235501"/>
            <a:ext cx="242316" cy="69494"/>
          </a:xfrm>
          <a:prstGeom prst="rect">
            <a:avLst/>
          </a:prstGeom>
          <a:solidFill>
            <a:srgbClr val="E4EBF3"/>
          </a:solidFill>
          <a:ln w="12700">
            <a:solidFill>
              <a:srgbClr val="E4EBF3"/>
            </a:solidFill>
            <a:prstDash val="solid"/>
          </a:ln>
        </p:spPr>
      </p:sp>
      <p:sp>
        <p:nvSpPr>
          <p:cNvPr id="360" name="Shape 357"/>
          <p:cNvSpPr/>
          <p:nvPr/>
        </p:nvSpPr>
        <p:spPr>
          <a:xfrm>
            <a:off x="9134856" y="4235501"/>
            <a:ext cx="242316" cy="69494"/>
          </a:xfrm>
          <a:prstGeom prst="rect">
            <a:avLst/>
          </a:prstGeom>
          <a:solidFill>
            <a:srgbClr val="E4EBF3"/>
          </a:solidFill>
          <a:ln w="12700">
            <a:solidFill>
              <a:srgbClr val="E4EBF3"/>
            </a:solidFill>
            <a:prstDash val="solid"/>
          </a:ln>
        </p:spPr>
      </p:sp>
      <p:sp>
        <p:nvSpPr>
          <p:cNvPr id="361" name="Shape 358"/>
          <p:cNvSpPr/>
          <p:nvPr/>
        </p:nvSpPr>
        <p:spPr>
          <a:xfrm>
            <a:off x="9400032" y="4235501"/>
            <a:ext cx="242316" cy="69494"/>
          </a:xfrm>
          <a:prstGeom prst="rect">
            <a:avLst/>
          </a:prstGeom>
          <a:solidFill>
            <a:srgbClr val="16305B"/>
          </a:solidFill>
          <a:ln w="12700">
            <a:solidFill>
              <a:srgbClr val="16305B"/>
            </a:solidFill>
            <a:prstDash val="solid"/>
          </a:ln>
        </p:spPr>
      </p:sp>
      <p:sp>
        <p:nvSpPr>
          <p:cNvPr id="362" name="Shape 359"/>
          <p:cNvSpPr/>
          <p:nvPr/>
        </p:nvSpPr>
        <p:spPr>
          <a:xfrm>
            <a:off x="9665208" y="4235501"/>
            <a:ext cx="242316" cy="69494"/>
          </a:xfrm>
          <a:prstGeom prst="rect">
            <a:avLst/>
          </a:prstGeom>
          <a:solidFill>
            <a:srgbClr val="E4EBF3"/>
          </a:solidFill>
          <a:ln w="12700">
            <a:solidFill>
              <a:srgbClr val="E4EBF3"/>
            </a:solidFill>
            <a:prstDash val="solid"/>
          </a:ln>
        </p:spPr>
      </p:sp>
      <p:sp>
        <p:nvSpPr>
          <p:cNvPr id="363" name="Shape 360"/>
          <p:cNvSpPr/>
          <p:nvPr/>
        </p:nvSpPr>
        <p:spPr>
          <a:xfrm>
            <a:off x="9930384" y="4235501"/>
            <a:ext cx="242316" cy="69494"/>
          </a:xfrm>
          <a:prstGeom prst="rect">
            <a:avLst/>
          </a:prstGeom>
          <a:solidFill>
            <a:srgbClr val="8FB0D4"/>
          </a:solidFill>
          <a:ln w="12700">
            <a:solidFill>
              <a:srgbClr val="8FB0D4"/>
            </a:solidFill>
            <a:prstDash val="solid"/>
          </a:ln>
        </p:spPr>
      </p:sp>
      <p:sp>
        <p:nvSpPr>
          <p:cNvPr id="364" name="Shape 361"/>
          <p:cNvSpPr/>
          <p:nvPr/>
        </p:nvSpPr>
        <p:spPr>
          <a:xfrm>
            <a:off x="10195560" y="4235501"/>
            <a:ext cx="242316" cy="69494"/>
          </a:xfrm>
          <a:prstGeom prst="rect">
            <a:avLst/>
          </a:prstGeom>
          <a:solidFill>
            <a:srgbClr val="E4EBF3"/>
          </a:solidFill>
          <a:ln w="12700">
            <a:solidFill>
              <a:srgbClr val="E4EBF3"/>
            </a:solidFill>
            <a:prstDash val="solid"/>
          </a:ln>
        </p:spPr>
      </p:sp>
      <p:sp>
        <p:nvSpPr>
          <p:cNvPr id="365" name="Shape 362"/>
          <p:cNvSpPr/>
          <p:nvPr/>
        </p:nvSpPr>
        <p:spPr>
          <a:xfrm>
            <a:off x="10460736" y="4235501"/>
            <a:ext cx="242316" cy="69494"/>
          </a:xfrm>
          <a:prstGeom prst="rect">
            <a:avLst/>
          </a:prstGeom>
          <a:solidFill>
            <a:srgbClr val="0090B0"/>
          </a:solidFill>
          <a:ln w="12700">
            <a:solidFill>
              <a:srgbClr val="0090B0"/>
            </a:solidFill>
            <a:prstDash val="solid"/>
          </a:ln>
        </p:spPr>
      </p:sp>
      <p:sp>
        <p:nvSpPr>
          <p:cNvPr id="366" name="Shape 363"/>
          <p:cNvSpPr/>
          <p:nvPr/>
        </p:nvSpPr>
        <p:spPr>
          <a:xfrm>
            <a:off x="10725912" y="4235501"/>
            <a:ext cx="242316" cy="69494"/>
          </a:xfrm>
          <a:prstGeom prst="rect">
            <a:avLst/>
          </a:prstGeom>
          <a:solidFill>
            <a:srgbClr val="E2F4F8"/>
          </a:solidFill>
          <a:ln w="12700">
            <a:solidFill>
              <a:srgbClr val="E2F4F8"/>
            </a:solidFill>
            <a:prstDash val="solid"/>
          </a:ln>
        </p:spPr>
      </p:sp>
      <p:sp>
        <p:nvSpPr>
          <p:cNvPr id="367" name="Shape 364"/>
          <p:cNvSpPr/>
          <p:nvPr/>
        </p:nvSpPr>
        <p:spPr>
          <a:xfrm>
            <a:off x="10991088" y="4235501"/>
            <a:ext cx="242316" cy="69494"/>
          </a:xfrm>
          <a:prstGeom prst="rect">
            <a:avLst/>
          </a:prstGeom>
          <a:solidFill>
            <a:srgbClr val="E2F4F8"/>
          </a:solidFill>
          <a:ln w="12700">
            <a:solidFill>
              <a:srgbClr val="E2F4F8"/>
            </a:solidFill>
            <a:prstDash val="solid"/>
          </a:ln>
        </p:spPr>
      </p:sp>
      <p:sp>
        <p:nvSpPr>
          <p:cNvPr id="368" name="Shape 365"/>
          <p:cNvSpPr/>
          <p:nvPr/>
        </p:nvSpPr>
        <p:spPr>
          <a:xfrm>
            <a:off x="7543800" y="4321454"/>
            <a:ext cx="242316" cy="69494"/>
          </a:xfrm>
          <a:prstGeom prst="rect">
            <a:avLst/>
          </a:prstGeom>
          <a:solidFill>
            <a:srgbClr val="E4EBF3"/>
          </a:solidFill>
          <a:ln w="12700">
            <a:solidFill>
              <a:srgbClr val="E4EBF3"/>
            </a:solidFill>
            <a:prstDash val="solid"/>
          </a:ln>
        </p:spPr>
      </p:sp>
      <p:sp>
        <p:nvSpPr>
          <p:cNvPr id="369" name="Shape 366"/>
          <p:cNvSpPr/>
          <p:nvPr/>
        </p:nvSpPr>
        <p:spPr>
          <a:xfrm>
            <a:off x="7808976" y="4321454"/>
            <a:ext cx="242316" cy="69494"/>
          </a:xfrm>
          <a:prstGeom prst="rect">
            <a:avLst/>
          </a:prstGeom>
          <a:solidFill>
            <a:srgbClr val="E4EBF3"/>
          </a:solidFill>
          <a:ln w="12700">
            <a:solidFill>
              <a:srgbClr val="E4EBF3"/>
            </a:solidFill>
            <a:prstDash val="solid"/>
          </a:ln>
        </p:spPr>
      </p:sp>
      <p:sp>
        <p:nvSpPr>
          <p:cNvPr id="370" name="Shape 367"/>
          <p:cNvSpPr/>
          <p:nvPr/>
        </p:nvSpPr>
        <p:spPr>
          <a:xfrm>
            <a:off x="8074152" y="4321454"/>
            <a:ext cx="242316" cy="69494"/>
          </a:xfrm>
          <a:prstGeom prst="rect">
            <a:avLst/>
          </a:prstGeom>
          <a:solidFill>
            <a:srgbClr val="16305B"/>
          </a:solidFill>
          <a:ln w="12700">
            <a:solidFill>
              <a:srgbClr val="16305B"/>
            </a:solidFill>
            <a:prstDash val="solid"/>
          </a:ln>
        </p:spPr>
      </p:sp>
      <p:sp>
        <p:nvSpPr>
          <p:cNvPr id="371" name="Shape 368"/>
          <p:cNvSpPr/>
          <p:nvPr/>
        </p:nvSpPr>
        <p:spPr>
          <a:xfrm>
            <a:off x="8339328" y="4321454"/>
            <a:ext cx="242316" cy="69494"/>
          </a:xfrm>
          <a:prstGeom prst="rect">
            <a:avLst/>
          </a:prstGeom>
          <a:solidFill>
            <a:srgbClr val="16305B"/>
          </a:solidFill>
          <a:ln w="12700">
            <a:solidFill>
              <a:srgbClr val="16305B"/>
            </a:solidFill>
            <a:prstDash val="solid"/>
          </a:ln>
        </p:spPr>
      </p:sp>
      <p:sp>
        <p:nvSpPr>
          <p:cNvPr id="372" name="Shape 369"/>
          <p:cNvSpPr/>
          <p:nvPr/>
        </p:nvSpPr>
        <p:spPr>
          <a:xfrm>
            <a:off x="8604504" y="4321454"/>
            <a:ext cx="242316" cy="69494"/>
          </a:xfrm>
          <a:prstGeom prst="rect">
            <a:avLst/>
          </a:prstGeom>
          <a:solidFill>
            <a:srgbClr val="16305B"/>
          </a:solidFill>
          <a:ln w="12700">
            <a:solidFill>
              <a:srgbClr val="16305B"/>
            </a:solidFill>
            <a:prstDash val="solid"/>
          </a:ln>
        </p:spPr>
      </p:sp>
      <p:sp>
        <p:nvSpPr>
          <p:cNvPr id="373" name="Shape 370"/>
          <p:cNvSpPr/>
          <p:nvPr/>
        </p:nvSpPr>
        <p:spPr>
          <a:xfrm>
            <a:off x="8869680" y="4321454"/>
            <a:ext cx="242316" cy="69494"/>
          </a:xfrm>
          <a:prstGeom prst="rect">
            <a:avLst/>
          </a:prstGeom>
          <a:solidFill>
            <a:srgbClr val="16305B"/>
          </a:solidFill>
          <a:ln w="12700">
            <a:solidFill>
              <a:srgbClr val="16305B"/>
            </a:solidFill>
            <a:prstDash val="solid"/>
          </a:ln>
        </p:spPr>
      </p:sp>
      <p:sp>
        <p:nvSpPr>
          <p:cNvPr id="374" name="Shape 371"/>
          <p:cNvSpPr/>
          <p:nvPr/>
        </p:nvSpPr>
        <p:spPr>
          <a:xfrm>
            <a:off x="9134856" y="4321454"/>
            <a:ext cx="242316" cy="69494"/>
          </a:xfrm>
          <a:prstGeom prst="rect">
            <a:avLst/>
          </a:prstGeom>
          <a:solidFill>
            <a:srgbClr val="E4EBF3"/>
          </a:solidFill>
          <a:ln w="12700">
            <a:solidFill>
              <a:srgbClr val="E4EBF3"/>
            </a:solidFill>
            <a:prstDash val="solid"/>
          </a:ln>
        </p:spPr>
      </p:sp>
      <p:sp>
        <p:nvSpPr>
          <p:cNvPr id="375" name="Shape 372"/>
          <p:cNvSpPr/>
          <p:nvPr/>
        </p:nvSpPr>
        <p:spPr>
          <a:xfrm>
            <a:off x="9400032" y="4321454"/>
            <a:ext cx="242316" cy="69494"/>
          </a:xfrm>
          <a:prstGeom prst="rect">
            <a:avLst/>
          </a:prstGeom>
          <a:solidFill>
            <a:srgbClr val="E4EBF3"/>
          </a:solidFill>
          <a:ln w="12700">
            <a:solidFill>
              <a:srgbClr val="E4EBF3"/>
            </a:solidFill>
            <a:prstDash val="solid"/>
          </a:ln>
        </p:spPr>
      </p:sp>
      <p:sp>
        <p:nvSpPr>
          <p:cNvPr id="376" name="Shape 373"/>
          <p:cNvSpPr/>
          <p:nvPr/>
        </p:nvSpPr>
        <p:spPr>
          <a:xfrm>
            <a:off x="9665208" y="4321454"/>
            <a:ext cx="242316" cy="69494"/>
          </a:xfrm>
          <a:prstGeom prst="rect">
            <a:avLst/>
          </a:prstGeom>
          <a:solidFill>
            <a:srgbClr val="16305B"/>
          </a:solidFill>
          <a:ln w="12700">
            <a:solidFill>
              <a:srgbClr val="16305B"/>
            </a:solidFill>
            <a:prstDash val="solid"/>
          </a:ln>
        </p:spPr>
      </p:sp>
      <p:sp>
        <p:nvSpPr>
          <p:cNvPr id="377" name="Shape 374"/>
          <p:cNvSpPr/>
          <p:nvPr/>
        </p:nvSpPr>
        <p:spPr>
          <a:xfrm>
            <a:off x="9930384" y="4321454"/>
            <a:ext cx="242316" cy="69494"/>
          </a:xfrm>
          <a:prstGeom prst="rect">
            <a:avLst/>
          </a:prstGeom>
          <a:solidFill>
            <a:srgbClr val="E4EBF3"/>
          </a:solidFill>
          <a:ln w="12700">
            <a:solidFill>
              <a:srgbClr val="E4EBF3"/>
            </a:solidFill>
            <a:prstDash val="solid"/>
          </a:ln>
        </p:spPr>
      </p:sp>
      <p:sp>
        <p:nvSpPr>
          <p:cNvPr id="378" name="Shape 375"/>
          <p:cNvSpPr/>
          <p:nvPr/>
        </p:nvSpPr>
        <p:spPr>
          <a:xfrm>
            <a:off x="10195560" y="4321454"/>
            <a:ext cx="242316" cy="69494"/>
          </a:xfrm>
          <a:prstGeom prst="rect">
            <a:avLst/>
          </a:prstGeom>
          <a:solidFill>
            <a:srgbClr val="8FB0D4"/>
          </a:solidFill>
          <a:ln w="12700">
            <a:solidFill>
              <a:srgbClr val="8FB0D4"/>
            </a:solidFill>
            <a:prstDash val="solid"/>
          </a:ln>
        </p:spPr>
      </p:sp>
      <p:sp>
        <p:nvSpPr>
          <p:cNvPr id="379" name="Shape 376"/>
          <p:cNvSpPr/>
          <p:nvPr/>
        </p:nvSpPr>
        <p:spPr>
          <a:xfrm>
            <a:off x="10460736" y="4321454"/>
            <a:ext cx="242316" cy="69494"/>
          </a:xfrm>
          <a:prstGeom prst="rect">
            <a:avLst/>
          </a:prstGeom>
          <a:solidFill>
            <a:srgbClr val="E2F4F8"/>
          </a:solidFill>
          <a:ln w="12700">
            <a:solidFill>
              <a:srgbClr val="E2F4F8"/>
            </a:solidFill>
            <a:prstDash val="solid"/>
          </a:ln>
        </p:spPr>
      </p:sp>
      <p:sp>
        <p:nvSpPr>
          <p:cNvPr id="380" name="Shape 377"/>
          <p:cNvSpPr/>
          <p:nvPr/>
        </p:nvSpPr>
        <p:spPr>
          <a:xfrm>
            <a:off x="10725912" y="4321454"/>
            <a:ext cx="242316" cy="69494"/>
          </a:xfrm>
          <a:prstGeom prst="rect">
            <a:avLst/>
          </a:prstGeom>
          <a:solidFill>
            <a:srgbClr val="0090B0"/>
          </a:solidFill>
          <a:ln w="12700">
            <a:solidFill>
              <a:srgbClr val="0090B0"/>
            </a:solidFill>
            <a:prstDash val="solid"/>
          </a:ln>
        </p:spPr>
      </p:sp>
      <p:sp>
        <p:nvSpPr>
          <p:cNvPr id="381" name="Shape 378"/>
          <p:cNvSpPr/>
          <p:nvPr/>
        </p:nvSpPr>
        <p:spPr>
          <a:xfrm>
            <a:off x="10991088" y="4321454"/>
            <a:ext cx="242316" cy="69494"/>
          </a:xfrm>
          <a:prstGeom prst="rect">
            <a:avLst/>
          </a:prstGeom>
          <a:solidFill>
            <a:srgbClr val="E2F4F8"/>
          </a:solidFill>
          <a:ln w="12700">
            <a:solidFill>
              <a:srgbClr val="E2F4F8"/>
            </a:solidFill>
            <a:prstDash val="solid"/>
          </a:ln>
        </p:spPr>
      </p:sp>
      <p:sp>
        <p:nvSpPr>
          <p:cNvPr id="382" name="Shape 379"/>
          <p:cNvSpPr/>
          <p:nvPr/>
        </p:nvSpPr>
        <p:spPr>
          <a:xfrm>
            <a:off x="7543800" y="4407408"/>
            <a:ext cx="242316" cy="69494"/>
          </a:xfrm>
          <a:prstGeom prst="rect">
            <a:avLst/>
          </a:prstGeom>
          <a:solidFill>
            <a:srgbClr val="E4EBF3"/>
          </a:solidFill>
          <a:ln w="12700">
            <a:solidFill>
              <a:srgbClr val="E4EBF3"/>
            </a:solidFill>
            <a:prstDash val="solid"/>
          </a:ln>
        </p:spPr>
      </p:sp>
      <p:sp>
        <p:nvSpPr>
          <p:cNvPr id="383" name="Shape 380"/>
          <p:cNvSpPr/>
          <p:nvPr/>
        </p:nvSpPr>
        <p:spPr>
          <a:xfrm>
            <a:off x="7808976" y="4407408"/>
            <a:ext cx="242316" cy="69494"/>
          </a:xfrm>
          <a:prstGeom prst="rect">
            <a:avLst/>
          </a:prstGeom>
          <a:solidFill>
            <a:srgbClr val="E4EBF3"/>
          </a:solidFill>
          <a:ln w="12700">
            <a:solidFill>
              <a:srgbClr val="E4EBF3"/>
            </a:solidFill>
            <a:prstDash val="solid"/>
          </a:ln>
        </p:spPr>
      </p:sp>
      <p:sp>
        <p:nvSpPr>
          <p:cNvPr id="384" name="Shape 381"/>
          <p:cNvSpPr/>
          <p:nvPr/>
        </p:nvSpPr>
        <p:spPr>
          <a:xfrm>
            <a:off x="8074152" y="4407408"/>
            <a:ext cx="242316" cy="69494"/>
          </a:xfrm>
          <a:prstGeom prst="rect">
            <a:avLst/>
          </a:prstGeom>
          <a:solidFill>
            <a:srgbClr val="E4EBF3"/>
          </a:solidFill>
          <a:ln w="12700">
            <a:solidFill>
              <a:srgbClr val="E4EBF3"/>
            </a:solidFill>
            <a:prstDash val="solid"/>
          </a:ln>
        </p:spPr>
      </p:sp>
      <p:sp>
        <p:nvSpPr>
          <p:cNvPr id="385" name="Shape 382"/>
          <p:cNvSpPr/>
          <p:nvPr/>
        </p:nvSpPr>
        <p:spPr>
          <a:xfrm>
            <a:off x="8339328" y="4407408"/>
            <a:ext cx="242316" cy="69494"/>
          </a:xfrm>
          <a:prstGeom prst="rect">
            <a:avLst/>
          </a:prstGeom>
          <a:solidFill>
            <a:srgbClr val="16305B"/>
          </a:solidFill>
          <a:ln w="12700">
            <a:solidFill>
              <a:srgbClr val="16305B"/>
            </a:solidFill>
            <a:prstDash val="solid"/>
          </a:ln>
        </p:spPr>
      </p:sp>
      <p:sp>
        <p:nvSpPr>
          <p:cNvPr id="386" name="Shape 383"/>
          <p:cNvSpPr/>
          <p:nvPr/>
        </p:nvSpPr>
        <p:spPr>
          <a:xfrm>
            <a:off x="8604504" y="4407408"/>
            <a:ext cx="242316" cy="69494"/>
          </a:xfrm>
          <a:prstGeom prst="rect">
            <a:avLst/>
          </a:prstGeom>
          <a:solidFill>
            <a:srgbClr val="16305B"/>
          </a:solidFill>
          <a:ln w="12700">
            <a:solidFill>
              <a:srgbClr val="16305B"/>
            </a:solidFill>
            <a:prstDash val="solid"/>
          </a:ln>
        </p:spPr>
      </p:sp>
      <p:sp>
        <p:nvSpPr>
          <p:cNvPr id="387" name="Shape 384"/>
          <p:cNvSpPr/>
          <p:nvPr/>
        </p:nvSpPr>
        <p:spPr>
          <a:xfrm>
            <a:off x="8869680" y="4407408"/>
            <a:ext cx="242316" cy="69494"/>
          </a:xfrm>
          <a:prstGeom prst="rect">
            <a:avLst/>
          </a:prstGeom>
          <a:solidFill>
            <a:srgbClr val="16305B"/>
          </a:solidFill>
          <a:ln w="12700">
            <a:solidFill>
              <a:srgbClr val="16305B"/>
            </a:solidFill>
            <a:prstDash val="solid"/>
          </a:ln>
        </p:spPr>
      </p:sp>
      <p:sp>
        <p:nvSpPr>
          <p:cNvPr id="388" name="Shape 385"/>
          <p:cNvSpPr/>
          <p:nvPr/>
        </p:nvSpPr>
        <p:spPr>
          <a:xfrm>
            <a:off x="9134856" y="4407408"/>
            <a:ext cx="242316" cy="69494"/>
          </a:xfrm>
          <a:prstGeom prst="rect">
            <a:avLst/>
          </a:prstGeom>
          <a:solidFill>
            <a:srgbClr val="16305B"/>
          </a:solidFill>
          <a:ln w="12700">
            <a:solidFill>
              <a:srgbClr val="16305B"/>
            </a:solidFill>
            <a:prstDash val="solid"/>
          </a:ln>
        </p:spPr>
      </p:sp>
      <p:sp>
        <p:nvSpPr>
          <p:cNvPr id="389" name="Shape 386"/>
          <p:cNvSpPr/>
          <p:nvPr/>
        </p:nvSpPr>
        <p:spPr>
          <a:xfrm>
            <a:off x="9400032" y="4407408"/>
            <a:ext cx="242316" cy="69494"/>
          </a:xfrm>
          <a:prstGeom prst="rect">
            <a:avLst/>
          </a:prstGeom>
          <a:solidFill>
            <a:srgbClr val="E4EBF3"/>
          </a:solidFill>
          <a:ln w="12700">
            <a:solidFill>
              <a:srgbClr val="E4EBF3"/>
            </a:solidFill>
            <a:prstDash val="solid"/>
          </a:ln>
        </p:spPr>
      </p:sp>
      <p:sp>
        <p:nvSpPr>
          <p:cNvPr id="390" name="Shape 387"/>
          <p:cNvSpPr/>
          <p:nvPr/>
        </p:nvSpPr>
        <p:spPr>
          <a:xfrm>
            <a:off x="9665208" y="4407408"/>
            <a:ext cx="242316" cy="69494"/>
          </a:xfrm>
          <a:prstGeom prst="rect">
            <a:avLst/>
          </a:prstGeom>
          <a:solidFill>
            <a:srgbClr val="E4EBF3"/>
          </a:solidFill>
          <a:ln w="12700">
            <a:solidFill>
              <a:srgbClr val="E4EBF3"/>
            </a:solidFill>
            <a:prstDash val="solid"/>
          </a:ln>
        </p:spPr>
      </p:sp>
      <p:sp>
        <p:nvSpPr>
          <p:cNvPr id="391" name="Shape 388"/>
          <p:cNvSpPr/>
          <p:nvPr/>
        </p:nvSpPr>
        <p:spPr>
          <a:xfrm>
            <a:off x="9930384" y="4407408"/>
            <a:ext cx="242316" cy="69494"/>
          </a:xfrm>
          <a:prstGeom prst="rect">
            <a:avLst/>
          </a:prstGeom>
          <a:solidFill>
            <a:srgbClr val="16305B"/>
          </a:solidFill>
          <a:ln w="12700">
            <a:solidFill>
              <a:srgbClr val="16305B"/>
            </a:solidFill>
            <a:prstDash val="solid"/>
          </a:ln>
        </p:spPr>
      </p:sp>
      <p:sp>
        <p:nvSpPr>
          <p:cNvPr id="392" name="Shape 389"/>
          <p:cNvSpPr/>
          <p:nvPr/>
        </p:nvSpPr>
        <p:spPr>
          <a:xfrm>
            <a:off x="10195560" y="4407408"/>
            <a:ext cx="242316" cy="69494"/>
          </a:xfrm>
          <a:prstGeom prst="rect">
            <a:avLst/>
          </a:prstGeom>
          <a:solidFill>
            <a:srgbClr val="E4EBF3"/>
          </a:solidFill>
          <a:ln w="12700">
            <a:solidFill>
              <a:srgbClr val="E4EBF3"/>
            </a:solidFill>
            <a:prstDash val="solid"/>
          </a:ln>
        </p:spPr>
      </p:sp>
      <p:sp>
        <p:nvSpPr>
          <p:cNvPr id="393" name="Shape 390"/>
          <p:cNvSpPr/>
          <p:nvPr/>
        </p:nvSpPr>
        <p:spPr>
          <a:xfrm>
            <a:off x="10460736" y="4407408"/>
            <a:ext cx="242316" cy="69494"/>
          </a:xfrm>
          <a:prstGeom prst="rect">
            <a:avLst/>
          </a:prstGeom>
          <a:solidFill>
            <a:srgbClr val="8DD2E2"/>
          </a:solidFill>
          <a:ln w="12700">
            <a:solidFill>
              <a:srgbClr val="8DD2E2"/>
            </a:solidFill>
            <a:prstDash val="solid"/>
          </a:ln>
        </p:spPr>
      </p:sp>
      <p:sp>
        <p:nvSpPr>
          <p:cNvPr id="394" name="Shape 391"/>
          <p:cNvSpPr/>
          <p:nvPr/>
        </p:nvSpPr>
        <p:spPr>
          <a:xfrm>
            <a:off x="10725912" y="4407408"/>
            <a:ext cx="242316" cy="69494"/>
          </a:xfrm>
          <a:prstGeom prst="rect">
            <a:avLst/>
          </a:prstGeom>
          <a:solidFill>
            <a:srgbClr val="E2F4F8"/>
          </a:solidFill>
          <a:ln w="12700">
            <a:solidFill>
              <a:srgbClr val="E2F4F8"/>
            </a:solidFill>
            <a:prstDash val="solid"/>
          </a:ln>
        </p:spPr>
      </p:sp>
      <p:sp>
        <p:nvSpPr>
          <p:cNvPr id="395" name="Shape 392"/>
          <p:cNvSpPr/>
          <p:nvPr/>
        </p:nvSpPr>
        <p:spPr>
          <a:xfrm>
            <a:off x="10991088" y="4407408"/>
            <a:ext cx="242316" cy="69494"/>
          </a:xfrm>
          <a:prstGeom prst="rect">
            <a:avLst/>
          </a:prstGeom>
          <a:solidFill>
            <a:srgbClr val="0090B0"/>
          </a:solidFill>
          <a:ln w="12700">
            <a:solidFill>
              <a:srgbClr val="0090B0"/>
            </a:solidFill>
            <a:prstDash val="solid"/>
          </a:ln>
        </p:spPr>
      </p:sp>
      <p:sp>
        <p:nvSpPr>
          <p:cNvPr id="396" name="Shape 393"/>
          <p:cNvSpPr/>
          <p:nvPr/>
        </p:nvSpPr>
        <p:spPr>
          <a:xfrm>
            <a:off x="7543800" y="4493362"/>
            <a:ext cx="242316" cy="69494"/>
          </a:xfrm>
          <a:prstGeom prst="rect">
            <a:avLst/>
          </a:prstGeom>
          <a:solidFill>
            <a:srgbClr val="E4EBF3"/>
          </a:solidFill>
          <a:ln w="12700">
            <a:solidFill>
              <a:srgbClr val="E4EBF3"/>
            </a:solidFill>
            <a:prstDash val="solid"/>
          </a:ln>
        </p:spPr>
      </p:sp>
      <p:sp>
        <p:nvSpPr>
          <p:cNvPr id="397" name="Shape 394"/>
          <p:cNvSpPr/>
          <p:nvPr/>
        </p:nvSpPr>
        <p:spPr>
          <a:xfrm>
            <a:off x="7808976" y="4493362"/>
            <a:ext cx="242316" cy="69494"/>
          </a:xfrm>
          <a:prstGeom prst="rect">
            <a:avLst/>
          </a:prstGeom>
          <a:solidFill>
            <a:srgbClr val="16305B"/>
          </a:solidFill>
          <a:ln w="12700">
            <a:solidFill>
              <a:srgbClr val="16305B"/>
            </a:solidFill>
            <a:prstDash val="solid"/>
          </a:ln>
        </p:spPr>
      </p:sp>
      <p:sp>
        <p:nvSpPr>
          <p:cNvPr id="398" name="Shape 395"/>
          <p:cNvSpPr/>
          <p:nvPr/>
        </p:nvSpPr>
        <p:spPr>
          <a:xfrm>
            <a:off x="8074152" y="4493362"/>
            <a:ext cx="242316" cy="69494"/>
          </a:xfrm>
          <a:prstGeom prst="rect">
            <a:avLst/>
          </a:prstGeom>
          <a:solidFill>
            <a:srgbClr val="E4EBF3"/>
          </a:solidFill>
          <a:ln w="12700">
            <a:solidFill>
              <a:srgbClr val="E4EBF3"/>
            </a:solidFill>
            <a:prstDash val="solid"/>
          </a:ln>
        </p:spPr>
      </p:sp>
      <p:sp>
        <p:nvSpPr>
          <p:cNvPr id="399" name="Shape 396"/>
          <p:cNvSpPr/>
          <p:nvPr/>
        </p:nvSpPr>
        <p:spPr>
          <a:xfrm>
            <a:off x="8339328" y="4493362"/>
            <a:ext cx="242316" cy="69494"/>
          </a:xfrm>
          <a:prstGeom prst="rect">
            <a:avLst/>
          </a:prstGeom>
          <a:solidFill>
            <a:srgbClr val="E4EBF3"/>
          </a:solidFill>
          <a:ln w="12700">
            <a:solidFill>
              <a:srgbClr val="E4EBF3"/>
            </a:solidFill>
            <a:prstDash val="solid"/>
          </a:ln>
        </p:spPr>
      </p:sp>
      <p:sp>
        <p:nvSpPr>
          <p:cNvPr id="400" name="Shape 397"/>
          <p:cNvSpPr/>
          <p:nvPr/>
        </p:nvSpPr>
        <p:spPr>
          <a:xfrm>
            <a:off x="8604504" y="4493362"/>
            <a:ext cx="242316" cy="69494"/>
          </a:xfrm>
          <a:prstGeom prst="rect">
            <a:avLst/>
          </a:prstGeom>
          <a:solidFill>
            <a:srgbClr val="16305B"/>
          </a:solidFill>
          <a:ln w="12700">
            <a:solidFill>
              <a:srgbClr val="16305B"/>
            </a:solidFill>
            <a:prstDash val="solid"/>
          </a:ln>
        </p:spPr>
      </p:sp>
      <p:sp>
        <p:nvSpPr>
          <p:cNvPr id="401" name="Shape 398"/>
          <p:cNvSpPr/>
          <p:nvPr/>
        </p:nvSpPr>
        <p:spPr>
          <a:xfrm>
            <a:off x="8869680" y="4493362"/>
            <a:ext cx="242316" cy="69494"/>
          </a:xfrm>
          <a:prstGeom prst="rect">
            <a:avLst/>
          </a:prstGeom>
          <a:solidFill>
            <a:srgbClr val="16305B"/>
          </a:solidFill>
          <a:ln w="12700">
            <a:solidFill>
              <a:srgbClr val="16305B"/>
            </a:solidFill>
            <a:prstDash val="solid"/>
          </a:ln>
        </p:spPr>
      </p:sp>
      <p:sp>
        <p:nvSpPr>
          <p:cNvPr id="402" name="Shape 399"/>
          <p:cNvSpPr/>
          <p:nvPr/>
        </p:nvSpPr>
        <p:spPr>
          <a:xfrm>
            <a:off x="9134856" y="4493362"/>
            <a:ext cx="242316" cy="69494"/>
          </a:xfrm>
          <a:prstGeom prst="rect">
            <a:avLst/>
          </a:prstGeom>
          <a:solidFill>
            <a:srgbClr val="16305B"/>
          </a:solidFill>
          <a:ln w="12700">
            <a:solidFill>
              <a:srgbClr val="16305B"/>
            </a:solidFill>
            <a:prstDash val="solid"/>
          </a:ln>
        </p:spPr>
      </p:sp>
      <p:sp>
        <p:nvSpPr>
          <p:cNvPr id="403" name="Shape 400"/>
          <p:cNvSpPr/>
          <p:nvPr/>
        </p:nvSpPr>
        <p:spPr>
          <a:xfrm>
            <a:off x="9400032" y="4493362"/>
            <a:ext cx="242316" cy="69494"/>
          </a:xfrm>
          <a:prstGeom prst="rect">
            <a:avLst/>
          </a:prstGeom>
          <a:solidFill>
            <a:srgbClr val="16305B"/>
          </a:solidFill>
          <a:ln w="12700">
            <a:solidFill>
              <a:srgbClr val="16305B"/>
            </a:solidFill>
            <a:prstDash val="solid"/>
          </a:ln>
        </p:spPr>
      </p:sp>
      <p:sp>
        <p:nvSpPr>
          <p:cNvPr id="404" name="Shape 401"/>
          <p:cNvSpPr/>
          <p:nvPr/>
        </p:nvSpPr>
        <p:spPr>
          <a:xfrm>
            <a:off x="9665208" y="4493362"/>
            <a:ext cx="242316" cy="69494"/>
          </a:xfrm>
          <a:prstGeom prst="rect">
            <a:avLst/>
          </a:prstGeom>
          <a:solidFill>
            <a:srgbClr val="E4EBF3"/>
          </a:solidFill>
          <a:ln w="12700">
            <a:solidFill>
              <a:srgbClr val="E4EBF3"/>
            </a:solidFill>
            <a:prstDash val="solid"/>
          </a:ln>
        </p:spPr>
      </p:sp>
      <p:sp>
        <p:nvSpPr>
          <p:cNvPr id="405" name="Shape 402"/>
          <p:cNvSpPr/>
          <p:nvPr/>
        </p:nvSpPr>
        <p:spPr>
          <a:xfrm>
            <a:off x="9930384" y="4493362"/>
            <a:ext cx="242316" cy="69494"/>
          </a:xfrm>
          <a:prstGeom prst="rect">
            <a:avLst/>
          </a:prstGeom>
          <a:solidFill>
            <a:srgbClr val="E4EBF3"/>
          </a:solidFill>
          <a:ln w="12700">
            <a:solidFill>
              <a:srgbClr val="E4EBF3"/>
            </a:solidFill>
            <a:prstDash val="solid"/>
          </a:ln>
        </p:spPr>
      </p:sp>
      <p:sp>
        <p:nvSpPr>
          <p:cNvPr id="406" name="Shape 403"/>
          <p:cNvSpPr/>
          <p:nvPr/>
        </p:nvSpPr>
        <p:spPr>
          <a:xfrm>
            <a:off x="10195560" y="4493362"/>
            <a:ext cx="242316" cy="69494"/>
          </a:xfrm>
          <a:prstGeom prst="rect">
            <a:avLst/>
          </a:prstGeom>
          <a:solidFill>
            <a:srgbClr val="16305B"/>
          </a:solidFill>
          <a:ln w="12700">
            <a:solidFill>
              <a:srgbClr val="16305B"/>
            </a:solidFill>
            <a:prstDash val="solid"/>
          </a:ln>
        </p:spPr>
      </p:sp>
      <p:sp>
        <p:nvSpPr>
          <p:cNvPr id="407" name="Shape 404"/>
          <p:cNvSpPr/>
          <p:nvPr/>
        </p:nvSpPr>
        <p:spPr>
          <a:xfrm>
            <a:off x="10460736" y="4493362"/>
            <a:ext cx="242316" cy="69494"/>
          </a:xfrm>
          <a:prstGeom prst="rect">
            <a:avLst/>
          </a:prstGeom>
          <a:solidFill>
            <a:srgbClr val="E2F4F8"/>
          </a:solidFill>
          <a:ln w="12700">
            <a:solidFill>
              <a:srgbClr val="E2F4F8"/>
            </a:solidFill>
            <a:prstDash val="solid"/>
          </a:ln>
        </p:spPr>
      </p:sp>
      <p:sp>
        <p:nvSpPr>
          <p:cNvPr id="408" name="Shape 405"/>
          <p:cNvSpPr/>
          <p:nvPr/>
        </p:nvSpPr>
        <p:spPr>
          <a:xfrm>
            <a:off x="10725912" y="4493362"/>
            <a:ext cx="242316" cy="69494"/>
          </a:xfrm>
          <a:prstGeom prst="rect">
            <a:avLst/>
          </a:prstGeom>
          <a:solidFill>
            <a:srgbClr val="8DD2E2"/>
          </a:solidFill>
          <a:ln w="12700">
            <a:solidFill>
              <a:srgbClr val="8DD2E2"/>
            </a:solidFill>
            <a:prstDash val="solid"/>
          </a:ln>
        </p:spPr>
      </p:sp>
      <p:sp>
        <p:nvSpPr>
          <p:cNvPr id="409" name="Shape 406"/>
          <p:cNvSpPr/>
          <p:nvPr/>
        </p:nvSpPr>
        <p:spPr>
          <a:xfrm>
            <a:off x="10991088" y="4493362"/>
            <a:ext cx="242316" cy="69494"/>
          </a:xfrm>
          <a:prstGeom prst="rect">
            <a:avLst/>
          </a:prstGeom>
          <a:solidFill>
            <a:srgbClr val="E2F4F8"/>
          </a:solidFill>
          <a:ln w="12700">
            <a:solidFill>
              <a:srgbClr val="E2F4F8"/>
            </a:solidFill>
            <a:prstDash val="solid"/>
          </a:ln>
        </p:spPr>
      </p:sp>
      <p:sp>
        <p:nvSpPr>
          <p:cNvPr id="410" name="Shape 407"/>
          <p:cNvSpPr/>
          <p:nvPr/>
        </p:nvSpPr>
        <p:spPr>
          <a:xfrm>
            <a:off x="7543800" y="4579315"/>
            <a:ext cx="242316" cy="69494"/>
          </a:xfrm>
          <a:prstGeom prst="rect">
            <a:avLst/>
          </a:prstGeom>
          <a:solidFill>
            <a:srgbClr val="E4EBF3"/>
          </a:solidFill>
          <a:ln w="12700">
            <a:solidFill>
              <a:srgbClr val="E4EBF3"/>
            </a:solidFill>
            <a:prstDash val="solid"/>
          </a:ln>
        </p:spPr>
      </p:sp>
      <p:sp>
        <p:nvSpPr>
          <p:cNvPr id="411" name="Shape 408"/>
          <p:cNvSpPr/>
          <p:nvPr/>
        </p:nvSpPr>
        <p:spPr>
          <a:xfrm>
            <a:off x="7808976" y="4579315"/>
            <a:ext cx="242316" cy="69494"/>
          </a:xfrm>
          <a:prstGeom prst="rect">
            <a:avLst/>
          </a:prstGeom>
          <a:solidFill>
            <a:srgbClr val="E4EBF3"/>
          </a:solidFill>
          <a:ln w="12700">
            <a:solidFill>
              <a:srgbClr val="E4EBF3"/>
            </a:solidFill>
            <a:prstDash val="solid"/>
          </a:ln>
        </p:spPr>
      </p:sp>
      <p:sp>
        <p:nvSpPr>
          <p:cNvPr id="412" name="Shape 409"/>
          <p:cNvSpPr/>
          <p:nvPr/>
        </p:nvSpPr>
        <p:spPr>
          <a:xfrm>
            <a:off x="8074152" y="4579315"/>
            <a:ext cx="242316" cy="69494"/>
          </a:xfrm>
          <a:prstGeom prst="rect">
            <a:avLst/>
          </a:prstGeom>
          <a:solidFill>
            <a:srgbClr val="16305B"/>
          </a:solidFill>
          <a:ln w="12700">
            <a:solidFill>
              <a:srgbClr val="16305B"/>
            </a:solidFill>
            <a:prstDash val="solid"/>
          </a:ln>
        </p:spPr>
      </p:sp>
      <p:sp>
        <p:nvSpPr>
          <p:cNvPr id="413" name="Shape 410"/>
          <p:cNvSpPr/>
          <p:nvPr/>
        </p:nvSpPr>
        <p:spPr>
          <a:xfrm>
            <a:off x="8339328" y="4579315"/>
            <a:ext cx="242316" cy="69494"/>
          </a:xfrm>
          <a:prstGeom prst="rect">
            <a:avLst/>
          </a:prstGeom>
          <a:solidFill>
            <a:srgbClr val="E4EBF3"/>
          </a:solidFill>
          <a:ln w="12700">
            <a:solidFill>
              <a:srgbClr val="E4EBF3"/>
            </a:solidFill>
            <a:prstDash val="solid"/>
          </a:ln>
        </p:spPr>
      </p:sp>
      <p:sp>
        <p:nvSpPr>
          <p:cNvPr id="414" name="Shape 411"/>
          <p:cNvSpPr/>
          <p:nvPr/>
        </p:nvSpPr>
        <p:spPr>
          <a:xfrm>
            <a:off x="8604504" y="4579315"/>
            <a:ext cx="242316" cy="69494"/>
          </a:xfrm>
          <a:prstGeom prst="rect">
            <a:avLst/>
          </a:prstGeom>
          <a:solidFill>
            <a:srgbClr val="E4EBF3"/>
          </a:solidFill>
          <a:ln w="12700">
            <a:solidFill>
              <a:srgbClr val="E4EBF3"/>
            </a:solidFill>
            <a:prstDash val="solid"/>
          </a:ln>
        </p:spPr>
      </p:sp>
      <p:sp>
        <p:nvSpPr>
          <p:cNvPr id="415" name="Shape 412"/>
          <p:cNvSpPr/>
          <p:nvPr/>
        </p:nvSpPr>
        <p:spPr>
          <a:xfrm>
            <a:off x="8869680" y="4579315"/>
            <a:ext cx="242316" cy="69494"/>
          </a:xfrm>
          <a:prstGeom prst="rect">
            <a:avLst/>
          </a:prstGeom>
          <a:solidFill>
            <a:srgbClr val="16305B"/>
          </a:solidFill>
          <a:ln w="12700">
            <a:solidFill>
              <a:srgbClr val="16305B"/>
            </a:solidFill>
            <a:prstDash val="solid"/>
          </a:ln>
        </p:spPr>
      </p:sp>
      <p:sp>
        <p:nvSpPr>
          <p:cNvPr id="416" name="Shape 413"/>
          <p:cNvSpPr/>
          <p:nvPr/>
        </p:nvSpPr>
        <p:spPr>
          <a:xfrm>
            <a:off x="9134856" y="4579315"/>
            <a:ext cx="242316" cy="69494"/>
          </a:xfrm>
          <a:prstGeom prst="rect">
            <a:avLst/>
          </a:prstGeom>
          <a:solidFill>
            <a:srgbClr val="16305B"/>
          </a:solidFill>
          <a:ln w="12700">
            <a:solidFill>
              <a:srgbClr val="16305B"/>
            </a:solidFill>
            <a:prstDash val="solid"/>
          </a:ln>
        </p:spPr>
      </p:sp>
      <p:sp>
        <p:nvSpPr>
          <p:cNvPr id="417" name="Shape 414"/>
          <p:cNvSpPr/>
          <p:nvPr/>
        </p:nvSpPr>
        <p:spPr>
          <a:xfrm>
            <a:off x="9400032" y="4579315"/>
            <a:ext cx="242316" cy="69494"/>
          </a:xfrm>
          <a:prstGeom prst="rect">
            <a:avLst/>
          </a:prstGeom>
          <a:solidFill>
            <a:srgbClr val="16305B"/>
          </a:solidFill>
          <a:ln w="12700">
            <a:solidFill>
              <a:srgbClr val="16305B"/>
            </a:solidFill>
            <a:prstDash val="solid"/>
          </a:ln>
        </p:spPr>
      </p:sp>
      <p:sp>
        <p:nvSpPr>
          <p:cNvPr id="418" name="Shape 415"/>
          <p:cNvSpPr/>
          <p:nvPr/>
        </p:nvSpPr>
        <p:spPr>
          <a:xfrm>
            <a:off x="9665208" y="4579315"/>
            <a:ext cx="242316" cy="69494"/>
          </a:xfrm>
          <a:prstGeom prst="rect">
            <a:avLst/>
          </a:prstGeom>
          <a:solidFill>
            <a:srgbClr val="16305B"/>
          </a:solidFill>
          <a:ln w="12700">
            <a:solidFill>
              <a:srgbClr val="16305B"/>
            </a:solidFill>
            <a:prstDash val="solid"/>
          </a:ln>
        </p:spPr>
      </p:sp>
      <p:sp>
        <p:nvSpPr>
          <p:cNvPr id="419" name="Shape 416"/>
          <p:cNvSpPr/>
          <p:nvPr/>
        </p:nvSpPr>
        <p:spPr>
          <a:xfrm>
            <a:off x="9930384" y="4579315"/>
            <a:ext cx="242316" cy="69494"/>
          </a:xfrm>
          <a:prstGeom prst="rect">
            <a:avLst/>
          </a:prstGeom>
          <a:solidFill>
            <a:srgbClr val="E4EBF3"/>
          </a:solidFill>
          <a:ln w="12700">
            <a:solidFill>
              <a:srgbClr val="E4EBF3"/>
            </a:solidFill>
            <a:prstDash val="solid"/>
          </a:ln>
        </p:spPr>
      </p:sp>
      <p:sp>
        <p:nvSpPr>
          <p:cNvPr id="420" name="Shape 417"/>
          <p:cNvSpPr/>
          <p:nvPr/>
        </p:nvSpPr>
        <p:spPr>
          <a:xfrm>
            <a:off x="10195560" y="4579315"/>
            <a:ext cx="242316" cy="69494"/>
          </a:xfrm>
          <a:prstGeom prst="rect">
            <a:avLst/>
          </a:prstGeom>
          <a:solidFill>
            <a:srgbClr val="E4EBF3"/>
          </a:solidFill>
          <a:ln w="12700">
            <a:solidFill>
              <a:srgbClr val="E4EBF3"/>
            </a:solidFill>
            <a:prstDash val="solid"/>
          </a:ln>
        </p:spPr>
      </p:sp>
      <p:sp>
        <p:nvSpPr>
          <p:cNvPr id="421" name="Shape 418"/>
          <p:cNvSpPr/>
          <p:nvPr/>
        </p:nvSpPr>
        <p:spPr>
          <a:xfrm>
            <a:off x="10460736" y="4579315"/>
            <a:ext cx="242316" cy="69494"/>
          </a:xfrm>
          <a:prstGeom prst="rect">
            <a:avLst/>
          </a:prstGeom>
          <a:solidFill>
            <a:srgbClr val="0090B0"/>
          </a:solidFill>
          <a:ln w="12700">
            <a:solidFill>
              <a:srgbClr val="0090B0"/>
            </a:solidFill>
            <a:prstDash val="solid"/>
          </a:ln>
        </p:spPr>
      </p:sp>
      <p:sp>
        <p:nvSpPr>
          <p:cNvPr id="422" name="Shape 419"/>
          <p:cNvSpPr/>
          <p:nvPr/>
        </p:nvSpPr>
        <p:spPr>
          <a:xfrm>
            <a:off x="10725912" y="4579315"/>
            <a:ext cx="242316" cy="69494"/>
          </a:xfrm>
          <a:prstGeom prst="rect">
            <a:avLst/>
          </a:prstGeom>
          <a:solidFill>
            <a:srgbClr val="E2F4F8"/>
          </a:solidFill>
          <a:ln w="12700">
            <a:solidFill>
              <a:srgbClr val="E2F4F8"/>
            </a:solidFill>
            <a:prstDash val="solid"/>
          </a:ln>
        </p:spPr>
      </p:sp>
      <p:sp>
        <p:nvSpPr>
          <p:cNvPr id="423" name="Shape 420"/>
          <p:cNvSpPr/>
          <p:nvPr/>
        </p:nvSpPr>
        <p:spPr>
          <a:xfrm>
            <a:off x="10991088" y="4579315"/>
            <a:ext cx="242316" cy="69494"/>
          </a:xfrm>
          <a:prstGeom prst="rect">
            <a:avLst/>
          </a:prstGeom>
          <a:solidFill>
            <a:srgbClr val="8DD2E2"/>
          </a:solidFill>
          <a:ln w="12700">
            <a:solidFill>
              <a:srgbClr val="8DD2E2"/>
            </a:solidFill>
            <a:prstDash val="solid"/>
          </a:ln>
        </p:spPr>
      </p:sp>
      <p:sp>
        <p:nvSpPr>
          <p:cNvPr id="424" name="Shape 421"/>
          <p:cNvSpPr/>
          <p:nvPr/>
        </p:nvSpPr>
        <p:spPr>
          <a:xfrm>
            <a:off x="7543800" y="4710989"/>
            <a:ext cx="242316" cy="69494"/>
          </a:xfrm>
          <a:prstGeom prst="rect">
            <a:avLst/>
          </a:prstGeom>
          <a:solidFill>
            <a:srgbClr val="8FB0D4"/>
          </a:solidFill>
          <a:ln w="12700">
            <a:solidFill>
              <a:srgbClr val="8FB0D4"/>
            </a:solidFill>
            <a:prstDash val="solid"/>
          </a:ln>
        </p:spPr>
      </p:sp>
      <p:sp>
        <p:nvSpPr>
          <p:cNvPr id="425" name="Shape 422"/>
          <p:cNvSpPr/>
          <p:nvPr/>
        </p:nvSpPr>
        <p:spPr>
          <a:xfrm>
            <a:off x="7808976" y="4710989"/>
            <a:ext cx="242316" cy="69494"/>
          </a:xfrm>
          <a:prstGeom prst="rect">
            <a:avLst/>
          </a:prstGeom>
          <a:solidFill>
            <a:srgbClr val="8FB0D4"/>
          </a:solidFill>
          <a:ln w="12700">
            <a:solidFill>
              <a:srgbClr val="8FB0D4"/>
            </a:solidFill>
            <a:prstDash val="solid"/>
          </a:ln>
        </p:spPr>
      </p:sp>
      <p:sp>
        <p:nvSpPr>
          <p:cNvPr id="426" name="Shape 423"/>
          <p:cNvSpPr/>
          <p:nvPr/>
        </p:nvSpPr>
        <p:spPr>
          <a:xfrm>
            <a:off x="8074152" y="4710989"/>
            <a:ext cx="242316" cy="69494"/>
          </a:xfrm>
          <a:prstGeom prst="rect">
            <a:avLst/>
          </a:prstGeom>
          <a:solidFill>
            <a:srgbClr val="8FB0D4"/>
          </a:solidFill>
          <a:ln w="12700">
            <a:solidFill>
              <a:srgbClr val="8FB0D4"/>
            </a:solidFill>
            <a:prstDash val="solid"/>
          </a:ln>
        </p:spPr>
      </p:sp>
      <p:sp>
        <p:nvSpPr>
          <p:cNvPr id="427" name="Shape 424"/>
          <p:cNvSpPr/>
          <p:nvPr/>
        </p:nvSpPr>
        <p:spPr>
          <a:xfrm>
            <a:off x="8339328" y="4710989"/>
            <a:ext cx="242316" cy="69494"/>
          </a:xfrm>
          <a:prstGeom prst="rect">
            <a:avLst/>
          </a:prstGeom>
          <a:solidFill>
            <a:srgbClr val="8FB0D4"/>
          </a:solidFill>
          <a:ln w="12700">
            <a:solidFill>
              <a:srgbClr val="8FB0D4"/>
            </a:solidFill>
            <a:prstDash val="solid"/>
          </a:ln>
        </p:spPr>
      </p:sp>
      <p:sp>
        <p:nvSpPr>
          <p:cNvPr id="428" name="Shape 425"/>
          <p:cNvSpPr/>
          <p:nvPr/>
        </p:nvSpPr>
        <p:spPr>
          <a:xfrm>
            <a:off x="8604504" y="4710989"/>
            <a:ext cx="242316" cy="69494"/>
          </a:xfrm>
          <a:prstGeom prst="rect">
            <a:avLst/>
          </a:prstGeom>
          <a:solidFill>
            <a:srgbClr val="8FB0D4"/>
          </a:solidFill>
          <a:ln w="12700">
            <a:solidFill>
              <a:srgbClr val="8FB0D4"/>
            </a:solidFill>
            <a:prstDash val="solid"/>
          </a:ln>
        </p:spPr>
      </p:sp>
      <p:sp>
        <p:nvSpPr>
          <p:cNvPr id="429" name="Shape 426"/>
          <p:cNvSpPr/>
          <p:nvPr/>
        </p:nvSpPr>
        <p:spPr>
          <a:xfrm>
            <a:off x="8869680" y="4710989"/>
            <a:ext cx="242316" cy="69494"/>
          </a:xfrm>
          <a:prstGeom prst="rect">
            <a:avLst/>
          </a:prstGeom>
          <a:solidFill>
            <a:srgbClr val="8FB0D4"/>
          </a:solidFill>
          <a:ln w="12700">
            <a:solidFill>
              <a:srgbClr val="8FB0D4"/>
            </a:solidFill>
            <a:prstDash val="solid"/>
          </a:ln>
        </p:spPr>
      </p:sp>
      <p:sp>
        <p:nvSpPr>
          <p:cNvPr id="430" name="Shape 427"/>
          <p:cNvSpPr/>
          <p:nvPr/>
        </p:nvSpPr>
        <p:spPr>
          <a:xfrm>
            <a:off x="9134856" y="4710989"/>
            <a:ext cx="242316" cy="69494"/>
          </a:xfrm>
          <a:prstGeom prst="rect">
            <a:avLst/>
          </a:prstGeom>
          <a:solidFill>
            <a:srgbClr val="8FB0D4"/>
          </a:solidFill>
          <a:ln w="12700">
            <a:solidFill>
              <a:srgbClr val="8FB0D4"/>
            </a:solidFill>
            <a:prstDash val="solid"/>
          </a:ln>
        </p:spPr>
      </p:sp>
      <p:sp>
        <p:nvSpPr>
          <p:cNvPr id="431" name="Shape 428"/>
          <p:cNvSpPr/>
          <p:nvPr/>
        </p:nvSpPr>
        <p:spPr>
          <a:xfrm>
            <a:off x="9400032" y="4710989"/>
            <a:ext cx="242316" cy="69494"/>
          </a:xfrm>
          <a:prstGeom prst="rect">
            <a:avLst/>
          </a:prstGeom>
          <a:solidFill>
            <a:srgbClr val="8FB0D4"/>
          </a:solidFill>
          <a:ln w="12700">
            <a:solidFill>
              <a:srgbClr val="8FB0D4"/>
            </a:solidFill>
            <a:prstDash val="solid"/>
          </a:ln>
        </p:spPr>
      </p:sp>
      <p:sp>
        <p:nvSpPr>
          <p:cNvPr id="432" name="Shape 429"/>
          <p:cNvSpPr/>
          <p:nvPr/>
        </p:nvSpPr>
        <p:spPr>
          <a:xfrm>
            <a:off x="9665208" y="4710989"/>
            <a:ext cx="242316" cy="69494"/>
          </a:xfrm>
          <a:prstGeom prst="rect">
            <a:avLst/>
          </a:prstGeom>
          <a:solidFill>
            <a:srgbClr val="8FB0D4"/>
          </a:solidFill>
          <a:ln w="12700">
            <a:solidFill>
              <a:srgbClr val="8FB0D4"/>
            </a:solidFill>
            <a:prstDash val="solid"/>
          </a:ln>
        </p:spPr>
      </p:sp>
      <p:sp>
        <p:nvSpPr>
          <p:cNvPr id="433" name="Shape 430"/>
          <p:cNvSpPr/>
          <p:nvPr/>
        </p:nvSpPr>
        <p:spPr>
          <a:xfrm>
            <a:off x="9930384" y="4710989"/>
            <a:ext cx="242316" cy="69494"/>
          </a:xfrm>
          <a:prstGeom prst="rect">
            <a:avLst/>
          </a:prstGeom>
          <a:solidFill>
            <a:srgbClr val="8FB0D4"/>
          </a:solidFill>
          <a:ln w="12700">
            <a:solidFill>
              <a:srgbClr val="8FB0D4"/>
            </a:solidFill>
            <a:prstDash val="solid"/>
          </a:ln>
        </p:spPr>
      </p:sp>
      <p:sp>
        <p:nvSpPr>
          <p:cNvPr id="434" name="Shape 431"/>
          <p:cNvSpPr/>
          <p:nvPr/>
        </p:nvSpPr>
        <p:spPr>
          <a:xfrm>
            <a:off x="10195560" y="4710989"/>
            <a:ext cx="242316" cy="69494"/>
          </a:xfrm>
          <a:prstGeom prst="rect">
            <a:avLst/>
          </a:prstGeom>
          <a:solidFill>
            <a:srgbClr val="8FB0D4"/>
          </a:solidFill>
          <a:ln w="12700">
            <a:solidFill>
              <a:srgbClr val="8FB0D4"/>
            </a:solidFill>
            <a:prstDash val="solid"/>
          </a:ln>
        </p:spPr>
      </p:sp>
      <p:sp>
        <p:nvSpPr>
          <p:cNvPr id="435" name="Shape 432"/>
          <p:cNvSpPr/>
          <p:nvPr/>
        </p:nvSpPr>
        <p:spPr>
          <a:xfrm>
            <a:off x="10460736" y="4710989"/>
            <a:ext cx="242316" cy="69494"/>
          </a:xfrm>
          <a:prstGeom prst="rect">
            <a:avLst/>
          </a:prstGeom>
          <a:solidFill>
            <a:srgbClr val="8DD2E2"/>
          </a:solidFill>
          <a:ln w="12700">
            <a:solidFill>
              <a:srgbClr val="8DD2E2"/>
            </a:solidFill>
            <a:prstDash val="solid"/>
          </a:ln>
        </p:spPr>
      </p:sp>
      <p:sp>
        <p:nvSpPr>
          <p:cNvPr id="436" name="Shape 433"/>
          <p:cNvSpPr/>
          <p:nvPr/>
        </p:nvSpPr>
        <p:spPr>
          <a:xfrm>
            <a:off x="10725912" y="4710989"/>
            <a:ext cx="242316" cy="69494"/>
          </a:xfrm>
          <a:prstGeom prst="rect">
            <a:avLst/>
          </a:prstGeom>
          <a:solidFill>
            <a:srgbClr val="8DD2E2"/>
          </a:solidFill>
          <a:ln w="12700">
            <a:solidFill>
              <a:srgbClr val="8DD2E2"/>
            </a:solidFill>
            <a:prstDash val="solid"/>
          </a:ln>
        </p:spPr>
      </p:sp>
      <p:sp>
        <p:nvSpPr>
          <p:cNvPr id="437" name="Shape 434"/>
          <p:cNvSpPr/>
          <p:nvPr/>
        </p:nvSpPr>
        <p:spPr>
          <a:xfrm>
            <a:off x="10991088" y="4710989"/>
            <a:ext cx="242316" cy="69494"/>
          </a:xfrm>
          <a:prstGeom prst="rect">
            <a:avLst/>
          </a:prstGeom>
          <a:solidFill>
            <a:srgbClr val="8DD2E2"/>
          </a:solidFill>
          <a:ln w="12700">
            <a:solidFill>
              <a:srgbClr val="8DD2E2"/>
            </a:solidFill>
            <a:prstDash val="solid"/>
          </a:ln>
        </p:spPr>
      </p:sp>
      <p:sp>
        <p:nvSpPr>
          <p:cNvPr id="438" name="Shape 435"/>
          <p:cNvSpPr/>
          <p:nvPr/>
        </p:nvSpPr>
        <p:spPr>
          <a:xfrm>
            <a:off x="7452360" y="2221992"/>
            <a:ext cx="0" cy="1175918"/>
          </a:xfrm>
          <a:prstGeom prst="line">
            <a:avLst/>
          </a:prstGeom>
          <a:noFill/>
          <a:ln w="12700">
            <a:solidFill>
              <a:srgbClr val="6B7A8F"/>
            </a:solidFill>
            <a:prstDash val="solid"/>
          </a:ln>
        </p:spPr>
      </p:sp>
      <p:sp>
        <p:nvSpPr>
          <p:cNvPr id="439" name="Text 436"/>
          <p:cNvSpPr txBox="1"/>
          <p:nvPr/>
        </p:nvSpPr>
        <p:spPr>
          <a:xfrm>
            <a:off x="6483096" y="2695651"/>
            <a:ext cx="96012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기본 14회</a:t>
            </a:r>
            <a:endParaRPr lang="en-US" sz="850" dirty="0"/>
          </a:p>
        </p:txBody>
      </p:sp>
      <p:sp>
        <p:nvSpPr>
          <p:cNvPr id="440" name="Shape 437"/>
          <p:cNvSpPr/>
          <p:nvPr/>
        </p:nvSpPr>
        <p:spPr>
          <a:xfrm>
            <a:off x="7452360" y="3471062"/>
            <a:ext cx="0" cy="1175918"/>
          </a:xfrm>
          <a:prstGeom prst="line">
            <a:avLst/>
          </a:prstGeom>
          <a:noFill/>
          <a:ln w="12700">
            <a:solidFill>
              <a:srgbClr val="6B7A8F"/>
            </a:solidFill>
            <a:prstDash val="solid"/>
          </a:ln>
        </p:spPr>
      </p:sp>
      <p:sp>
        <p:nvSpPr>
          <p:cNvPr id="441" name="Text 438"/>
          <p:cNvSpPr txBox="1"/>
          <p:nvPr/>
        </p:nvSpPr>
        <p:spPr>
          <a:xfrm>
            <a:off x="6483096" y="3944722"/>
            <a:ext cx="96012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거울상 14회</a:t>
            </a:r>
            <a:endParaRPr lang="en-US" sz="850" dirty="0"/>
          </a:p>
        </p:txBody>
      </p:sp>
      <p:sp>
        <p:nvSpPr>
          <p:cNvPr id="442" name="Shape 439"/>
          <p:cNvSpPr/>
          <p:nvPr/>
        </p:nvSpPr>
        <p:spPr>
          <a:xfrm>
            <a:off x="7452360" y="4720133"/>
            <a:ext cx="0" cy="58522"/>
          </a:xfrm>
          <a:prstGeom prst="line">
            <a:avLst/>
          </a:prstGeom>
          <a:noFill/>
          <a:ln w="12700">
            <a:solidFill>
              <a:srgbClr val="6B7A8F"/>
            </a:solidFill>
            <a:prstDash val="solid"/>
          </a:ln>
        </p:spPr>
      </p:sp>
      <p:sp>
        <p:nvSpPr>
          <p:cNvPr id="443" name="Text 440"/>
          <p:cNvSpPr txBox="1"/>
          <p:nvPr/>
        </p:nvSpPr>
        <p:spPr>
          <a:xfrm>
            <a:off x="6483096" y="4635094"/>
            <a:ext cx="96012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중심점 1회</a:t>
            </a:r>
            <a:endParaRPr lang="en-US" sz="850" dirty="0"/>
          </a:p>
        </p:txBody>
      </p:sp>
      <p:sp>
        <p:nvSpPr>
          <p:cNvPr id="444" name="Shape 441"/>
          <p:cNvSpPr/>
          <p:nvPr/>
        </p:nvSpPr>
        <p:spPr>
          <a:xfrm>
            <a:off x="7543800" y="4915814"/>
            <a:ext cx="182880" cy="128016"/>
          </a:xfrm>
          <a:prstGeom prst="rect">
            <a:avLst/>
          </a:prstGeom>
          <a:solidFill>
            <a:srgbClr val="E4EBF3"/>
          </a:solidFill>
          <a:ln w="12700">
            <a:solidFill>
              <a:srgbClr val="E4EBF3"/>
            </a:solidFill>
            <a:prstDash val="solid"/>
          </a:ln>
        </p:spPr>
      </p:sp>
      <p:sp>
        <p:nvSpPr>
          <p:cNvPr id="445" name="Text 442"/>
          <p:cNvSpPr txBox="1"/>
          <p:nvPr/>
        </p:nvSpPr>
        <p:spPr>
          <a:xfrm>
            <a:off x="7781544" y="4870094"/>
            <a:ext cx="8686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하한</a:t>
            </a:r>
            <a:endParaRPr lang="en-US" sz="850" dirty="0"/>
          </a:p>
        </p:txBody>
      </p:sp>
      <p:sp>
        <p:nvSpPr>
          <p:cNvPr id="446" name="Shape 443"/>
          <p:cNvSpPr/>
          <p:nvPr/>
        </p:nvSpPr>
        <p:spPr>
          <a:xfrm>
            <a:off x="8503920" y="4915814"/>
            <a:ext cx="182880" cy="128016"/>
          </a:xfrm>
          <a:prstGeom prst="rect">
            <a:avLst/>
          </a:prstGeom>
          <a:solidFill>
            <a:srgbClr val="8FB0D4"/>
          </a:solidFill>
          <a:ln w="12700">
            <a:solidFill>
              <a:srgbClr val="8FB0D4"/>
            </a:solidFill>
            <a:prstDash val="solid"/>
          </a:ln>
        </p:spPr>
      </p:sp>
      <p:sp>
        <p:nvSpPr>
          <p:cNvPr id="447" name="Text 444"/>
          <p:cNvSpPr txBox="1"/>
          <p:nvPr/>
        </p:nvSpPr>
        <p:spPr>
          <a:xfrm>
            <a:off x="8741664" y="4870094"/>
            <a:ext cx="8686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a:t>
            </a:r>
            <a:endParaRPr lang="en-US" sz="850" dirty="0"/>
          </a:p>
        </p:txBody>
      </p:sp>
      <p:sp>
        <p:nvSpPr>
          <p:cNvPr id="448" name="Shape 445"/>
          <p:cNvSpPr/>
          <p:nvPr/>
        </p:nvSpPr>
        <p:spPr>
          <a:xfrm>
            <a:off x="9464040" y="4915814"/>
            <a:ext cx="182880" cy="128016"/>
          </a:xfrm>
          <a:prstGeom prst="rect">
            <a:avLst/>
          </a:prstGeom>
          <a:solidFill>
            <a:srgbClr val="16305B"/>
          </a:solidFill>
          <a:ln w="12700">
            <a:solidFill>
              <a:srgbClr val="16305B"/>
            </a:solidFill>
            <a:prstDash val="solid"/>
          </a:ln>
        </p:spPr>
      </p:sp>
      <p:sp>
        <p:nvSpPr>
          <p:cNvPr id="449" name="Text 446"/>
          <p:cNvSpPr txBox="1"/>
          <p:nvPr/>
        </p:nvSpPr>
        <p:spPr>
          <a:xfrm>
            <a:off x="9701784" y="4870094"/>
            <a:ext cx="8686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상한</a:t>
            </a:r>
            <a:endParaRPr lang="en-US" sz="850" dirty="0"/>
          </a:p>
        </p:txBody>
      </p:sp>
      <p:sp>
        <p:nvSpPr>
          <p:cNvPr id="450" name="Text 447"/>
          <p:cNvSpPr txBox="1"/>
          <p:nvPr/>
        </p:nvSpPr>
        <p:spPr>
          <a:xfrm>
            <a:off x="6647688" y="5144414"/>
            <a:ext cx="4846320" cy="1024128"/>
          </a:xfrm>
          <a:prstGeom prst="rect">
            <a:avLst/>
          </a:prstGeom>
          <a:noFill/>
          <a:ln/>
        </p:spPr>
        <p:txBody>
          <a:bodyPr wrap="square" lIns="0" tIns="0" rIns="0" bIns="0" rtlCol="0" anchor="ctr"/>
          <a:lstStyle/>
          <a:p>
            <a:pPr marL="342900" indent="-342900">
              <a:lnSpc>
                <a:spcPct val="110000"/>
              </a:lnSpc>
              <a:spcAft>
                <a:spcPts val="300"/>
              </a:spcAft>
              <a:buSzPct val="100000"/>
              <a:buChar char="•"/>
            </a:pPr>
            <a:r>
              <a:rPr lang="en-US" sz="860" dirty="0">
                <a:solidFill>
                  <a:srgbClr val="1C2733"/>
                </a:solidFill>
                <a:latin typeface="Malgun Gothic" pitchFamily="34" charset="0"/>
                <a:ea typeface="Malgun Gothic" pitchFamily="34" charset="-122"/>
                <a:cs typeface="Malgun Gothic" pitchFamily="34" charset="-120"/>
              </a:rPr>
              <a:t>3수준: 각 행마다 변수 1개만 중간값 → 곡률(중간값이 나은지)까지 확인</a:t>
            </a:r>
            <a:endParaRPr lang="en-US" sz="860" dirty="0"/>
          </a:p>
          <a:p>
            <a:pPr marL="342900" indent="-342900">
              <a:lnSpc>
                <a:spcPct val="110000"/>
              </a:lnSpc>
              <a:spcAft>
                <a:spcPts val="300"/>
              </a:spcAft>
              <a:buSzPct val="100000"/>
              <a:buChar char="•"/>
            </a:pPr>
            <a:r>
              <a:rPr lang="en-US" sz="860" dirty="0">
                <a:solidFill>
                  <a:srgbClr val="1C2733"/>
                </a:solidFill>
                <a:latin typeface="Malgun Gothic" pitchFamily="34" charset="0"/>
                <a:ea typeface="Malgun Gothic" pitchFamily="34" charset="-122"/>
                <a:cs typeface="Malgun Gothic" pitchFamily="34" charset="-120"/>
              </a:rPr>
              <a:t>거울상(부호를 뒤집은 쌍): 주효과가 교호작용 · 곡률과 섞이지 않음</a:t>
            </a:r>
            <a:endParaRPr lang="en-US" sz="860" dirty="0"/>
          </a:p>
          <a:p>
            <a:pPr marL="342900" indent="-342900">
              <a:lnSpc>
                <a:spcPct val="110000"/>
              </a:lnSpc>
              <a:spcAft>
                <a:spcPts val="300"/>
              </a:spcAft>
              <a:buSzPct val="100000"/>
              <a:buChar char="•"/>
            </a:pPr>
            <a:r>
              <a:rPr lang="en-US" sz="860" dirty="0">
                <a:solidFill>
                  <a:srgbClr val="1C2733"/>
                </a:solidFill>
                <a:latin typeface="Malgun Gothic" pitchFamily="34" charset="0"/>
                <a:ea typeface="Malgun Gothic" pitchFamily="34" charset="-122"/>
                <a:cs typeface="Malgun Gothic" pitchFamily="34" charset="-120"/>
              </a:rPr>
              <a:t>가짜 인자: 어떤 치수와도 연결 안 한 빈 열 → 효과 0의 기준선</a:t>
            </a:r>
            <a:endParaRPr lang="en-US" sz="860" dirty="0"/>
          </a:p>
          <a:p>
            <a:pPr marL="342900" indent="-342900">
              <a:lnSpc>
                <a:spcPct val="110000"/>
              </a:lnSpc>
              <a:spcAft>
                <a:spcPts val="300"/>
              </a:spcAft>
              <a:buSzPct val="100000"/>
              <a:buChar char="•"/>
            </a:pPr>
            <a:r>
              <a:rPr lang="en-US" sz="860" b="1" dirty="0">
                <a:solidFill>
                  <a:srgbClr val="0088A6"/>
                </a:solidFill>
                <a:latin typeface="Malgun Gothic" pitchFamily="34" charset="0"/>
                <a:ea typeface="Malgun Gothic" pitchFamily="34" charset="-122"/>
                <a:cs typeface="Malgun Gothic" pitchFamily="34" charset="-120"/>
              </a:rPr>
              <a:t>한계: 교호작용의 크기는 정확히 분리 불가 → 02 GPR 대리모델에서 확인</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  —  선별 · 학습 단계 추가</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2212848" y="2560320"/>
            <a:ext cx="438912" cy="201168"/>
          </a:xfrm>
          <a:prstGeom prst="roundRect">
            <a:avLst>
              <a:gd name="adj" fmla="val 36364"/>
            </a:avLst>
          </a:prstGeom>
          <a:solidFill>
            <a:srgbClr val="00A3C4"/>
          </a:solidFill>
          <a:ln w="12700">
            <a:solidFill>
              <a:srgbClr val="00A3C4"/>
            </a:solidFill>
            <a:prstDash val="solid"/>
          </a:ln>
        </p:spPr>
      </p:sp>
      <p:sp>
        <p:nvSpPr>
          <p:cNvPr id="21" name="Text 19"/>
          <p:cNvSpPr txBox="1"/>
          <p:nvPr/>
        </p:nvSpPr>
        <p:spPr>
          <a:xfrm>
            <a:off x="22128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22" name="Shape 20"/>
          <p:cNvSpPr/>
          <p:nvPr/>
        </p:nvSpPr>
        <p:spPr>
          <a:xfrm>
            <a:off x="3922776" y="2359152"/>
            <a:ext cx="0" cy="310896"/>
          </a:xfrm>
          <a:prstGeom prst="line">
            <a:avLst/>
          </a:prstGeom>
          <a:noFill/>
          <a:ln w="12700">
            <a:solidFill>
              <a:srgbClr val="9FB0C6"/>
            </a:solidFill>
            <a:prstDash val="solid"/>
            <a:tailEnd type="triangle"/>
          </a:ln>
        </p:spPr>
      </p:sp>
      <p:sp>
        <p:nvSpPr>
          <p:cNvPr id="23" name="Shape 21"/>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4" name="Shape 22"/>
          <p:cNvSpPr/>
          <p:nvPr/>
        </p:nvSpPr>
        <p:spPr>
          <a:xfrm>
            <a:off x="3095244" y="2779776"/>
            <a:ext cx="256032" cy="256032"/>
          </a:xfrm>
          <a:prstGeom prst="ellipse">
            <a:avLst/>
          </a:prstGeom>
          <a:solidFill>
            <a:srgbClr val="16305B"/>
          </a:solidFill>
          <a:ln w="12700">
            <a:solidFill>
              <a:srgbClr val="16305B"/>
            </a:solidFill>
            <a:prstDash val="solid"/>
          </a:ln>
        </p:spPr>
      </p:sp>
      <p:sp>
        <p:nvSpPr>
          <p:cNvPr id="25" name="Text 23"/>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6" name="Text 24"/>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7" name="Text 25"/>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8" name="Text 26"/>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9" name="Shape 27"/>
          <p:cNvSpPr/>
          <p:nvPr/>
        </p:nvSpPr>
        <p:spPr>
          <a:xfrm>
            <a:off x="6094476" y="2359152"/>
            <a:ext cx="0" cy="310896"/>
          </a:xfrm>
          <a:prstGeom prst="line">
            <a:avLst/>
          </a:prstGeom>
          <a:noFill/>
          <a:ln w="12700">
            <a:solidFill>
              <a:srgbClr val="9FB0C6"/>
            </a:solidFill>
            <a:prstDash val="solid"/>
            <a:tailEnd type="triangle"/>
          </a:ln>
        </p:spPr>
      </p:sp>
      <p:sp>
        <p:nvSpPr>
          <p:cNvPr id="30" name="Shape 28"/>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1" name="Shape 29"/>
          <p:cNvSpPr/>
          <p:nvPr/>
        </p:nvSpPr>
        <p:spPr>
          <a:xfrm>
            <a:off x="5266944" y="2779776"/>
            <a:ext cx="256032" cy="256032"/>
          </a:xfrm>
          <a:prstGeom prst="ellipse">
            <a:avLst/>
          </a:prstGeom>
          <a:solidFill>
            <a:srgbClr val="16305B"/>
          </a:solidFill>
          <a:ln w="12700">
            <a:solidFill>
              <a:srgbClr val="16305B"/>
            </a:solidFill>
            <a:prstDash val="solid"/>
          </a:ln>
        </p:spPr>
      </p:sp>
      <p:sp>
        <p:nvSpPr>
          <p:cNvPr id="32" name="Text 30"/>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3" name="Text 31"/>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4" name="Text 32"/>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5" name="Text 33"/>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6" name="Shape 34"/>
          <p:cNvSpPr/>
          <p:nvPr/>
        </p:nvSpPr>
        <p:spPr>
          <a:xfrm>
            <a:off x="8266176" y="2359152"/>
            <a:ext cx="0" cy="310896"/>
          </a:xfrm>
          <a:prstGeom prst="line">
            <a:avLst/>
          </a:prstGeom>
          <a:noFill/>
          <a:ln w="12700">
            <a:solidFill>
              <a:srgbClr val="9FB0C6"/>
            </a:solidFill>
            <a:prstDash val="solid"/>
            <a:tailEnd type="triangle"/>
          </a:ln>
        </p:spPr>
      </p:sp>
      <p:sp>
        <p:nvSpPr>
          <p:cNvPr id="37" name="Shape 35"/>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8" name="Shape 36"/>
          <p:cNvSpPr/>
          <p:nvPr/>
        </p:nvSpPr>
        <p:spPr>
          <a:xfrm>
            <a:off x="7438644" y="2779776"/>
            <a:ext cx="256032" cy="256032"/>
          </a:xfrm>
          <a:prstGeom prst="ellipse">
            <a:avLst/>
          </a:prstGeom>
          <a:solidFill>
            <a:srgbClr val="16305B"/>
          </a:solidFill>
          <a:ln w="12700">
            <a:solidFill>
              <a:srgbClr val="16305B"/>
            </a:solidFill>
            <a:prstDash val="solid"/>
          </a:ln>
        </p:spPr>
      </p:sp>
      <p:sp>
        <p:nvSpPr>
          <p:cNvPr id="39" name="Text 37"/>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40" name="Text 38"/>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41" name="Text 39"/>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2" name="Text 40"/>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3" name="Shape 41"/>
          <p:cNvSpPr/>
          <p:nvPr/>
        </p:nvSpPr>
        <p:spPr>
          <a:xfrm>
            <a:off x="10437876" y="2359152"/>
            <a:ext cx="0" cy="310896"/>
          </a:xfrm>
          <a:prstGeom prst="line">
            <a:avLst/>
          </a:prstGeom>
          <a:noFill/>
          <a:ln w="12700">
            <a:solidFill>
              <a:srgbClr val="9FB0C6"/>
            </a:solidFill>
            <a:prstDash val="solid"/>
            <a:tailEnd type="triangle"/>
          </a:ln>
        </p:spPr>
      </p:sp>
      <p:sp>
        <p:nvSpPr>
          <p:cNvPr id="44" name="Shape 42"/>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5" name="Shape 43"/>
          <p:cNvSpPr/>
          <p:nvPr/>
        </p:nvSpPr>
        <p:spPr>
          <a:xfrm>
            <a:off x="9610344" y="2779776"/>
            <a:ext cx="256032" cy="256032"/>
          </a:xfrm>
          <a:prstGeom prst="ellipse">
            <a:avLst/>
          </a:prstGeom>
          <a:solidFill>
            <a:srgbClr val="00A3C4"/>
          </a:solidFill>
          <a:ln w="12700">
            <a:solidFill>
              <a:srgbClr val="00A3C4"/>
            </a:solidFill>
            <a:prstDash val="solid"/>
          </a:ln>
        </p:spPr>
      </p:sp>
      <p:sp>
        <p:nvSpPr>
          <p:cNvPr id="46" name="Text 44"/>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7" name="Text 45"/>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8" name="Text 46"/>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9" name="Text 47"/>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50" name="Shape 48"/>
          <p:cNvSpPr/>
          <p:nvPr/>
        </p:nvSpPr>
        <p:spPr>
          <a:xfrm>
            <a:off x="10899648" y="2560320"/>
            <a:ext cx="438912" cy="201168"/>
          </a:xfrm>
          <a:prstGeom prst="roundRect">
            <a:avLst>
              <a:gd name="adj" fmla="val 36364"/>
            </a:avLst>
          </a:prstGeom>
          <a:solidFill>
            <a:srgbClr val="00A3C4"/>
          </a:solidFill>
          <a:ln w="12700">
            <a:solidFill>
              <a:srgbClr val="00A3C4"/>
            </a:solidFill>
            <a:prstDash val="solid"/>
          </a:ln>
        </p:spPr>
      </p:sp>
      <p:sp>
        <p:nvSpPr>
          <p:cNvPr id="51" name="Text 49"/>
          <p:cNvSpPr txBox="1"/>
          <p:nvPr/>
        </p:nvSpPr>
        <p:spPr>
          <a:xfrm>
            <a:off x="108996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52" name="Shape 50"/>
          <p:cNvSpPr/>
          <p:nvPr/>
        </p:nvSpPr>
        <p:spPr>
          <a:xfrm>
            <a:off x="2724912" y="3392424"/>
            <a:ext cx="224028" cy="0"/>
          </a:xfrm>
          <a:prstGeom prst="line">
            <a:avLst/>
          </a:prstGeom>
          <a:noFill/>
          <a:ln w="19050">
            <a:solidFill>
              <a:srgbClr val="00A3C4"/>
            </a:solidFill>
            <a:prstDash val="solid"/>
            <a:tailEnd type="triangle"/>
          </a:ln>
        </p:spPr>
      </p:sp>
      <p:sp>
        <p:nvSpPr>
          <p:cNvPr id="53" name="Text 51"/>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4" name="Shape 52"/>
          <p:cNvSpPr/>
          <p:nvPr/>
        </p:nvSpPr>
        <p:spPr>
          <a:xfrm>
            <a:off x="4896612" y="3392424"/>
            <a:ext cx="224028" cy="0"/>
          </a:xfrm>
          <a:prstGeom prst="line">
            <a:avLst/>
          </a:prstGeom>
          <a:noFill/>
          <a:ln w="19050">
            <a:solidFill>
              <a:srgbClr val="00A3C4"/>
            </a:solidFill>
            <a:prstDash val="solid"/>
            <a:tailEnd type="triangle"/>
          </a:ln>
        </p:spPr>
      </p:sp>
      <p:sp>
        <p:nvSpPr>
          <p:cNvPr id="55" name="Text 53"/>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6" name="Shape 54"/>
          <p:cNvSpPr/>
          <p:nvPr/>
        </p:nvSpPr>
        <p:spPr>
          <a:xfrm>
            <a:off x="7068312" y="3392424"/>
            <a:ext cx="224028" cy="0"/>
          </a:xfrm>
          <a:prstGeom prst="line">
            <a:avLst/>
          </a:prstGeom>
          <a:noFill/>
          <a:ln w="19050">
            <a:solidFill>
              <a:srgbClr val="00A3C4"/>
            </a:solidFill>
            <a:prstDash val="solid"/>
            <a:tailEnd type="triangle"/>
          </a:ln>
        </p:spPr>
      </p:sp>
      <p:sp>
        <p:nvSpPr>
          <p:cNvPr id="57" name="Text 55"/>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8" name="Shape 56"/>
          <p:cNvSpPr/>
          <p:nvPr/>
        </p:nvSpPr>
        <p:spPr>
          <a:xfrm>
            <a:off x="9240012" y="3392424"/>
            <a:ext cx="224028" cy="0"/>
          </a:xfrm>
          <a:prstGeom prst="line">
            <a:avLst/>
          </a:prstGeom>
          <a:noFill/>
          <a:ln w="19050">
            <a:solidFill>
              <a:srgbClr val="00A3C4"/>
            </a:solidFill>
            <a:prstDash val="solid"/>
            <a:tailEnd type="triangle"/>
          </a:ln>
        </p:spPr>
      </p:sp>
      <p:sp>
        <p:nvSpPr>
          <p:cNvPr id="59" name="Text 57"/>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60" name="Shape 58"/>
          <p:cNvSpPr/>
          <p:nvPr/>
        </p:nvSpPr>
        <p:spPr>
          <a:xfrm>
            <a:off x="1751076" y="3968496"/>
            <a:ext cx="0" cy="256032"/>
          </a:xfrm>
          <a:prstGeom prst="line">
            <a:avLst/>
          </a:prstGeom>
          <a:noFill/>
          <a:ln w="12700">
            <a:solidFill>
              <a:srgbClr val="C3CDDA"/>
            </a:solidFill>
            <a:prstDash val="dash"/>
            <a:tailEnd type="triangle"/>
          </a:ln>
        </p:spPr>
      </p:sp>
      <p:sp>
        <p:nvSpPr>
          <p:cNvPr id="61" name="Shape 59"/>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62" name="Text 60"/>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63" name="Shape 61"/>
          <p:cNvSpPr/>
          <p:nvPr/>
        </p:nvSpPr>
        <p:spPr>
          <a:xfrm>
            <a:off x="39227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5" name="Shape 63"/>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7" name="Shape 65"/>
          <p:cNvSpPr/>
          <p:nvPr/>
        </p:nvSpPr>
        <p:spPr>
          <a:xfrm>
            <a:off x="6094476" y="3968496"/>
            <a:ext cx="0" cy="256032"/>
          </a:xfrm>
          <a:prstGeom prst="line">
            <a:avLst/>
          </a:prstGeom>
          <a:noFill/>
          <a:ln w="12700">
            <a:solidFill>
              <a:srgbClr val="16305B"/>
            </a:solidFill>
            <a:prstDash val="solid"/>
            <a:headEnd type="triangle"/>
            <a:tailEnd type="triangle"/>
          </a:ln>
        </p:spPr>
      </p:sp>
      <p:sp>
        <p:nvSpPr>
          <p:cNvPr id="68" name="Text 66"/>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9" name="Shape 67"/>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70" name="Text 68"/>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71" name="Shape 69"/>
          <p:cNvSpPr/>
          <p:nvPr/>
        </p:nvSpPr>
        <p:spPr>
          <a:xfrm>
            <a:off x="8266176" y="3968496"/>
            <a:ext cx="0" cy="256032"/>
          </a:xfrm>
          <a:prstGeom prst="line">
            <a:avLst/>
          </a:prstGeom>
          <a:noFill/>
          <a:ln w="12700">
            <a:solidFill>
              <a:srgbClr val="C3CDDA"/>
            </a:solidFill>
            <a:prstDash val="dash"/>
            <a:tailEnd type="triangle"/>
          </a:ln>
        </p:spPr>
      </p:sp>
      <p:sp>
        <p:nvSpPr>
          <p:cNvPr id="72" name="Shape 70"/>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73" name="Text 71"/>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4" name="Shape 72"/>
          <p:cNvSpPr/>
          <p:nvPr/>
        </p:nvSpPr>
        <p:spPr>
          <a:xfrm>
            <a:off x="10437876" y="3968496"/>
            <a:ext cx="0" cy="256032"/>
          </a:xfrm>
          <a:prstGeom prst="line">
            <a:avLst/>
          </a:prstGeom>
          <a:noFill/>
          <a:ln w="12700">
            <a:solidFill>
              <a:srgbClr val="C3CDDA"/>
            </a:solidFill>
            <a:prstDash val="dash"/>
            <a:tailEnd type="triangle"/>
          </a:ln>
        </p:spPr>
      </p:sp>
      <p:sp>
        <p:nvSpPr>
          <p:cNvPr id="75" name="Shape 73"/>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6" name="Text 74"/>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7" name="Shape 75"/>
          <p:cNvSpPr/>
          <p:nvPr/>
        </p:nvSpPr>
        <p:spPr>
          <a:xfrm>
            <a:off x="813816" y="4818888"/>
            <a:ext cx="10561320" cy="0"/>
          </a:xfrm>
          <a:prstGeom prst="line">
            <a:avLst/>
          </a:prstGeom>
          <a:noFill/>
          <a:ln w="9525">
            <a:solidFill>
              <a:srgbClr val="DDE3EB"/>
            </a:solidFill>
            <a:prstDash val="solid"/>
          </a:ln>
        </p:spPr>
      </p:sp>
      <p:sp>
        <p:nvSpPr>
          <p:cNvPr id="78" name="Text 76"/>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9" name="Shape 77"/>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80" name="Shape 78"/>
          <p:cNvSpPr/>
          <p:nvPr/>
        </p:nvSpPr>
        <p:spPr>
          <a:xfrm>
            <a:off x="832104" y="5724144"/>
            <a:ext cx="64008" cy="164592"/>
          </a:xfrm>
          <a:prstGeom prst="rect">
            <a:avLst/>
          </a:prstGeom>
          <a:solidFill>
            <a:srgbClr val="00A3C4"/>
          </a:solidFill>
          <a:ln w="12700">
            <a:solidFill>
              <a:srgbClr val="00A3C4"/>
            </a:solidFill>
            <a:prstDash val="solid"/>
          </a:ln>
        </p:spPr>
      </p:sp>
      <p:sp>
        <p:nvSpPr>
          <p:cNvPr id="81" name="Text 79"/>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82" name="Text 80"/>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83" name="Shape 81"/>
          <p:cNvSpPr/>
          <p:nvPr/>
        </p:nvSpPr>
        <p:spPr>
          <a:xfrm>
            <a:off x="4489704" y="5724144"/>
            <a:ext cx="64008" cy="164592"/>
          </a:xfrm>
          <a:prstGeom prst="rect">
            <a:avLst/>
          </a:prstGeom>
          <a:solidFill>
            <a:srgbClr val="00A3C4"/>
          </a:solidFill>
          <a:ln w="12700">
            <a:solidFill>
              <a:srgbClr val="00A3C4"/>
            </a:solidFill>
            <a:prstDash val="solid"/>
          </a:ln>
        </p:spPr>
      </p:sp>
      <p:sp>
        <p:nvSpPr>
          <p:cNvPr id="84" name="Text 82"/>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5" name="Text 83"/>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6" name="Shape 84"/>
          <p:cNvSpPr/>
          <p:nvPr/>
        </p:nvSpPr>
        <p:spPr>
          <a:xfrm>
            <a:off x="8147304" y="5724144"/>
            <a:ext cx="64008" cy="164592"/>
          </a:xfrm>
          <a:prstGeom prst="rect">
            <a:avLst/>
          </a:prstGeom>
          <a:solidFill>
            <a:srgbClr val="00A3C4"/>
          </a:solidFill>
          <a:ln w="12700">
            <a:solidFill>
              <a:srgbClr val="00A3C4"/>
            </a:solidFill>
            <a:prstDash val="solid"/>
          </a:ln>
        </p:spPr>
      </p:sp>
      <p:sp>
        <p:nvSpPr>
          <p:cNvPr id="87" name="Text 85"/>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자동해석 모듈 그대로 활용</a:t>
            </a:r>
            <a:endParaRPr lang="en-US" sz="1050" dirty="0"/>
          </a:p>
        </p:txBody>
      </p:sp>
      <p:sp>
        <p:nvSpPr>
          <p:cNvPr id="88" name="Text 86"/>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모듈 위에 선별 · 학습 단계 추가</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2 개 월 차   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2개월차</dc:title>
  <dc:subject>PptxGenJS Presentation</dc:subject>
  <dc:creator>학습조직</dc:creator>
  <cp:lastModifiedBy>학습조직</cp:lastModifiedBy>
  <cp:revision>1</cp:revision>
  <dcterms:created xsi:type="dcterms:W3CDTF">2026-10-26T02:03:16Z</dcterms:created>
  <dcterms:modified xsi:type="dcterms:W3CDTF">2026-10-26T02:03:16Z</dcterms:modified>
</cp:coreProperties>
</file>