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1차 핀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20</c:v>
                </c:pt>
                <c:pt idx="1">
                  <c:v>23</c:v>
                </c:pt>
                <c:pt idx="2">
                  <c:v>18</c:v>
                </c:pt>
                <c:pt idx="3">
                  <c:v>12</c:v>
                </c:pt>
                <c:pt idx="4">
                  <c:v>23</c:v>
                </c:pt>
                <c:pt idx="5">
                  <c:v>16</c:v>
                </c:pt>
                <c:pt idx="6">
                  <c:v>10</c:v>
                </c:pt>
                <c:pt idx="7">
                  <c:v>21</c:v>
                </c:pt>
                <c:pt idx="8">
                  <c:v>11</c:v>
                </c:pt>
                <c:pt idx="9">
                  <c:v>22</c:v>
                </c:pt>
                <c:pt idx="10">
                  <c:v>17</c:v>
                </c:pt>
                <c:pt idx="11">
                  <c:v>11</c:v>
                </c:pt>
                <c:pt idx="12">
                  <c:v>11</c:v>
                </c:pt>
                <c:pt idx="13">
                  <c:v>12</c:v>
                </c:pt>
                <c:pt idx="14">
                  <c:v>18</c:v>
                </c:pt>
                <c:pt idx="15">
                  <c:v>13</c:v>
                </c:pt>
                <c:pt idx="16">
                  <c:v>10</c:v>
                </c:pt>
                <c:pt idx="17">
                  <c:v>21</c:v>
                </c:pt>
                <c:pt idx="18">
                  <c:v>20</c:v>
                </c:pt>
                <c:pt idx="19">
                  <c:v>23</c:v>
                </c:pt>
                <c:pt idx="20">
                  <c:v>12</c:v>
                </c:pt>
                <c:pt idx="21">
                  <c:v>22</c:v>
                </c:pt>
                <c:pt idx="22">
                  <c:v>22</c:v>
                </c:pt>
                <c:pt idx="23">
                  <c:v>16</c:v>
                </c:pt>
                <c:pt idx="24">
                  <c:v>19</c:v>
                </c:pt>
                <c:pt idx="25">
                  <c:v>24</c:v>
                </c:pt>
                <c:pt idx="26">
                  <c:v>16</c:v>
                </c:pt>
                <c:pt idx="27">
                  <c:v>14</c:v>
                </c:pt>
                <c:pt idx="28">
                  <c:v>16</c:v>
                </c:pt>
                <c:pt idx="29">
                  <c:v>22</c:v>
                </c:pt>
                <c:pt idx="30">
                  <c:v>23</c:v>
                </c:pt>
                <c:pt idx="31">
                  <c:v>17</c:v>
                </c:pt>
                <c:pt idx="32">
                  <c:v>17</c:v>
                </c:pt>
                <c:pt idx="33">
                  <c:v>15</c:v>
                </c:pt>
                <c:pt idx="34">
                  <c:v>21</c:v>
                </c:pt>
                <c:pt idx="35">
                  <c:v>13</c:v>
                </c:pt>
                <c:pt idx="36">
                  <c:v>22</c:v>
                </c:pt>
                <c:pt idx="37">
                  <c:v>16</c:v>
                </c:pt>
                <c:pt idx="38">
                  <c:v>19</c:v>
                </c:pt>
                <c:pt idx="39">
                  <c:v>21</c:v>
                </c:pt>
                <c:pt idx="40">
                  <c:v>21</c:v>
                </c:pt>
                <c:pt idx="41">
                  <c:v>15</c:v>
                </c:pt>
                <c:pt idx="42">
                  <c:v>16</c:v>
                </c:pt>
                <c:pt idx="43">
                  <c:v>12</c:v>
                </c:pt>
                <c:pt idx="44">
                  <c:v>15</c:v>
                </c:pt>
                <c:pt idx="45">
                  <c:v>10</c:v>
                </c:pt>
                <c:pt idx="46">
                  <c:v>16</c:v>
                </c:pt>
                <c:pt idx="47">
                  <c:v>21</c:v>
                </c:pt>
                <c:pt idx="48">
                  <c:v>13</c:v>
                </c:pt>
                <c:pt idx="49">
                  <c:v>20</c:v>
                </c:pt>
                <c:pt idx="50">
                  <c:v>24</c:v>
                </c:pt>
                <c:pt idx="51">
                  <c:v>19</c:v>
                </c:pt>
                <c:pt idx="52">
                  <c:v>14</c:v>
                </c:pt>
                <c:pt idx="53">
                  <c:v>19</c:v>
                </c:pt>
                <c:pt idx="54">
                  <c:v>20</c:v>
                </c:pt>
                <c:pt idx="55">
                  <c:v>11</c:v>
                </c:pt>
                <c:pt idx="56">
                  <c:v>23</c:v>
                </c:pt>
                <c:pt idx="57">
                  <c:v>18</c:v>
                </c:pt>
                <c:pt idx="58">
                  <c:v>17</c:v>
                </c:pt>
                <c:pt idx="59">
                  <c:v>14</c:v>
                </c:pt>
                <c:pt idx="60">
                  <c:v>17</c:v>
                </c:pt>
                <c:pt idx="61">
                  <c:v>14</c:v>
                </c:pt>
                <c:pt idx="62">
                  <c:v>13</c:v>
                </c:pt>
                <c:pt idx="63">
                  <c:v>12</c:v>
                </c:pt>
                <c:pt idx="64">
                  <c:v>19</c:v>
                </c:pt>
                <c:pt idx="65">
                  <c:v>14</c:v>
                </c:pt>
                <c:pt idx="66">
                  <c:v>19</c:v>
                </c:pt>
                <c:pt idx="67">
                  <c:v>18</c:v>
                </c:pt>
                <c:pt idx="68">
                  <c:v>11</c:v>
                </c:pt>
                <c:pt idx="69">
                  <c:v>11</c:v>
                </c:pt>
                <c:pt idx="70">
                  <c:v>24</c:v>
                </c:pt>
                <c:pt idx="71">
                  <c:v>20</c:v>
                </c:pt>
                <c:pt idx="72">
                  <c:v>18</c:v>
                </c:pt>
                <c:pt idx="73">
                  <c:v>13</c:v>
                </c:pt>
                <c:pt idx="74">
                  <c:v>23</c:v>
                </c:pt>
                <c:pt idx="75">
                  <c:v>15</c:v>
                </c:pt>
                <c:pt idx="76">
                  <c:v>13</c:v>
                </c:pt>
                <c:pt idx="77">
                  <c:v>15</c:v>
                </c:pt>
                <c:pt idx="78">
                  <c:v>20</c:v>
                </c:pt>
                <c:pt idx="79">
                  <c:v>15</c:v>
                </c:pt>
              </c:numCache>
            </c:numRef>
          </c:xVal>
          <c:yVal>
            <c:numRef>
              <c:f>Sheet1!$B$2:$B$81</c:f>
              <c:numCache>
                <c:formatCode>General</c:formatCode>
                <c:ptCount val="80"/>
                <c:pt idx="0">
                  <c:v>2</c:v>
                </c:pt>
                <c:pt idx="1">
                  <c:v>1.5</c:v>
                </c:pt>
                <c:pt idx="2">
                  <c:v>2.3</c:v>
                </c:pt>
                <c:pt idx="3">
                  <c:v>1.8</c:v>
                </c:pt>
                <c:pt idx="4">
                  <c:v>1.5</c:v>
                </c:pt>
                <c:pt idx="5">
                  <c:v>2.9</c:v>
                </c:pt>
                <c:pt idx="6">
                  <c:v>2.8</c:v>
                </c:pt>
                <c:pt idx="7">
                  <c:v>1.6</c:v>
                </c:pt>
                <c:pt idx="8">
                  <c:v>2.6</c:v>
                </c:pt>
                <c:pt idx="9">
                  <c:v>1.6</c:v>
                </c:pt>
                <c:pt idx="10">
                  <c:v>2.8</c:v>
                </c:pt>
                <c:pt idx="11">
                  <c:v>1.7</c:v>
                </c:pt>
                <c:pt idx="12">
                  <c:v>1.9</c:v>
                </c:pt>
                <c:pt idx="13">
                  <c:v>1.6</c:v>
                </c:pt>
                <c:pt idx="14">
                  <c:v>2</c:v>
                </c:pt>
                <c:pt idx="15">
                  <c:v>1.7</c:v>
                </c:pt>
                <c:pt idx="16">
                  <c:v>2.3</c:v>
                </c:pt>
                <c:pt idx="17">
                  <c:v>1.9</c:v>
                </c:pt>
                <c:pt idx="18">
                  <c:v>1.9</c:v>
                </c:pt>
                <c:pt idx="19">
                  <c:v>1.5</c:v>
                </c:pt>
                <c:pt idx="20">
                  <c:v>1.9</c:v>
                </c:pt>
                <c:pt idx="21">
                  <c:v>1.7</c:v>
                </c:pt>
                <c:pt idx="22">
                  <c:v>1.7</c:v>
                </c:pt>
                <c:pt idx="23">
                  <c:v>2.8</c:v>
                </c:pt>
                <c:pt idx="24">
                  <c:v>2</c:v>
                </c:pt>
                <c:pt idx="25">
                  <c:v>1.5</c:v>
                </c:pt>
                <c:pt idx="26">
                  <c:v>2.8</c:v>
                </c:pt>
                <c:pt idx="27">
                  <c:v>3</c:v>
                </c:pt>
                <c:pt idx="28">
                  <c:v>2.9</c:v>
                </c:pt>
                <c:pt idx="29">
                  <c:v>1.6</c:v>
                </c:pt>
                <c:pt idx="30">
                  <c:v>1.5</c:v>
                </c:pt>
                <c:pt idx="31">
                  <c:v>2.1</c:v>
                </c:pt>
                <c:pt idx="32">
                  <c:v>2.5</c:v>
                </c:pt>
                <c:pt idx="33">
                  <c:v>3</c:v>
                </c:pt>
                <c:pt idx="34">
                  <c:v>1.7</c:v>
                </c:pt>
                <c:pt idx="35">
                  <c:v>2</c:v>
                </c:pt>
                <c:pt idx="36">
                  <c:v>1.7</c:v>
                </c:pt>
                <c:pt idx="37">
                  <c:v>2.9</c:v>
                </c:pt>
                <c:pt idx="38">
                  <c:v>1.6</c:v>
                </c:pt>
                <c:pt idx="39">
                  <c:v>1.7</c:v>
                </c:pt>
                <c:pt idx="40">
                  <c:v>1.6</c:v>
                </c:pt>
                <c:pt idx="41">
                  <c:v>2.2</c:v>
                </c:pt>
                <c:pt idx="42">
                  <c:v>2.7</c:v>
                </c:pt>
                <c:pt idx="43">
                  <c:v>2.6</c:v>
                </c:pt>
                <c:pt idx="44">
                  <c:v>2.1</c:v>
                </c:pt>
                <c:pt idx="45">
                  <c:v>2.5</c:v>
                </c:pt>
                <c:pt idx="46">
                  <c:v>1.7</c:v>
                </c:pt>
                <c:pt idx="47">
                  <c:v>1.6</c:v>
                </c:pt>
                <c:pt idx="48">
                  <c:v>2.8</c:v>
                </c:pt>
                <c:pt idx="49">
                  <c:v>1.6</c:v>
                </c:pt>
                <c:pt idx="50">
                  <c:v>1.5</c:v>
                </c:pt>
                <c:pt idx="51">
                  <c:v>2.1</c:v>
                </c:pt>
                <c:pt idx="52">
                  <c:v>2</c:v>
                </c:pt>
                <c:pt idx="53">
                  <c:v>2.1</c:v>
                </c:pt>
                <c:pt idx="54">
                  <c:v>1.9</c:v>
                </c:pt>
                <c:pt idx="55">
                  <c:v>2.2</c:v>
                </c:pt>
                <c:pt idx="56">
                  <c:v>1.5</c:v>
                </c:pt>
                <c:pt idx="57">
                  <c:v>2.6</c:v>
                </c:pt>
                <c:pt idx="58">
                  <c:v>2.4</c:v>
                </c:pt>
                <c:pt idx="59">
                  <c:v>1.7</c:v>
                </c:pt>
                <c:pt idx="60">
                  <c:v>2.3</c:v>
                </c:pt>
                <c:pt idx="61">
                  <c:v>1.9</c:v>
                </c:pt>
                <c:pt idx="62">
                  <c:v>1.6</c:v>
                </c:pt>
                <c:pt idx="63">
                  <c:v>2.5</c:v>
                </c:pt>
                <c:pt idx="64">
                  <c:v>1.5</c:v>
                </c:pt>
                <c:pt idx="65">
                  <c:v>1.5</c:v>
                </c:pt>
                <c:pt idx="66">
                  <c:v>2.3</c:v>
                </c:pt>
                <c:pt idx="67">
                  <c:v>2.4</c:v>
                </c:pt>
                <c:pt idx="68">
                  <c:v>2.7</c:v>
                </c:pt>
                <c:pt idx="69">
                  <c:v>2</c:v>
                </c:pt>
                <c:pt idx="70">
                  <c:v>1.5</c:v>
                </c:pt>
                <c:pt idx="71">
                  <c:v>1.8</c:v>
                </c:pt>
                <c:pt idx="72">
                  <c:v>1.5</c:v>
                </c:pt>
                <c:pt idx="73">
                  <c:v>2.9</c:v>
                </c:pt>
                <c:pt idx="74">
                  <c:v>1.5</c:v>
                </c:pt>
                <c:pt idx="75">
                  <c:v>1.6</c:v>
                </c:pt>
                <c:pt idx="76">
                  <c:v>2.6</c:v>
                </c:pt>
                <c:pt idx="77">
                  <c:v>2.7</c:v>
                </c:pt>
                <c:pt idx="78">
                  <c:v>2.1</c:v>
                </c:pt>
                <c:pt idx="79">
                  <c:v>2.6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4"/>
          <c:min val="10"/>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개수 [개]</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3.1"/>
          <c:min val="1.4"/>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분기 입구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18.4</c:v>
                </c:pt>
                <c:pt idx="1">
                  <c:v>17</c:v>
                </c:pt>
                <c:pt idx="2">
                  <c:v>14.3</c:v>
                </c:pt>
                <c:pt idx="3">
                  <c:v>13.6</c:v>
                </c:pt>
                <c:pt idx="4">
                  <c:v>15</c:v>
                </c:pt>
                <c:pt idx="5">
                  <c:v>13.3</c:v>
                </c:pt>
                <c:pt idx="6">
                  <c:v>24.4</c:v>
                </c:pt>
                <c:pt idx="7">
                  <c:v>16.1</c:v>
                </c:pt>
                <c:pt idx="8">
                  <c:v>20.2</c:v>
                </c:pt>
                <c:pt idx="9">
                  <c:v>16.3</c:v>
                </c:pt>
                <c:pt idx="10">
                  <c:v>22.5</c:v>
                </c:pt>
                <c:pt idx="11">
                  <c:v>14.6</c:v>
                </c:pt>
                <c:pt idx="12">
                  <c:v>17.8</c:v>
                </c:pt>
                <c:pt idx="13">
                  <c:v>20</c:v>
                </c:pt>
                <c:pt idx="14">
                  <c:v>14.4</c:v>
                </c:pt>
                <c:pt idx="15">
                  <c:v>21.4</c:v>
                </c:pt>
                <c:pt idx="16">
                  <c:v>13.9</c:v>
                </c:pt>
                <c:pt idx="17">
                  <c:v>13.1</c:v>
                </c:pt>
                <c:pt idx="18">
                  <c:v>20.4</c:v>
                </c:pt>
                <c:pt idx="19">
                  <c:v>24.9</c:v>
                </c:pt>
                <c:pt idx="20">
                  <c:v>24.6</c:v>
                </c:pt>
                <c:pt idx="21">
                  <c:v>21.1</c:v>
                </c:pt>
                <c:pt idx="22">
                  <c:v>16.5</c:v>
                </c:pt>
                <c:pt idx="23">
                  <c:v>16.8</c:v>
                </c:pt>
                <c:pt idx="24">
                  <c:v>16.3</c:v>
                </c:pt>
                <c:pt idx="25">
                  <c:v>22.9</c:v>
                </c:pt>
                <c:pt idx="26">
                  <c:v>17.3</c:v>
                </c:pt>
                <c:pt idx="27">
                  <c:v>13.2</c:v>
                </c:pt>
                <c:pt idx="28">
                  <c:v>23.6</c:v>
                </c:pt>
                <c:pt idx="29">
                  <c:v>14.2</c:v>
                </c:pt>
                <c:pt idx="30">
                  <c:v>15.4</c:v>
                </c:pt>
                <c:pt idx="31">
                  <c:v>17.8</c:v>
                </c:pt>
                <c:pt idx="32">
                  <c:v>20.8</c:v>
                </c:pt>
                <c:pt idx="33">
                  <c:v>21.2</c:v>
                </c:pt>
                <c:pt idx="34">
                  <c:v>23.4</c:v>
                </c:pt>
                <c:pt idx="35">
                  <c:v>18.1</c:v>
                </c:pt>
                <c:pt idx="36">
                  <c:v>19.4</c:v>
                </c:pt>
                <c:pt idx="37">
                  <c:v>18</c:v>
                </c:pt>
                <c:pt idx="38">
                  <c:v>23.8</c:v>
                </c:pt>
                <c:pt idx="39">
                  <c:v>22.3</c:v>
                </c:pt>
                <c:pt idx="40">
                  <c:v>24</c:v>
                </c:pt>
                <c:pt idx="41">
                  <c:v>16.6</c:v>
                </c:pt>
                <c:pt idx="42">
                  <c:v>24.7</c:v>
                </c:pt>
                <c:pt idx="43">
                  <c:v>17.6</c:v>
                </c:pt>
                <c:pt idx="44">
                  <c:v>19.8</c:v>
                </c:pt>
                <c:pt idx="45">
                  <c:v>20.8</c:v>
                </c:pt>
                <c:pt idx="46">
                  <c:v>15.2</c:v>
                </c:pt>
                <c:pt idx="47">
                  <c:v>21.5</c:v>
                </c:pt>
                <c:pt idx="48">
                  <c:v>19.7</c:v>
                </c:pt>
                <c:pt idx="49">
                  <c:v>19.2</c:v>
                </c:pt>
                <c:pt idx="50">
                  <c:v>23.1</c:v>
                </c:pt>
                <c:pt idx="51">
                  <c:v>18.9</c:v>
                </c:pt>
                <c:pt idx="52">
                  <c:v>23.9</c:v>
                </c:pt>
                <c:pt idx="53">
                  <c:v>16</c:v>
                </c:pt>
                <c:pt idx="54">
                  <c:v>13.9</c:v>
                </c:pt>
                <c:pt idx="55">
                  <c:v>22.4</c:v>
                </c:pt>
                <c:pt idx="56">
                  <c:v>14.7</c:v>
                </c:pt>
                <c:pt idx="57">
                  <c:v>21.9</c:v>
                </c:pt>
                <c:pt idx="58">
                  <c:v>19.1</c:v>
                </c:pt>
                <c:pt idx="59">
                  <c:v>21.7</c:v>
                </c:pt>
                <c:pt idx="60">
                  <c:v>22.6</c:v>
                </c:pt>
                <c:pt idx="61">
                  <c:v>23.3</c:v>
                </c:pt>
                <c:pt idx="62">
                  <c:v>20.1</c:v>
                </c:pt>
                <c:pt idx="63">
                  <c:v>18.4</c:v>
                </c:pt>
                <c:pt idx="64">
                  <c:v>14.9</c:v>
                </c:pt>
                <c:pt idx="65">
                  <c:v>17.2</c:v>
                </c:pt>
                <c:pt idx="66">
                  <c:v>22</c:v>
                </c:pt>
                <c:pt idx="67">
                  <c:v>22.9</c:v>
                </c:pt>
                <c:pt idx="68">
                  <c:v>20.6</c:v>
                </c:pt>
                <c:pt idx="69">
                  <c:v>15.6</c:v>
                </c:pt>
                <c:pt idx="70">
                  <c:v>15.4</c:v>
                </c:pt>
                <c:pt idx="71">
                  <c:v>24.2</c:v>
                </c:pt>
                <c:pt idx="72">
                  <c:v>18.7</c:v>
                </c:pt>
                <c:pt idx="73">
                  <c:v>19.5</c:v>
                </c:pt>
                <c:pt idx="74">
                  <c:v>15.8</c:v>
                </c:pt>
                <c:pt idx="75">
                  <c:v>21.8</c:v>
                </c:pt>
                <c:pt idx="76">
                  <c:v>18.8</c:v>
                </c:pt>
                <c:pt idx="77">
                  <c:v>17.4</c:v>
                </c:pt>
                <c:pt idx="78">
                  <c:v>24.3</c:v>
                </c:pt>
                <c:pt idx="79">
                  <c:v>13.5</c:v>
                </c:pt>
              </c:numCache>
            </c:numRef>
          </c:xVal>
          <c:yVal>
            <c:numRef>
              <c:f>Sheet1!$B$2:$B$81</c:f>
              <c:numCache>
                <c:formatCode>General</c:formatCode>
                <c:ptCount val="80"/>
                <c:pt idx="0">
                  <c:v>8.3</c:v>
                </c:pt>
                <c:pt idx="1">
                  <c:v>4.5</c:v>
                </c:pt>
                <c:pt idx="2">
                  <c:v>5.1</c:v>
                </c:pt>
                <c:pt idx="3">
                  <c:v>4.8</c:v>
                </c:pt>
                <c:pt idx="4">
                  <c:v>4.5</c:v>
                </c:pt>
                <c:pt idx="5">
                  <c:v>5.8</c:v>
                </c:pt>
                <c:pt idx="6">
                  <c:v>10</c:v>
                </c:pt>
                <c:pt idx="7">
                  <c:v>4</c:v>
                </c:pt>
                <c:pt idx="8">
                  <c:v>7.4</c:v>
                </c:pt>
                <c:pt idx="9">
                  <c:v>5.6</c:v>
                </c:pt>
                <c:pt idx="10">
                  <c:v>9.6</c:v>
                </c:pt>
                <c:pt idx="11">
                  <c:v>9.8</c:v>
                </c:pt>
                <c:pt idx="12">
                  <c:v>8.8</c:v>
                </c:pt>
                <c:pt idx="13">
                  <c:v>7.7</c:v>
                </c:pt>
                <c:pt idx="14">
                  <c:v>8.4</c:v>
                </c:pt>
                <c:pt idx="15">
                  <c:v>3.1</c:v>
                </c:pt>
                <c:pt idx="16">
                  <c:v>7.9</c:v>
                </c:pt>
                <c:pt idx="17">
                  <c:v>3.8</c:v>
                </c:pt>
                <c:pt idx="18">
                  <c:v>7.1</c:v>
                </c:pt>
                <c:pt idx="19">
                  <c:v>6.6</c:v>
                </c:pt>
                <c:pt idx="20">
                  <c:v>7.8</c:v>
                </c:pt>
                <c:pt idx="21">
                  <c:v>7.1</c:v>
                </c:pt>
                <c:pt idx="22">
                  <c:v>4.3</c:v>
                </c:pt>
                <c:pt idx="23">
                  <c:v>9.7</c:v>
                </c:pt>
                <c:pt idx="24">
                  <c:v>8.5</c:v>
                </c:pt>
                <c:pt idx="25">
                  <c:v>4.1</c:v>
                </c:pt>
                <c:pt idx="26">
                  <c:v>7.9</c:v>
                </c:pt>
                <c:pt idx="27">
                  <c:v>8.6</c:v>
                </c:pt>
                <c:pt idx="28">
                  <c:v>5.7</c:v>
                </c:pt>
                <c:pt idx="29">
                  <c:v>6.8</c:v>
                </c:pt>
                <c:pt idx="30">
                  <c:v>9.4</c:v>
                </c:pt>
                <c:pt idx="31">
                  <c:v>5.3</c:v>
                </c:pt>
                <c:pt idx="32">
                  <c:v>9.2</c:v>
                </c:pt>
                <c:pt idx="33">
                  <c:v>3.5</c:v>
                </c:pt>
                <c:pt idx="34">
                  <c:v>9.5</c:v>
                </c:pt>
                <c:pt idx="35">
                  <c:v>3.2</c:v>
                </c:pt>
                <c:pt idx="36">
                  <c:v>6.5</c:v>
                </c:pt>
                <c:pt idx="37">
                  <c:v>8.2</c:v>
                </c:pt>
                <c:pt idx="38">
                  <c:v>8</c:v>
                </c:pt>
                <c:pt idx="39">
                  <c:v>7.3</c:v>
                </c:pt>
                <c:pt idx="40">
                  <c:v>8.9</c:v>
                </c:pt>
                <c:pt idx="41">
                  <c:v>5.2</c:v>
                </c:pt>
                <c:pt idx="42">
                  <c:v>5.4</c:v>
                </c:pt>
                <c:pt idx="43">
                  <c:v>6.6</c:v>
                </c:pt>
                <c:pt idx="44">
                  <c:v>9.1</c:v>
                </c:pt>
                <c:pt idx="45">
                  <c:v>6.4</c:v>
                </c:pt>
                <c:pt idx="46">
                  <c:v>7.6</c:v>
                </c:pt>
                <c:pt idx="47">
                  <c:v>9.2</c:v>
                </c:pt>
                <c:pt idx="48">
                  <c:v>5</c:v>
                </c:pt>
                <c:pt idx="49">
                  <c:v>4.3</c:v>
                </c:pt>
                <c:pt idx="50">
                  <c:v>9.4</c:v>
                </c:pt>
                <c:pt idx="51">
                  <c:v>6.1</c:v>
                </c:pt>
                <c:pt idx="52">
                  <c:v>6.2</c:v>
                </c:pt>
                <c:pt idx="53">
                  <c:v>8.7</c:v>
                </c:pt>
                <c:pt idx="54">
                  <c:v>8.1</c:v>
                </c:pt>
                <c:pt idx="55">
                  <c:v>3.6</c:v>
                </c:pt>
                <c:pt idx="56">
                  <c:v>9</c:v>
                </c:pt>
                <c:pt idx="57">
                  <c:v>9.9</c:v>
                </c:pt>
                <c:pt idx="58">
                  <c:v>6.3</c:v>
                </c:pt>
                <c:pt idx="59">
                  <c:v>6</c:v>
                </c:pt>
                <c:pt idx="60">
                  <c:v>7.5</c:v>
                </c:pt>
                <c:pt idx="61">
                  <c:v>4.6</c:v>
                </c:pt>
                <c:pt idx="62">
                  <c:v>6</c:v>
                </c:pt>
                <c:pt idx="63">
                  <c:v>3.7</c:v>
                </c:pt>
                <c:pt idx="64">
                  <c:v>3.3</c:v>
                </c:pt>
                <c:pt idx="65">
                  <c:v>5.5</c:v>
                </c:pt>
                <c:pt idx="66">
                  <c:v>4.7</c:v>
                </c:pt>
                <c:pt idx="67">
                  <c:v>7</c:v>
                </c:pt>
                <c:pt idx="68">
                  <c:v>5.8</c:v>
                </c:pt>
                <c:pt idx="69">
                  <c:v>5.1</c:v>
                </c:pt>
                <c:pt idx="70">
                  <c:v>8.4</c:v>
                </c:pt>
                <c:pt idx="71">
                  <c:v>3.5</c:v>
                </c:pt>
                <c:pt idx="72">
                  <c:v>4.2</c:v>
                </c:pt>
                <c:pt idx="73">
                  <c:v>6.9</c:v>
                </c:pt>
                <c:pt idx="74">
                  <c:v>7.4</c:v>
                </c:pt>
                <c:pt idx="75">
                  <c:v>3.1</c:v>
                </c:pt>
                <c:pt idx="76">
                  <c:v>6.7</c:v>
                </c:pt>
                <c:pt idx="77">
                  <c:v>3.4</c:v>
                </c:pt>
                <c:pt idx="78">
                  <c:v>4.9</c:v>
                </c:pt>
                <c:pt idx="79">
                  <c:v>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
          <c:min val="12"/>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입구 유로 두께 [mm]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11"/>
          <c:min val="2"/>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분기 입구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Sheet1!$B$2:$B$81</c:f>
              <c:numCache>
                <c:formatCode>General</c:formatCode>
                <c:ptCount val="80"/>
                <c:pt idx="0">
                  <c:v>1885.0729487761516</c:v>
                </c:pt>
                <c:pt idx="1">
                  <c:v>2167.3194424177905</c:v>
                </c:pt>
                <c:pt idx="2">
                  <c:v>2162.5176393152306</c:v>
                </c:pt>
                <c:pt idx="3">
                  <c:v>2197.9954893084705</c:v>
                </c:pt>
                <c:pt idx="4">
                  <c:v>2132.1598111197754</c:v>
                </c:pt>
                <c:pt idx="5">
                  <c:v>2199.9215244558022</c:v>
                </c:pt>
                <c:pt idx="6">
                  <c:v>2171.5465799519825</c:v>
                </c:pt>
                <c:pt idx="7">
                  <c:v>2255.5784788541414</c:v>
                </c:pt>
                <c:pt idx="8">
                  <c:v>2234.7407551734377</c:v>
                </c:pt>
                <c:pt idx="9">
                  <c:v>2341.219884682385</c:v>
                </c:pt>
                <c:pt idx="10">
                  <c:v>2355.040118432123</c:v>
                </c:pt>
                <c:pt idx="11">
                  <c:v>2329.9081105375776</c:v>
                </c:pt>
                <c:pt idx="12">
                  <c:v>2461.7838138509337</c:v>
                </c:pt>
                <c:pt idx="13">
                  <c:v>2088.235242714532</c:v>
                </c:pt>
                <c:pt idx="14">
                  <c:v>2619.4978171208827</c:v>
                </c:pt>
                <c:pt idx="15">
                  <c:v>2609.8637665227616</c:v>
                </c:pt>
                <c:pt idx="16">
                  <c:v>2654.2628917142188</c:v>
                </c:pt>
                <c:pt idx="17">
                  <c:v>2703.0656854602344</c:v>
                </c:pt>
                <c:pt idx="18">
                  <c:v>2589.0238286017657</c:v>
                </c:pt>
                <c:pt idx="19">
                  <c:v>2629.059582940397</c:v>
                </c:pt>
                <c:pt idx="20">
                  <c:v>2694.2178933622977</c:v>
                </c:pt>
                <c:pt idx="21">
                  <c:v>2795.4168052242176</c:v>
                </c:pt>
                <c:pt idx="22">
                  <c:v>2743.0686206658843</c:v>
                </c:pt>
                <c:pt idx="23">
                  <c:v>2825.521950882869</c:v>
                </c:pt>
                <c:pt idx="24">
                  <c:v>2820.217361745604</c:v>
                </c:pt>
                <c:pt idx="25">
                  <c:v>2790.42224235058</c:v>
                </c:pt>
                <c:pt idx="26">
                  <c:v>2820.4198176436976</c:v>
                </c:pt>
                <c:pt idx="27">
                  <c:v>2857.4661659300295</c:v>
                </c:pt>
                <c:pt idx="28">
                  <c:v>2753.475895167379</c:v>
                </c:pt>
                <c:pt idx="29">
                  <c:v>2895.343182909642</c:v>
                </c:pt>
                <c:pt idx="30">
                  <c:v>2851.5130640672155</c:v>
                </c:pt>
                <c:pt idx="31">
                  <c:v>3220.598983678345</c:v>
                </c:pt>
                <c:pt idx="32">
                  <c:v>2985.3097712370836</c:v>
                </c:pt>
                <c:pt idx="33">
                  <c:v>3063.7422505810896</c:v>
                </c:pt>
                <c:pt idx="34">
                  <c:v>3086.261444948537</c:v>
                </c:pt>
                <c:pt idx="35">
                  <c:v>3169.918207009258</c:v>
                </c:pt>
                <c:pt idx="36">
                  <c:v>3250.311169331402</c:v>
                </c:pt>
                <c:pt idx="37">
                  <c:v>3373.262513596256</c:v>
                </c:pt>
                <c:pt idx="38">
                  <c:v>3253.805704756671</c:v>
                </c:pt>
                <c:pt idx="39">
                  <c:v>3063.671596355533</c:v>
                </c:pt>
                <c:pt idx="40">
                  <c:v>3203.6584665648966</c:v>
                </c:pt>
                <c:pt idx="41">
                  <c:v>3193.4473410120836</c:v>
                </c:pt>
                <c:pt idx="42">
                  <c:v>3279.9955206112922</c:v>
                </c:pt>
                <c:pt idx="43">
                  <c:v>3228.2516983603095</c:v>
                </c:pt>
                <c:pt idx="44">
                  <c:v>3151.1466767166216</c:v>
                </c:pt>
                <c:pt idx="45">
                  <c:v>3397.455334178516</c:v>
                </c:pt>
                <c:pt idx="46">
                  <c:v>3355.660612278647</c:v>
                </c:pt>
                <c:pt idx="47">
                  <c:v>3366.502212198537</c:v>
                </c:pt>
                <c:pt idx="48">
                  <c:v>3366.691605126127</c:v>
                </c:pt>
                <c:pt idx="49">
                  <c:v>3295.9941575631883</c:v>
                </c:pt>
                <c:pt idx="50">
                  <c:v>3315.4416982406424</c:v>
                </c:pt>
                <c:pt idx="51">
                  <c:v>3420.656490650121</c:v>
                </c:pt>
                <c:pt idx="52">
                  <c:v>3552.2136373849457</c:v>
                </c:pt>
                <c:pt idx="53">
                  <c:v>3617.094116393074</c:v>
                </c:pt>
                <c:pt idx="54">
                  <c:v>3451.8098493823536</c:v>
                </c:pt>
                <c:pt idx="55">
                  <c:v>3494.8979118059824</c:v>
                </c:pt>
                <c:pt idx="56">
                  <c:v>3739.7773222152064</c:v>
                </c:pt>
                <c:pt idx="57">
                  <c:v>3623.012974352936</c:v>
                </c:pt>
                <c:pt idx="58">
                  <c:v>3551.16112885127</c:v>
                </c:pt>
                <c:pt idx="59">
                  <c:v>3782.896617304972</c:v>
                </c:pt>
                <c:pt idx="60">
                  <c:v>3616.656870908893</c:v>
                </c:pt>
                <c:pt idx="61">
                  <c:v>3567.507942981992</c:v>
                </c:pt>
                <c:pt idx="62">
                  <c:v>3653.439060554465</c:v>
                </c:pt>
                <c:pt idx="63">
                  <c:v>3485.0356202500575</c:v>
                </c:pt>
                <c:pt idx="64">
                  <c:v>3782.3548263931884</c:v>
                </c:pt>
                <c:pt idx="65">
                  <c:v>3840.700297478419</c:v>
                </c:pt>
                <c:pt idx="66">
                  <c:v>3704.7685632607754</c:v>
                </c:pt>
                <c:pt idx="67">
                  <c:v>3946.489425705163</c:v>
                </c:pt>
                <c:pt idx="68">
                  <c:v>3601.1106710467543</c:v>
                </c:pt>
                <c:pt idx="69">
                  <c:v>3880.146307062004</c:v>
                </c:pt>
                <c:pt idx="70">
                  <c:v>3872.0587753268896</c:v>
                </c:pt>
                <c:pt idx="71">
                  <c:v>3852.469332878124</c:v>
                </c:pt>
                <c:pt idx="72">
                  <c:v>3840.3495308699908</c:v>
                </c:pt>
                <c:pt idx="73">
                  <c:v>3800.576188663806</c:v>
                </c:pt>
                <c:pt idx="74">
                  <c:v>3775.3380564036192</c:v>
                </c:pt>
                <c:pt idx="75">
                  <c:v>4134.218720385623</c:v>
                </c:pt>
                <c:pt idx="76">
                  <c:v>4367.4158047562505</c:v>
                </c:pt>
                <c:pt idx="77">
                  <c:v>4349.433506964005</c:v>
                </c:pt>
                <c:pt idx="78">
                  <c:v>4126.910020515687</c:v>
                </c:pt>
                <c:pt idx="79">
                  <c:v>4531.091756984303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Sheet1!$C$2:$C$81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000"/>
          <c:min val="150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500"/>
        <c:auto val="1"/>
        <c:lblAlgn val="ctr"/>
        <c:noMultiLvlLbl val="1"/>
        <c:majorUnit val="1000"/>
      </c:valAx>
      <c:valAx>
        <c:axId val="2094734552"/>
        <c:scaling>
          <c:orientation val="minMax"/>
          <c:max val="5000"/>
          <c:min val="150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500"/>
        <c:crossBetween val="midCat"/>
        <c:majorUnit val="10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Sheet1!$B$2:$B$81</c:f>
              <c:numCache>
                <c:formatCode>General</c:formatCode>
                <c:ptCount val="80"/>
                <c:pt idx="0">
                  <c:v>0.6178298389458924</c:v>
                </c:pt>
                <c:pt idx="1">
                  <c:v>0.6356988130286223</c:v>
                </c:pt>
                <c:pt idx="2">
                  <c:v>0.7235102745217472</c:v>
                </c:pt>
                <c:pt idx="3">
                  <c:v>0.7103006976315137</c:v>
                </c:pt>
                <c:pt idx="4">
                  <c:v>0.7514211288885446</c:v>
                </c:pt>
                <c:pt idx="5">
                  <c:v>0.7815027803905544</c:v>
                </c:pt>
                <c:pt idx="6">
                  <c:v>0.7409721899830584</c:v>
                </c:pt>
                <c:pt idx="7">
                  <c:v>0.7506918862672347</c:v>
                </c:pt>
                <c:pt idx="8">
                  <c:v>0.7738543144321353</c:v>
                </c:pt>
                <c:pt idx="9">
                  <c:v>0.7960760494769914</c:v>
                </c:pt>
                <c:pt idx="10">
                  <c:v>0.8132435784692865</c:v>
                </c:pt>
                <c:pt idx="11">
                  <c:v>0.7900414042506095</c:v>
                </c:pt>
                <c:pt idx="12">
                  <c:v>0.7832450713397551</c:v>
                </c:pt>
                <c:pt idx="13">
                  <c:v>0.8829343238321491</c:v>
                </c:pt>
                <c:pt idx="14">
                  <c:v>0.8096705277464337</c:v>
                </c:pt>
                <c:pt idx="15">
                  <c:v>0.8306189679741667</c:v>
                </c:pt>
                <c:pt idx="16">
                  <c:v>0.8488464580131851</c:v>
                </c:pt>
                <c:pt idx="17">
                  <c:v>0.839189505184528</c:v>
                </c:pt>
                <c:pt idx="18">
                  <c:v>0.824366969820407</c:v>
                </c:pt>
                <c:pt idx="19">
                  <c:v>0.8728374170667839</c:v>
                </c:pt>
                <c:pt idx="20">
                  <c:v>0.8564508268503273</c:v>
                </c:pt>
                <c:pt idx="21">
                  <c:v>0.8511898585066336</c:v>
                </c:pt>
                <c:pt idx="22">
                  <c:v>0.8794485267803299</c:v>
                </c:pt>
                <c:pt idx="23">
                  <c:v>0.8990410208352373</c:v>
                </c:pt>
                <c:pt idx="24">
                  <c:v>0.9032757739880117</c:v>
                </c:pt>
                <c:pt idx="25">
                  <c:v>0.8820664948623146</c:v>
                </c:pt>
                <c:pt idx="26">
                  <c:v>0.8713796770205684</c:v>
                </c:pt>
                <c:pt idx="27">
                  <c:v>0.9096021378051525</c:v>
                </c:pt>
                <c:pt idx="28">
                  <c:v>0.8857122758114937</c:v>
                </c:pt>
                <c:pt idx="29">
                  <c:v>0.8603522158736812</c:v>
                </c:pt>
                <c:pt idx="30">
                  <c:v>0.9407460783235936</c:v>
                </c:pt>
                <c:pt idx="31">
                  <c:v>0.959301581813618</c:v>
                </c:pt>
                <c:pt idx="32">
                  <c:v>0.9827972309030636</c:v>
                </c:pt>
                <c:pt idx="33">
                  <c:v>0.989742597686508</c:v>
                </c:pt>
                <c:pt idx="34">
                  <c:v>1.024792734754425</c:v>
                </c:pt>
                <c:pt idx="35">
                  <c:v>0.9845545931104814</c:v>
                </c:pt>
                <c:pt idx="36">
                  <c:v>1.051186900880139</c:v>
                </c:pt>
                <c:pt idx="37">
                  <c:v>1.046242118668267</c:v>
                </c:pt>
                <c:pt idx="38">
                  <c:v>1.0276873788827738</c:v>
                </c:pt>
                <c:pt idx="39">
                  <c:v>1.0286854479765044</c:v>
                </c:pt>
                <c:pt idx="40">
                  <c:v>1.0237012770103762</c:v>
                </c:pt>
                <c:pt idx="41">
                  <c:v>1.0500079449602755</c:v>
                </c:pt>
                <c:pt idx="42">
                  <c:v>1.0444506702680445</c:v>
                </c:pt>
                <c:pt idx="43">
                  <c:v>1.0169727800865993</c:v>
                </c:pt>
                <c:pt idx="44">
                  <c:v>1.0419610512815802</c:v>
                </c:pt>
                <c:pt idx="45">
                  <c:v>1.077255594629233</c:v>
                </c:pt>
                <c:pt idx="46">
                  <c:v>1.0642182745759314</c:v>
                </c:pt>
                <c:pt idx="47">
                  <c:v>1.0681094750236877</c:v>
                </c:pt>
                <c:pt idx="48">
                  <c:v>1.1067155457089748</c:v>
                </c:pt>
                <c:pt idx="49">
                  <c:v>1.118671322051823</c:v>
                </c:pt>
                <c:pt idx="50">
                  <c:v>1.129390429854523</c:v>
                </c:pt>
                <c:pt idx="51">
                  <c:v>1.0913854860955414</c:v>
                </c:pt>
                <c:pt idx="52">
                  <c:v>1.1332942949257876</c:v>
                </c:pt>
                <c:pt idx="53">
                  <c:v>1.1453653392037406</c:v>
                </c:pt>
                <c:pt idx="54">
                  <c:v>1.1426727263706593</c:v>
                </c:pt>
                <c:pt idx="55">
                  <c:v>1.1398803120947403</c:v>
                </c:pt>
                <c:pt idx="56">
                  <c:v>1.1308206904929952</c:v>
                </c:pt>
                <c:pt idx="57">
                  <c:v>1.1811230932397663</c:v>
                </c:pt>
                <c:pt idx="58">
                  <c:v>1.1182148427353826</c:v>
                </c:pt>
                <c:pt idx="59">
                  <c:v>1.1588015982150592</c:v>
                </c:pt>
                <c:pt idx="60">
                  <c:v>1.1585129100995617</c:v>
                </c:pt>
                <c:pt idx="61">
                  <c:v>1.15243507736639</c:v>
                </c:pt>
                <c:pt idx="62">
                  <c:v>1.1755284541828022</c:v>
                </c:pt>
                <c:pt idx="63">
                  <c:v>1.2056576024685666</c:v>
                </c:pt>
                <c:pt idx="64">
                  <c:v>1.2504765197851277</c:v>
                </c:pt>
                <c:pt idx="65">
                  <c:v>1.2682882793924628</c:v>
                </c:pt>
                <c:pt idx="66">
                  <c:v>1.366893837179022</c:v>
                </c:pt>
                <c:pt idx="67">
                  <c:v>1.3366487536536327</c:v>
                </c:pt>
                <c:pt idx="68">
                  <c:v>1.3310294711517259</c:v>
                </c:pt>
                <c:pt idx="69">
                  <c:v>1.2991295065755422</c:v>
                </c:pt>
                <c:pt idx="70">
                  <c:v>1.2946384002090692</c:v>
                </c:pt>
                <c:pt idx="71">
                  <c:v>1.4100263133777031</c:v>
                </c:pt>
                <c:pt idx="72">
                  <c:v>1.4201154932026814</c:v>
                </c:pt>
                <c:pt idx="73">
                  <c:v>1.3798489310574902</c:v>
                </c:pt>
                <c:pt idx="74">
                  <c:v>1.4059719386013114</c:v>
                </c:pt>
                <c:pt idx="75">
                  <c:v>1.4455150660035883</c:v>
                </c:pt>
                <c:pt idx="76">
                  <c:v>1.439246334499035</c:v>
                </c:pt>
                <c:pt idx="77">
                  <c:v>1.5001717077045131</c:v>
                </c:pt>
                <c:pt idx="78">
                  <c:v>1.4535932495461894</c:v>
                </c:pt>
                <c:pt idx="79">
                  <c:v>1.8719418810989064</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Sheet1!$C$2:$C$81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
          <c:min val="0.4"/>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4"/>
        <c:auto val="1"/>
        <c:lblAlgn val="ctr"/>
        <c:noMultiLvlLbl val="1"/>
        <c:majorUnit val="0.4"/>
      </c:valAx>
      <c:valAx>
        <c:axId val="2094734552"/>
        <c:scaling>
          <c:orientation val="minMax"/>
          <c:max val="2"/>
          <c:min val="0.4"/>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4"/>
        <c:crossBetween val="midCat"/>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Sheet1!$B$2:$B$81</c:f>
              <c:numCache>
                <c:formatCode>General</c:formatCode>
                <c:ptCount val="80"/>
                <c:pt idx="0">
                  <c:v>122.08993956536254</c:v>
                </c:pt>
                <c:pt idx="1">
                  <c:v>122.2097929243702</c:v>
                </c:pt>
                <c:pt idx="2">
                  <c:v>122.2914404425097</c:v>
                </c:pt>
                <c:pt idx="3">
                  <c:v>122.17057621287172</c:v>
                </c:pt>
                <c:pt idx="4">
                  <c:v>121.37291145040169</c:v>
                </c:pt>
                <c:pt idx="5">
                  <c:v>122.00230782717573</c:v>
                </c:pt>
                <c:pt idx="6">
                  <c:v>122.36361663626282</c:v>
                </c:pt>
                <c:pt idx="7">
                  <c:v>122.6944969382331</c:v>
                </c:pt>
                <c:pt idx="8">
                  <c:v>123.23079134861372</c:v>
                </c:pt>
                <c:pt idx="9">
                  <c:v>123.00136002473533</c:v>
                </c:pt>
                <c:pt idx="10">
                  <c:v>123.2630737499331</c:v>
                </c:pt>
                <c:pt idx="11">
                  <c:v>122.90744026804933</c:v>
                </c:pt>
                <c:pt idx="12">
                  <c:v>123.3019079614546</c:v>
                </c:pt>
                <c:pt idx="13">
                  <c:v>123.74597400848047</c:v>
                </c:pt>
                <c:pt idx="14">
                  <c:v>123.8120377127502</c:v>
                </c:pt>
                <c:pt idx="15">
                  <c:v>124.11979028260981</c:v>
                </c:pt>
                <c:pt idx="16">
                  <c:v>123.78892115140319</c:v>
                </c:pt>
                <c:pt idx="17">
                  <c:v>124.0970819808097</c:v>
                </c:pt>
                <c:pt idx="18">
                  <c:v>124.03125376281398</c:v>
                </c:pt>
                <c:pt idx="19">
                  <c:v>124.89290331086444</c:v>
                </c:pt>
                <c:pt idx="20">
                  <c:v>124.63612838749945</c:v>
                </c:pt>
                <c:pt idx="21">
                  <c:v>124.56666750842558</c:v>
                </c:pt>
                <c:pt idx="22">
                  <c:v>124.64665886415884</c:v>
                </c:pt>
                <c:pt idx="23">
                  <c:v>124.21940194942398</c:v>
                </c:pt>
                <c:pt idx="24">
                  <c:v>125.16830403581613</c:v>
                </c:pt>
                <c:pt idx="25">
                  <c:v>124.49122171503932</c:v>
                </c:pt>
                <c:pt idx="26">
                  <c:v>125.22411983580392</c:v>
                </c:pt>
                <c:pt idx="27">
                  <c:v>124.9241487582192</c:v>
                </c:pt>
                <c:pt idx="28">
                  <c:v>125.15894036840348</c:v>
                </c:pt>
                <c:pt idx="29">
                  <c:v>125.22535797187236</c:v>
                </c:pt>
                <c:pt idx="30">
                  <c:v>124.69628926427588</c:v>
                </c:pt>
                <c:pt idx="31">
                  <c:v>124.91590714730204</c:v>
                </c:pt>
                <c:pt idx="32">
                  <c:v>125.46658671306464</c:v>
                </c:pt>
                <c:pt idx="33">
                  <c:v>125.50805522253681</c:v>
                </c:pt>
                <c:pt idx="34">
                  <c:v>125.26783379223812</c:v>
                </c:pt>
                <c:pt idx="35">
                  <c:v>125.4292815106608</c:v>
                </c:pt>
                <c:pt idx="36">
                  <c:v>125.3301287076687</c:v>
                </c:pt>
                <c:pt idx="37">
                  <c:v>125.05184771223942</c:v>
                </c:pt>
                <c:pt idx="38">
                  <c:v>125.46530868769919</c:v>
                </c:pt>
                <c:pt idx="39">
                  <c:v>125.71231170158667</c:v>
                </c:pt>
                <c:pt idx="40">
                  <c:v>125.42021772028461</c:v>
                </c:pt>
                <c:pt idx="41">
                  <c:v>125.83247665985809</c:v>
                </c:pt>
                <c:pt idx="42">
                  <c:v>125.57701363112484</c:v>
                </c:pt>
                <c:pt idx="43">
                  <c:v>126.2904021268758</c:v>
                </c:pt>
                <c:pt idx="44">
                  <c:v>125.93588160792835</c:v>
                </c:pt>
                <c:pt idx="45">
                  <c:v>126.13142156720473</c:v>
                </c:pt>
                <c:pt idx="46">
                  <c:v>125.96216010784568</c:v>
                </c:pt>
                <c:pt idx="47">
                  <c:v>125.92050805110023</c:v>
                </c:pt>
                <c:pt idx="48">
                  <c:v>126.24765941647898</c:v>
                </c:pt>
                <c:pt idx="49">
                  <c:v>126.12843385836892</c:v>
                </c:pt>
                <c:pt idx="50">
                  <c:v>125.54106692760588</c:v>
                </c:pt>
                <c:pt idx="51">
                  <c:v>125.90180179839854</c:v>
                </c:pt>
                <c:pt idx="52">
                  <c:v>125.34248248303503</c:v>
                </c:pt>
                <c:pt idx="53">
                  <c:v>126.85026682592495</c:v>
                </c:pt>
                <c:pt idx="54">
                  <c:v>126.66678148258617</c:v>
                </c:pt>
                <c:pt idx="55">
                  <c:v>126.5200838514378</c:v>
                </c:pt>
                <c:pt idx="56">
                  <c:v>126.78016741743967</c:v>
                </c:pt>
                <c:pt idx="57">
                  <c:v>126.34982488208242</c:v>
                </c:pt>
                <c:pt idx="58">
                  <c:v>126.53055938874283</c:v>
                </c:pt>
                <c:pt idx="59">
                  <c:v>126.56221157995516</c:v>
                </c:pt>
                <c:pt idx="60">
                  <c:v>126.8062154458575</c:v>
                </c:pt>
                <c:pt idx="61">
                  <c:v>126.3224949608308</c:v>
                </c:pt>
                <c:pt idx="62">
                  <c:v>126.44879920528456</c:v>
                </c:pt>
                <c:pt idx="63">
                  <c:v>126.80556789689058</c:v>
                </c:pt>
                <c:pt idx="64">
                  <c:v>127.07944843080438</c:v>
                </c:pt>
                <c:pt idx="65">
                  <c:v>127.22884880032002</c:v>
                </c:pt>
                <c:pt idx="66">
                  <c:v>126.88401784916175</c:v>
                </c:pt>
                <c:pt idx="67">
                  <c:v>127.35683256097752</c:v>
                </c:pt>
                <c:pt idx="68">
                  <c:v>127.3675472254236</c:v>
                </c:pt>
                <c:pt idx="69">
                  <c:v>127.95949854949062</c:v>
                </c:pt>
                <c:pt idx="70">
                  <c:v>128.0170557968366</c:v>
                </c:pt>
                <c:pt idx="71">
                  <c:v>128.05812083837782</c:v>
                </c:pt>
                <c:pt idx="72">
                  <c:v>128.46527744399688</c:v>
                </c:pt>
                <c:pt idx="73">
                  <c:v>128.13608249080792</c:v>
                </c:pt>
                <c:pt idx="74">
                  <c:v>128.11247203789435</c:v>
                </c:pt>
                <c:pt idx="75">
                  <c:v>128.78283990605064</c:v>
                </c:pt>
                <c:pt idx="76">
                  <c:v>128.68698468400237</c:v>
                </c:pt>
                <c:pt idx="77">
                  <c:v>129.55507550404548</c:v>
                </c:pt>
                <c:pt idx="78">
                  <c:v>129.34034188077152</c:v>
                </c:pt>
                <c:pt idx="79">
                  <c:v>131.13800676732387</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Sheet1!$C$2:$C$81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32"/>
          <c:min val="12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20"/>
        <c:auto val="1"/>
        <c:lblAlgn val="ctr"/>
        <c:noMultiLvlLbl val="1"/>
        <c:majorUnit val="4"/>
      </c:valAx>
      <c:valAx>
        <c:axId val="2094734552"/>
        <c:scaling>
          <c:orientation val="minMax"/>
          <c:max val="132"/>
          <c:min val="12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20"/>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Sheet1!$B$2:$B$81</c:f>
              <c:numCache>
                <c:formatCode>General</c:formatCode>
                <c:ptCount val="80"/>
                <c:pt idx="0">
                  <c:v>0.005821675551366652</c:v>
                </c:pt>
                <c:pt idx="1">
                  <c:v>0.00798361809653821</c:v>
                </c:pt>
                <c:pt idx="2">
                  <c:v>0.007010338457516484</c:v>
                </c:pt>
                <c:pt idx="3">
                  <c:v>0.01100606617475691</c:v>
                </c:pt>
                <c:pt idx="4">
                  <c:v>0.00966346400798293</c:v>
                </c:pt>
                <c:pt idx="5">
                  <c:v>0.006169337649205322</c:v>
                </c:pt>
                <c:pt idx="6">
                  <c:v>0.01260048900620077</c:v>
                </c:pt>
                <c:pt idx="7">
                  <c:v>0.008775970413523529</c:v>
                </c:pt>
                <c:pt idx="8">
                  <c:v>0.013215392200036188</c:v>
                </c:pt>
                <c:pt idx="9">
                  <c:v>0.008826926690181869</c:v>
                </c:pt>
                <c:pt idx="10">
                  <c:v>0.008455285666268547</c:v>
                </c:pt>
                <c:pt idx="11">
                  <c:v>0.010978927548658424</c:v>
                </c:pt>
                <c:pt idx="12">
                  <c:v>0.00706461514329668</c:v>
                </c:pt>
                <c:pt idx="13">
                  <c:v>0.009407003849337344</c:v>
                </c:pt>
                <c:pt idx="14">
                  <c:v>0.011091798802753343</c:v>
                </c:pt>
                <c:pt idx="15">
                  <c:v>0.008054929067503033</c:v>
                </c:pt>
                <c:pt idx="16">
                  <c:v>0.011937450856352448</c:v>
                </c:pt>
                <c:pt idx="17">
                  <c:v>0.013602346601819703</c:v>
                </c:pt>
                <c:pt idx="18">
                  <c:v>0.010712909651995724</c:v>
                </c:pt>
                <c:pt idx="19">
                  <c:v>0.013684642526251269</c:v>
                </c:pt>
                <c:pt idx="20">
                  <c:v>0.01619093157038077</c:v>
                </c:pt>
                <c:pt idx="21">
                  <c:v>0.01009346161210951</c:v>
                </c:pt>
                <c:pt idx="22">
                  <c:v>0.00868366883465629</c:v>
                </c:pt>
                <c:pt idx="23">
                  <c:v>0.013750046711096564</c:v>
                </c:pt>
                <c:pt idx="24">
                  <c:v>0.0113023255618654</c:v>
                </c:pt>
                <c:pt idx="25">
                  <c:v>0.01109669182342679</c:v>
                </c:pt>
                <c:pt idx="26">
                  <c:v>0.008839370471592039</c:v>
                </c:pt>
                <c:pt idx="27">
                  <c:v>0.011762076685365132</c:v>
                </c:pt>
                <c:pt idx="28">
                  <c:v>0.013163369395452054</c:v>
                </c:pt>
                <c:pt idx="29">
                  <c:v>0.014475050063676402</c:v>
                </c:pt>
                <c:pt idx="30">
                  <c:v>0.010180483750433438</c:v>
                </c:pt>
                <c:pt idx="31">
                  <c:v>0.01141595654150503</c:v>
                </c:pt>
                <c:pt idx="32">
                  <c:v>0.01584692024654407</c:v>
                </c:pt>
                <c:pt idx="33">
                  <c:v>0.008321787962496573</c:v>
                </c:pt>
                <c:pt idx="34">
                  <c:v>0.0071006696988094795</c:v>
                </c:pt>
                <c:pt idx="35">
                  <c:v>0.010080897096426154</c:v>
                </c:pt>
                <c:pt idx="36">
                  <c:v>0.012750774606736341</c:v>
                </c:pt>
                <c:pt idx="37">
                  <c:v>0.008810875699972385</c:v>
                </c:pt>
                <c:pt idx="38">
                  <c:v>0.01468181505030486</c:v>
                </c:pt>
                <c:pt idx="39">
                  <c:v>0.013570462397571694</c:v>
                </c:pt>
                <c:pt idx="40">
                  <c:v>0.01630829642392135</c:v>
                </c:pt>
                <c:pt idx="41">
                  <c:v>0.016644661977291045</c:v>
                </c:pt>
                <c:pt idx="42">
                  <c:v>0.014870798854292435</c:v>
                </c:pt>
                <c:pt idx="43">
                  <c:v>0.016778185793976816</c:v>
                </c:pt>
                <c:pt idx="44">
                  <c:v>0.02094970007490904</c:v>
                </c:pt>
                <c:pt idx="45">
                  <c:v>0.012402043162547421</c:v>
                </c:pt>
                <c:pt idx="46">
                  <c:v>0.020959315374233185</c:v>
                </c:pt>
                <c:pt idx="47">
                  <c:v>0.019601564493858564</c:v>
                </c:pt>
                <c:pt idx="48">
                  <c:v>0.02031579897612345</c:v>
                </c:pt>
                <c:pt idx="49">
                  <c:v>0.021184807294900132</c:v>
                </c:pt>
                <c:pt idx="50">
                  <c:v>0.022188399622861447</c:v>
                </c:pt>
                <c:pt idx="51">
                  <c:v>0.02183066194188119</c:v>
                </c:pt>
                <c:pt idx="52">
                  <c:v>0.02374697145030387</c:v>
                </c:pt>
                <c:pt idx="53">
                  <c:v>0.020712762737214094</c:v>
                </c:pt>
                <c:pt idx="54">
                  <c:v>0.025288126348261965</c:v>
                </c:pt>
                <c:pt idx="55">
                  <c:v>0.027688928024930583</c:v>
                </c:pt>
                <c:pt idx="56">
                  <c:v>0.03339485048478812</c:v>
                </c:pt>
                <c:pt idx="57">
                  <c:v>0.04262300612013572</c:v>
                </c:pt>
                <c:pt idx="58">
                  <c:v>0.03836155684624135</c:v>
                </c:pt>
                <c:pt idx="59">
                  <c:v>0.0372476440597564</c:v>
                </c:pt>
                <c:pt idx="60">
                  <c:v>0.041454847530309244</c:v>
                </c:pt>
                <c:pt idx="61">
                  <c:v>0.03951113559262127</c:v>
                </c:pt>
                <c:pt idx="62">
                  <c:v>0.04298787712679308</c:v>
                </c:pt>
                <c:pt idx="63">
                  <c:v>0.04663720790941391</c:v>
                </c:pt>
                <c:pt idx="64">
                  <c:v>0.04299462796265152</c:v>
                </c:pt>
                <c:pt idx="65">
                  <c:v>0.04755870167990557</c:v>
                </c:pt>
                <c:pt idx="66">
                  <c:v>0.04911442766198343</c:v>
                </c:pt>
                <c:pt idx="67">
                  <c:v>0.061676916300121024</c:v>
                </c:pt>
                <c:pt idx="68">
                  <c:v>0.056221762531404734</c:v>
                </c:pt>
                <c:pt idx="69">
                  <c:v>0.05342264631947634</c:v>
                </c:pt>
                <c:pt idx="70">
                  <c:v>0.05548126981568416</c:v>
                </c:pt>
                <c:pt idx="71">
                  <c:v>0.06350321512948538</c:v>
                </c:pt>
                <c:pt idx="72">
                  <c:v>0.057725094605451395</c:v>
                </c:pt>
                <c:pt idx="73">
                  <c:v>0.07623468156040464</c:v>
                </c:pt>
                <c:pt idx="74">
                  <c:v>0.07044991183447175</c:v>
                </c:pt>
                <c:pt idx="75">
                  <c:v>0.07152604197974843</c:v>
                </c:pt>
                <c:pt idx="76">
                  <c:v>0.07611723062294382</c:v>
                </c:pt>
                <c:pt idx="77">
                  <c:v>0.08801801274624063</c:v>
                </c:pt>
                <c:pt idx="78">
                  <c:v>0.12074728638489436</c:v>
                </c:pt>
                <c:pt idx="79">
                  <c:v>0.11111050063279748</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Sheet1!$C$2:$C$81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14"/>
          <c:min val="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autoZero"/>
        <c:auto val="1"/>
        <c:lblAlgn val="ctr"/>
        <c:noMultiLvlLbl val="1"/>
        <c:majorUnit val="0.04"/>
      </c:valAx>
      <c:valAx>
        <c:axId val="2094734552"/>
        <c:scaling>
          <c:orientation val="minMax"/>
          <c:max val="0.14"/>
          <c:min val="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
        <c:crossBetween val="midCat"/>
        <c:majorUnit val="0.0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0090B0"/>
            </a:solidFill>
            <a:ln>
              <a:noFill/>
            </a:ln>
            <a:effectLst/>
          </c:spPr>
          <c:marker>
            <c:symbol val="circle"/>
            <c:size val="4"/>
            <c:spPr>
              <a:solidFill>
                <a:srgbClr val="0090B0"/>
              </a:solidFill>
              <a:ln w="9525" cap="flat">
                <a:solidFill>
                  <a:srgbClr val="0090B0"/>
                </a:solidFill>
                <a:prstDash val="solid"/>
                <a:round/>
              </a:ln>
              <a:effectLst/>
            </c:spPr>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Sheet1!$B$2:$B$81</c:f>
              <c:numCache>
                <c:formatCode>General</c:formatCode>
                <c:ptCount val="80"/>
                <c:pt idx="0">
                  <c:v>-0.0010968086286532938</c:v>
                </c:pt>
                <c:pt idx="1">
                  <c:v>0.004037877235654433</c:v>
                </c:pt>
                <c:pt idx="2">
                  <c:v>0.0024444730610352784</c:v>
                </c:pt>
                <c:pt idx="3">
                  <c:v>0.0018261055926934722</c:v>
                </c:pt>
                <c:pt idx="4">
                  <c:v>0.0023285026347899754</c:v>
                </c:pt>
                <c:pt idx="5">
                  <c:v>0.0030005486938416495</c:v>
                </c:pt>
                <c:pt idx="6">
                  <c:v>0.002166246220197175</c:v>
                </c:pt>
                <c:pt idx="7">
                  <c:v>0.008121233187767144</c:v>
                </c:pt>
                <c:pt idx="8">
                  <c:v>0.0026188324391928225</c:v>
                </c:pt>
                <c:pt idx="9">
                  <c:v>0.005116593709810175</c:v>
                </c:pt>
                <c:pt idx="10">
                  <c:v>0.005569574975944156</c:v>
                </c:pt>
                <c:pt idx="11">
                  <c:v>0.0034144450130798587</c:v>
                </c:pt>
                <c:pt idx="12">
                  <c:v>0.0026037915192728828</c:v>
                </c:pt>
                <c:pt idx="13">
                  <c:v>0.0032362756295503843</c:v>
                </c:pt>
                <c:pt idx="14">
                  <c:v>0.004252737969883313</c:v>
                </c:pt>
                <c:pt idx="15">
                  <c:v>0.007629190653921287</c:v>
                </c:pt>
                <c:pt idx="16">
                  <c:v>0.003371327025803371</c:v>
                </c:pt>
                <c:pt idx="17">
                  <c:v>0.0034883777454680328</c:v>
                </c:pt>
                <c:pt idx="18">
                  <c:v>0.007000497393455858</c:v>
                </c:pt>
                <c:pt idx="19">
                  <c:v>0.005272800288852672</c:v>
                </c:pt>
                <c:pt idx="20">
                  <c:v>0.00607601204142906</c:v>
                </c:pt>
                <c:pt idx="21">
                  <c:v>0.004469490100569094</c:v>
                </c:pt>
                <c:pt idx="22">
                  <c:v>0.0022873270413510897</c:v>
                </c:pt>
                <c:pt idx="23">
                  <c:v>0.005114553439156821</c:v>
                </c:pt>
                <c:pt idx="24">
                  <c:v>0.005152763451328096</c:v>
                </c:pt>
                <c:pt idx="25">
                  <c:v>0.006352714327433774</c:v>
                </c:pt>
                <c:pt idx="26">
                  <c:v>0.005560837080898419</c:v>
                </c:pt>
                <c:pt idx="27">
                  <c:v>0.005551956970154803</c:v>
                </c:pt>
                <c:pt idx="28">
                  <c:v>0.005548512090116653</c:v>
                </c:pt>
                <c:pt idx="29">
                  <c:v>0.010504784306773709</c:v>
                </c:pt>
                <c:pt idx="30">
                  <c:v>0.003320140453322778</c:v>
                </c:pt>
                <c:pt idx="31">
                  <c:v>0.0077493491429298355</c:v>
                </c:pt>
                <c:pt idx="32">
                  <c:v>0.004993190578298395</c:v>
                </c:pt>
                <c:pt idx="33">
                  <c:v>0.005883795643202281</c:v>
                </c:pt>
                <c:pt idx="34">
                  <c:v>0.0072241913474834114</c:v>
                </c:pt>
                <c:pt idx="35">
                  <c:v>0.0014514951677451083</c:v>
                </c:pt>
                <c:pt idx="36">
                  <c:v>0.002904729275218206</c:v>
                </c:pt>
                <c:pt idx="37">
                  <c:v>0.00119352622491262</c:v>
                </c:pt>
                <c:pt idx="38">
                  <c:v>0.00883315929472898</c:v>
                </c:pt>
                <c:pt idx="39">
                  <c:v>0.005628535960504287</c:v>
                </c:pt>
                <c:pt idx="40">
                  <c:v>0.003135128490234047</c:v>
                </c:pt>
                <c:pt idx="41">
                  <c:v>0.00586860993539002</c:v>
                </c:pt>
                <c:pt idx="42">
                  <c:v>0.004169520100981955</c:v>
                </c:pt>
                <c:pt idx="43">
                  <c:v>0.002858816153884278</c:v>
                </c:pt>
                <c:pt idx="44">
                  <c:v>0.008844038208168948</c:v>
                </c:pt>
                <c:pt idx="45">
                  <c:v>0.00863149322523295</c:v>
                </c:pt>
                <c:pt idx="46">
                  <c:v>0.005640133138887485</c:v>
                </c:pt>
                <c:pt idx="47">
                  <c:v>0.0076915856434407</c:v>
                </c:pt>
                <c:pt idx="48">
                  <c:v>0.006430695604114747</c:v>
                </c:pt>
                <c:pt idx="49">
                  <c:v>0.0055615613425484154</c:v>
                </c:pt>
                <c:pt idx="50">
                  <c:v>0.004227395922036927</c:v>
                </c:pt>
                <c:pt idx="51">
                  <c:v>0.0018529951042520424</c:v>
                </c:pt>
                <c:pt idx="52">
                  <c:v>0.007070020677482166</c:v>
                </c:pt>
                <c:pt idx="53">
                  <c:v>0.00838670386678912</c:v>
                </c:pt>
                <c:pt idx="54">
                  <c:v>0.005115492639188929</c:v>
                </c:pt>
                <c:pt idx="55">
                  <c:v>0.014563665295078753</c:v>
                </c:pt>
                <c:pt idx="56">
                  <c:v>0.012583419081533397</c:v>
                </c:pt>
                <c:pt idx="57">
                  <c:v>0.011441981242311808</c:v>
                </c:pt>
                <c:pt idx="58">
                  <c:v>0.01853388377690132</c:v>
                </c:pt>
                <c:pt idx="59">
                  <c:v>0.009086996387373605</c:v>
                </c:pt>
                <c:pt idx="60">
                  <c:v>0.01094583940002685</c:v>
                </c:pt>
                <c:pt idx="61">
                  <c:v>0.018059248734558737</c:v>
                </c:pt>
                <c:pt idx="62">
                  <c:v>0.009439417594612403</c:v>
                </c:pt>
                <c:pt idx="63">
                  <c:v>0.01869393961210468</c:v>
                </c:pt>
                <c:pt idx="64">
                  <c:v>0.017243719281081205</c:v>
                </c:pt>
                <c:pt idx="65">
                  <c:v>0.010292980596993023</c:v>
                </c:pt>
                <c:pt idx="66">
                  <c:v>0.02234764787227344</c:v>
                </c:pt>
                <c:pt idx="67">
                  <c:v>0.026102114852083372</c:v>
                </c:pt>
                <c:pt idx="68">
                  <c:v>0.021062718010504067</c:v>
                </c:pt>
                <c:pt idx="69">
                  <c:v>0.023501777206561714</c:v>
                </c:pt>
                <c:pt idx="70">
                  <c:v>0.019310945142631895</c:v>
                </c:pt>
                <c:pt idx="71">
                  <c:v>0.02147511218884536</c:v>
                </c:pt>
                <c:pt idx="72">
                  <c:v>0.02521528110403235</c:v>
                </c:pt>
                <c:pt idx="73">
                  <c:v>0.029959032222190346</c:v>
                </c:pt>
                <c:pt idx="74">
                  <c:v>0.02849465245915161</c:v>
                </c:pt>
                <c:pt idx="75">
                  <c:v>0.0360876404944777</c:v>
                </c:pt>
                <c:pt idx="76">
                  <c:v>0.04069579437243892</c:v>
                </c:pt>
                <c:pt idx="77">
                  <c:v>0.03294230004653619</c:v>
                </c:pt>
                <c:pt idx="78">
                  <c:v>0.03657489466579031</c:v>
                </c:pt>
                <c:pt idx="79">
                  <c:v>0.03284501999707445</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Sheet1!$C$2:$C$81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5"/>
          <c:min val="-0.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01"/>
        <c:auto val="1"/>
        <c:lblAlgn val="ctr"/>
        <c:noMultiLvlLbl val="1"/>
        <c:majorUnit val="0.01"/>
      </c:valAx>
      <c:valAx>
        <c:axId val="2094734552"/>
        <c:scaling>
          <c:orientation val="minMax"/>
          <c:max val="0.05"/>
          <c:min val="-0.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01"/>
        <c:crossBetween val="midCat"/>
        <c:majorUnit val="0.01"/>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Sheet1!$B$2:$B$81</c:f>
              <c:numCache>
                <c:formatCode>General</c:formatCode>
                <c:ptCount val="80"/>
                <c:pt idx="0">
                  <c:v>0.1722687694465455</c:v>
                </c:pt>
                <c:pt idx="1">
                  <c:v>0.19759545459174221</c:v>
                </c:pt>
                <c:pt idx="2">
                  <c:v>0.2269102992355994</c:v>
                </c:pt>
                <c:pt idx="3">
                  <c:v>0.3070317789120067</c:v>
                </c:pt>
                <c:pt idx="4">
                  <c:v>0.2831636728300543</c:v>
                </c:pt>
                <c:pt idx="5">
                  <c:v>0.28243718640133375</c:v>
                </c:pt>
                <c:pt idx="6">
                  <c:v>0.3159020559888416</c:v>
                </c:pt>
                <c:pt idx="7">
                  <c:v>0.30711729819851463</c:v>
                </c:pt>
                <c:pt idx="8">
                  <c:v>0.294959110497114</c:v>
                </c:pt>
                <c:pt idx="9">
                  <c:v>0.3079628141951338</c:v>
                </c:pt>
                <c:pt idx="10">
                  <c:v>0.28901601826801004</c:v>
                </c:pt>
                <c:pt idx="11">
                  <c:v>0.3299589415583682</c:v>
                </c:pt>
                <c:pt idx="12">
                  <c:v>0.33732266784307896</c:v>
                </c:pt>
                <c:pt idx="13">
                  <c:v>0.31972209324854006</c:v>
                </c:pt>
                <c:pt idx="14">
                  <c:v>0.3379851709818479</c:v>
                </c:pt>
                <c:pt idx="15">
                  <c:v>0.3455977231270022</c:v>
                </c:pt>
                <c:pt idx="16">
                  <c:v>0.4077487731379407</c:v>
                </c:pt>
                <c:pt idx="17">
                  <c:v>0.3512276748547604</c:v>
                </c:pt>
                <c:pt idx="18">
                  <c:v>0.3604270857339625</c:v>
                </c:pt>
                <c:pt idx="19">
                  <c:v>0.38692716275040373</c:v>
                </c:pt>
                <c:pt idx="20">
                  <c:v>0.39866544516263747</c:v>
                </c:pt>
                <c:pt idx="21">
                  <c:v>0.4048452813451033</c:v>
                </c:pt>
                <c:pt idx="22">
                  <c:v>0.3949171855430053</c:v>
                </c:pt>
                <c:pt idx="23">
                  <c:v>0.39565312345947057</c:v>
                </c:pt>
                <c:pt idx="24">
                  <c:v>0.3569721508898572</c:v>
                </c:pt>
                <c:pt idx="25">
                  <c:v>0.4311518074816114</c:v>
                </c:pt>
                <c:pt idx="26">
                  <c:v>0.4723609370274081</c:v>
                </c:pt>
                <c:pt idx="27">
                  <c:v>0.413484264473118</c:v>
                </c:pt>
                <c:pt idx="28">
                  <c:v>0.4211708724726409</c:v>
                </c:pt>
                <c:pt idx="29">
                  <c:v>0.39865568816476277</c:v>
                </c:pt>
                <c:pt idx="30">
                  <c:v>0.41874682369142757</c:v>
                </c:pt>
                <c:pt idx="31">
                  <c:v>0.413386981043761</c:v>
                </c:pt>
                <c:pt idx="32">
                  <c:v>0.44698650333185863</c:v>
                </c:pt>
                <c:pt idx="33">
                  <c:v>0.38159999188733834</c:v>
                </c:pt>
                <c:pt idx="34">
                  <c:v>0.44636637336079027</c:v>
                </c:pt>
                <c:pt idx="35">
                  <c:v>0.46989158464345837</c:v>
                </c:pt>
                <c:pt idx="36">
                  <c:v>0.4324299744767257</c:v>
                </c:pt>
                <c:pt idx="37">
                  <c:v>0.45534989528810144</c:v>
                </c:pt>
                <c:pt idx="38">
                  <c:v>0.45464974491427895</c:v>
                </c:pt>
                <c:pt idx="39">
                  <c:v>0.4355329795437788</c:v>
                </c:pt>
                <c:pt idx="40">
                  <c:v>0.4872746607989447</c:v>
                </c:pt>
                <c:pt idx="41">
                  <c:v>0.4702901857544007</c:v>
                </c:pt>
                <c:pt idx="42">
                  <c:v>0.5045110184618556</c:v>
                </c:pt>
                <c:pt idx="43">
                  <c:v>0.44129926657455437</c:v>
                </c:pt>
                <c:pt idx="44">
                  <c:v>0.46915214718733894</c:v>
                </c:pt>
                <c:pt idx="45">
                  <c:v>0.4849657572211631</c:v>
                </c:pt>
                <c:pt idx="46">
                  <c:v>0.5437323929875615</c:v>
                </c:pt>
                <c:pt idx="47">
                  <c:v>0.45193107638348395</c:v>
                </c:pt>
                <c:pt idx="48">
                  <c:v>0.5331410322095609</c:v>
                </c:pt>
                <c:pt idx="49">
                  <c:v>0.4999517863805472</c:v>
                </c:pt>
                <c:pt idx="50">
                  <c:v>0.5007205123477045</c:v>
                </c:pt>
                <c:pt idx="51">
                  <c:v>0.46088457845396297</c:v>
                </c:pt>
                <c:pt idx="52">
                  <c:v>0.5294018712406181</c:v>
                </c:pt>
                <c:pt idx="53">
                  <c:v>0.610900283604126</c:v>
                </c:pt>
                <c:pt idx="54">
                  <c:v>0.509141768552142</c:v>
                </c:pt>
                <c:pt idx="55">
                  <c:v>0.6043071799454786</c:v>
                </c:pt>
                <c:pt idx="56">
                  <c:v>0.520821133726478</c:v>
                </c:pt>
                <c:pt idx="57">
                  <c:v>0.5554279070443678</c:v>
                </c:pt>
                <c:pt idx="58">
                  <c:v>0.5717219840003686</c:v>
                </c:pt>
                <c:pt idx="59">
                  <c:v>0.5954117221421737</c:v>
                </c:pt>
                <c:pt idx="60">
                  <c:v>0.5634410636238373</c:v>
                </c:pt>
                <c:pt idx="61">
                  <c:v>0.6503122812878431</c:v>
                </c:pt>
                <c:pt idx="62">
                  <c:v>0.5672707109634338</c:v>
                </c:pt>
                <c:pt idx="63">
                  <c:v>0.6232242443941645</c:v>
                </c:pt>
                <c:pt idx="64">
                  <c:v>0.6309563943053969</c:v>
                </c:pt>
                <c:pt idx="65">
                  <c:v>0.6107356883438169</c:v>
                </c:pt>
                <c:pt idx="66">
                  <c:v>0.6505328006855666</c:v>
                </c:pt>
                <c:pt idx="67">
                  <c:v>0.6376789692887399</c:v>
                </c:pt>
                <c:pt idx="68">
                  <c:v>0.6218999989522557</c:v>
                </c:pt>
                <c:pt idx="69">
                  <c:v>0.6322903824293216</c:v>
                </c:pt>
                <c:pt idx="70">
                  <c:v>0.6781433573759152</c:v>
                </c:pt>
                <c:pt idx="71">
                  <c:v>0.7057209943252559</c:v>
                </c:pt>
                <c:pt idx="72">
                  <c:v>0.6570288221855314</c:v>
                </c:pt>
                <c:pt idx="73">
                  <c:v>0.648043501494696</c:v>
                </c:pt>
                <c:pt idx="74">
                  <c:v>0.6609282974532384</c:v>
                </c:pt>
                <c:pt idx="75">
                  <c:v>0.7108611127619797</c:v>
                </c:pt>
                <c:pt idx="76">
                  <c:v>0.6553385235914786</c:v>
                </c:pt>
                <c:pt idx="77">
                  <c:v>0.7067682902295205</c:v>
                </c:pt>
                <c:pt idx="78">
                  <c:v>0.6649326104897066</c:v>
                </c:pt>
                <c:pt idx="79">
                  <c:v>0.6636312087833753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Sheet1!$C$2:$C$81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8"/>
          <c:min val="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1"/>
        <c:auto val="1"/>
        <c:lblAlgn val="ctr"/>
        <c:noMultiLvlLbl val="1"/>
        <c:majorUnit val="0.2"/>
      </c:valAx>
      <c:valAx>
        <c:axId val="2094734552"/>
        <c:scaling>
          <c:orientation val="minMax"/>
          <c:max val="0.8"/>
          <c:min val="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1"/>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Sheet1!$B$2:$B$81</c:f>
              <c:numCache>
                <c:formatCode>General</c:formatCode>
                <c:ptCount val="80"/>
                <c:pt idx="0">
                  <c:v>5.014760087178658</c:v>
                </c:pt>
                <c:pt idx="1">
                  <c:v>5.019848204384912</c:v>
                </c:pt>
                <c:pt idx="2">
                  <c:v>5.027218633341993</c:v>
                </c:pt>
                <c:pt idx="3">
                  <c:v>5.036901626781821</c:v>
                </c:pt>
                <c:pt idx="4">
                  <c:v>5.052546516110076</c:v>
                </c:pt>
                <c:pt idx="5">
                  <c:v>5.054976947561013</c:v>
                </c:pt>
                <c:pt idx="6">
                  <c:v>5.057209778975983</c:v>
                </c:pt>
                <c:pt idx="7">
                  <c:v>5.059737256558871</c:v>
                </c:pt>
                <c:pt idx="8">
                  <c:v>5.062463613017889</c:v>
                </c:pt>
                <c:pt idx="9">
                  <c:v>5.06318687181286</c:v>
                </c:pt>
                <c:pt idx="10">
                  <c:v>5.065181484985299</c:v>
                </c:pt>
                <c:pt idx="11">
                  <c:v>5.064937763533798</c:v>
                </c:pt>
                <c:pt idx="12">
                  <c:v>5.066163489490742</c:v>
                </c:pt>
                <c:pt idx="13">
                  <c:v>5.066588465186049</c:v>
                </c:pt>
                <c:pt idx="14">
                  <c:v>5.067047009160103</c:v>
                </c:pt>
                <c:pt idx="15">
                  <c:v>5.069480600131183</c:v>
                </c:pt>
                <c:pt idx="16">
                  <c:v>5.071140549057614</c:v>
                </c:pt>
                <c:pt idx="17">
                  <c:v>5.071673924153676</c:v>
                </c:pt>
                <c:pt idx="18">
                  <c:v>5.07271350676164</c:v>
                </c:pt>
                <c:pt idx="19">
                  <c:v>5.075912292900792</c:v>
                </c:pt>
                <c:pt idx="20">
                  <c:v>5.0768670139872665</c:v>
                </c:pt>
                <c:pt idx="21">
                  <c:v>5.081829719568781</c:v>
                </c:pt>
                <c:pt idx="22">
                  <c:v>5.093421126559013</c:v>
                </c:pt>
                <c:pt idx="23">
                  <c:v>5.093406980519469</c:v>
                </c:pt>
                <c:pt idx="24">
                  <c:v>5.094079787985051</c:v>
                </c:pt>
                <c:pt idx="25">
                  <c:v>5.097923568246821</c:v>
                </c:pt>
                <c:pt idx="26">
                  <c:v>5.100731972592453</c:v>
                </c:pt>
                <c:pt idx="27">
                  <c:v>5.10024266485795</c:v>
                </c:pt>
                <c:pt idx="28">
                  <c:v>5.101430850728589</c:v>
                </c:pt>
                <c:pt idx="29">
                  <c:v>5.10296648827209</c:v>
                </c:pt>
                <c:pt idx="30">
                  <c:v>5.102328029109935</c:v>
                </c:pt>
                <c:pt idx="31">
                  <c:v>5.108983281759939</c:v>
                </c:pt>
                <c:pt idx="32">
                  <c:v>5.110110102403452</c:v>
                </c:pt>
                <c:pt idx="33">
                  <c:v>5.112084803887465</c:v>
                </c:pt>
                <c:pt idx="34">
                  <c:v>5.11515349458539</c:v>
                </c:pt>
                <c:pt idx="35">
                  <c:v>5.117482575971468</c:v>
                </c:pt>
                <c:pt idx="36">
                  <c:v>5.119569350467498</c:v>
                </c:pt>
                <c:pt idx="37">
                  <c:v>5.11891044814156</c:v>
                </c:pt>
                <c:pt idx="38">
                  <c:v>5.120219677616308</c:v>
                </c:pt>
                <c:pt idx="39">
                  <c:v>5.12368968688629</c:v>
                </c:pt>
                <c:pt idx="40">
                  <c:v>5.12496549576119</c:v>
                </c:pt>
                <c:pt idx="41">
                  <c:v>5.1256064966754264</c:v>
                </c:pt>
                <c:pt idx="42">
                  <c:v>5.126769881960997</c:v>
                </c:pt>
                <c:pt idx="43">
                  <c:v>5.131111506509654</c:v>
                </c:pt>
                <c:pt idx="44">
                  <c:v>5.138900940659087</c:v>
                </c:pt>
                <c:pt idx="45">
                  <c:v>5.140002695050904</c:v>
                </c:pt>
                <c:pt idx="46">
                  <c:v>5.140255840686759</c:v>
                </c:pt>
                <c:pt idx="47">
                  <c:v>5.1402257858843585</c:v>
                </c:pt>
                <c:pt idx="48">
                  <c:v>5.140899998695285</c:v>
                </c:pt>
                <c:pt idx="49">
                  <c:v>5.141548142688917</c:v>
                </c:pt>
                <c:pt idx="50">
                  <c:v>5.14193638187783</c:v>
                </c:pt>
                <c:pt idx="51">
                  <c:v>5.145811874517688</c:v>
                </c:pt>
                <c:pt idx="52">
                  <c:v>5.147006469633161</c:v>
                </c:pt>
                <c:pt idx="53">
                  <c:v>5.147085393875843</c:v>
                </c:pt>
                <c:pt idx="54">
                  <c:v>5.150562942049462</c:v>
                </c:pt>
                <c:pt idx="55">
                  <c:v>5.154408829351087</c:v>
                </c:pt>
                <c:pt idx="56">
                  <c:v>5.157166397441138</c:v>
                </c:pt>
                <c:pt idx="57">
                  <c:v>5.156644299862498</c:v>
                </c:pt>
                <c:pt idx="58">
                  <c:v>5.161448248746601</c:v>
                </c:pt>
                <c:pt idx="59">
                  <c:v>5.162227093068133</c:v>
                </c:pt>
                <c:pt idx="60">
                  <c:v>5.162525133321394</c:v>
                </c:pt>
                <c:pt idx="61">
                  <c:v>5.171629018773807</c:v>
                </c:pt>
                <c:pt idx="62">
                  <c:v>5.176728867908952</c:v>
                </c:pt>
                <c:pt idx="63">
                  <c:v>5.175602732600164</c:v>
                </c:pt>
                <c:pt idx="64">
                  <c:v>5.179126602886828</c:v>
                </c:pt>
                <c:pt idx="65">
                  <c:v>5.180058119668673</c:v>
                </c:pt>
                <c:pt idx="66">
                  <c:v>5.1814716146682</c:v>
                </c:pt>
                <c:pt idx="67">
                  <c:v>5.183119282193668</c:v>
                </c:pt>
                <c:pt idx="68">
                  <c:v>5.189602976870522</c:v>
                </c:pt>
                <c:pt idx="69">
                  <c:v>5.190899490336428</c:v>
                </c:pt>
                <c:pt idx="70">
                  <c:v>5.191263345773347</c:v>
                </c:pt>
                <c:pt idx="71">
                  <c:v>5.192092406072074</c:v>
                </c:pt>
                <c:pt idx="72">
                  <c:v>5.192519049286272</c:v>
                </c:pt>
                <c:pt idx="73">
                  <c:v>5.194334062877133</c:v>
                </c:pt>
                <c:pt idx="74">
                  <c:v>5.196864168535425</c:v>
                </c:pt>
                <c:pt idx="75">
                  <c:v>5.199238185985117</c:v>
                </c:pt>
                <c:pt idx="76">
                  <c:v>5.20150380398718</c:v>
                </c:pt>
                <c:pt idx="77">
                  <c:v>5.201396153202827</c:v>
                </c:pt>
                <c:pt idx="78">
                  <c:v>5.2167271036381315</c:v>
                </c:pt>
                <c:pt idx="79">
                  <c:v>5.227814663037669</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Sheet1!$C$2:$C$81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25"/>
          <c:min val="5"/>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5"/>
        <c:auto val="1"/>
        <c:lblAlgn val="ctr"/>
        <c:noMultiLvlLbl val="1"/>
        <c:majorUnit val="0.05"/>
      </c:valAx>
      <c:valAx>
        <c:axId val="2094734552"/>
        <c:scaling>
          <c:orientation val="minMax"/>
          <c:max val="5.25"/>
          <c:min val="5"/>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5"/>
        <c:crossBetween val="midCat"/>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2개월차 산출물 발표. 1개월차에 구축한 자동해석 환경 위에서, 영향이 있는 설계변수를 먼저 선별하고 그 변수들로 머신러닝 대리모델을 구축한 과정을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어떤 변수가 실제로 영향을 주는지 먼저 걸러낸 과정, 02는 남은 변수로 대리모델을 만든 과정, 03은 그 모델이 얼마나 정확한지와 어떤 변수가 성능을 좌우하는지 확인한 결과다.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1개월차 데이터를 보면 분기 이후 2차 통과로 가는 유량이 1차 통과와 다르다. 그런데 핀 두께와 개수를 하나로 공유하면 한쪽에 맞추는 순간 다른 쪽이 불리해진다. 그래서 핀을 통과별로 분리해 후보 변수를 11개로 늘렸고, 분기 입구 두께 상한은 1개월차 데이터를 근거로 줄였다. 해석 조건도 실제 발열 배치에 맞춰 갱신했으므로 1개월차 수치와는 직접 비교하지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 11개를 바로 대리모델 실험에 넣지 않고, 먼저 확정적 선별 설계(DSD) 29회로 영향이 있는 변수를 골랐다. 실험표는 변수 하나만 중간값에 두고 나머지를 상하한에 두는 행 14개와 그 거울상 14개, 중심점 1개로 구성된다. 가짜 인자 3열은 실제로는 효과가 0이어야 하므로 판정의 기준선이 된다. 판정 규칙은 결과를 보기 전에 고정했다.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11개 중 8개가 활성, 3개(입구 각도, 중간 각도, 출구 유로 두께)는 어떤 응답에서도 기준을 넘지 못해 고정했다. 가장 눈여겨볼 점은 1차 핀 개수가 1차 균일도를, 2차 핀 개수가 2차 균일도를 각각 지배한다는 것이다. 핀을 통과별로 나눈 판단이 데이터로 뒷받침된다.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선별에서 남은 8개 변수로 최적라틴방격법 80점을 해석했다. 핀 개수가 가장 큰 영향을 주는 변수로 확인됐기 때문에, 개수를 10~24개 전 범위에 고르게 먼저 배치하고 두께는 그 개수에서 만들 수 있는 범위로 맞췄다.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GPR은 해석 결과를 학습해 임의의 설계에 대한 성능을 예측하는 모델이다. 다른 회귀 모델과 달리 예측값과 함께 불확실성을 준다. 해석점이 촘촘한 곳은 불확실성이 작고, 해석점 사이가 먼 곳은 커진다. 이 불확실성은 차월에 어디를 추가로 해석할지 정하는 데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1개월차 구조에 선별 실험표 생성(DSD.py)과 선별 판정·대리모델 학습(DSD_analysis.py, ML.py)을 추가했다. 형상 빌드, 해석, 결과 저장 모듈은 그대로 두고 변수 개수만 늘렸다. 선별이 끝나면 프로그램이 멈추고 판정 결과를 사람이 확인한 뒤 2단계로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80점을 10묶음으로 나눠 한 묶음씩 빼고 학습한 모델로 빠진 묶음을 예측했다. 즉 모델이 처음 보는 설계를 얼마나 맞히는지 본 것이다. 점이 빨간 대각선에 가까울수록 정확하다. 7개 응답 모두 R² 0.89 이상이고, 2차 균일도가 0.893으로 가장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DSD는 29회 실험에서 3수준으로 근사한 결과이고, GPR은 80점으로 학습한 비선형 모델이다. 서로 다른 데이터와 방법인데도 7개 응답 중 6개에서 1순위 변수가 같았고, 나머지 하나도 상위 2개 안에서는 일치했다. 그래서 1차 핀 개수, 2차 핀 개수, 분기 입구 두께를 지배 변수로 확정했다.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정확도가 낮은 응답은 2차 균일도다. 값 자체가 0에 가깝고 분기 이후 여러 변수가 함께 작용하는 구간이라, 80점만으로는 충분히 덮지 못했다. 차월에는 대리모델의 불확실성이 큰 지점을 골라 해석을 추가하는 적응 샘플링으로 이 부분을 보강하고, 그 위에서 다목적 최적화를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2개월차   |   변수 선별 및 대리모델 구축</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설계공간 재정의 및 변수 선별</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후보 설계변수 재정의</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선별 실험(DSD) 설계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선별 결과 및 활성 변수 확정</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머신러닝 대리모델 구축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활성 변수 실험계획(OLHD)</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가우시안 프로세스 회귀(GPR)</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코드 구성 갱신</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정확도 검증 및 지배 변수 식별</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예측값 · 실측값 비교</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지배 변수 교차 확인</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한계 및 차월 계획</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재정의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1개월차 데이터에서 확인한 것</a:t>
            </a:r>
            <a:endParaRPr lang="en-US" sz="1300" dirty="0"/>
          </a:p>
        </p:txBody>
      </p:sp>
      <p:sp>
        <p:nvSpPr>
          <p:cNvPr id="9" name="Shape 7"/>
          <p:cNvSpPr/>
          <p:nvPr/>
        </p:nvSpPr>
        <p:spPr>
          <a:xfrm>
            <a:off x="1851660" y="1901952"/>
            <a:ext cx="2743200" cy="365760"/>
          </a:xfrm>
          <a:prstGeom prst="roundRect">
            <a:avLst>
              <a:gd name="adj" fmla="val 17500"/>
            </a:avLst>
          </a:prstGeom>
          <a:solidFill>
            <a:srgbClr val="EEF2F7"/>
          </a:solidFill>
          <a:ln w="9525">
            <a:solidFill>
              <a:srgbClr val="EEF2F7"/>
            </a:solidFill>
            <a:prstDash val="solid"/>
          </a:ln>
        </p:spPr>
      </p:sp>
      <p:sp>
        <p:nvSpPr>
          <p:cNvPr id="10" name="Text 8"/>
          <p:cNvSpPr txBox="1"/>
          <p:nvPr/>
        </p:nvSpPr>
        <p:spPr>
          <a:xfrm>
            <a:off x="1851660" y="1901952"/>
            <a:ext cx="2743200" cy="365760"/>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입구  ·  총 유량 4 LPM</a:t>
            </a:r>
            <a:endParaRPr lang="en-US" sz="1000" dirty="0"/>
          </a:p>
        </p:txBody>
      </p:sp>
      <p:sp>
        <p:nvSpPr>
          <p:cNvPr id="11" name="Shape 9"/>
          <p:cNvSpPr/>
          <p:nvPr/>
        </p:nvSpPr>
        <p:spPr>
          <a:xfrm>
            <a:off x="3223260" y="2267712"/>
            <a:ext cx="0" cy="182880"/>
          </a:xfrm>
          <a:prstGeom prst="line">
            <a:avLst/>
          </a:prstGeom>
          <a:noFill/>
          <a:ln w="15875">
            <a:solidFill>
              <a:srgbClr val="6B7A8F"/>
            </a:solidFill>
            <a:prstDash val="solid"/>
            <a:tailEnd type="triangle"/>
          </a:ln>
        </p:spPr>
      </p:sp>
      <p:sp>
        <p:nvSpPr>
          <p:cNvPr id="12" name="Shape 10"/>
          <p:cNvSpPr/>
          <p:nvPr/>
        </p:nvSpPr>
        <p:spPr>
          <a:xfrm>
            <a:off x="1851660" y="2450592"/>
            <a:ext cx="2743200" cy="384048"/>
          </a:xfrm>
          <a:prstGeom prst="roundRect">
            <a:avLst>
              <a:gd name="adj" fmla="val 16667"/>
            </a:avLst>
          </a:prstGeom>
          <a:solidFill>
            <a:srgbClr val="16305B"/>
          </a:solidFill>
          <a:ln w="9525">
            <a:solidFill>
              <a:srgbClr val="16305B"/>
            </a:solidFill>
            <a:prstDash val="solid"/>
          </a:ln>
        </p:spPr>
      </p:sp>
      <p:sp>
        <p:nvSpPr>
          <p:cNvPr id="13" name="Text 11"/>
          <p:cNvSpPr txBox="1"/>
          <p:nvPr/>
        </p:nvSpPr>
        <p:spPr>
          <a:xfrm>
            <a:off x="1851660" y="2450592"/>
            <a:ext cx="27432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1차 통과  —  총 유량 전체</a:t>
            </a:r>
            <a:endParaRPr lang="en-US" sz="1000" dirty="0"/>
          </a:p>
        </p:txBody>
      </p:sp>
      <p:sp>
        <p:nvSpPr>
          <p:cNvPr id="14" name="Shape 12"/>
          <p:cNvSpPr/>
          <p:nvPr/>
        </p:nvSpPr>
        <p:spPr>
          <a:xfrm>
            <a:off x="3223260" y="2834640"/>
            <a:ext cx="0" cy="182880"/>
          </a:xfrm>
          <a:prstGeom prst="line">
            <a:avLst/>
          </a:prstGeom>
          <a:noFill/>
          <a:ln w="15875">
            <a:solidFill>
              <a:srgbClr val="6B7A8F"/>
            </a:solidFill>
            <a:prstDash val="solid"/>
            <a:tailEnd type="triangle"/>
          </a:ln>
        </p:spPr>
      </p:sp>
      <p:sp>
        <p:nvSpPr>
          <p:cNvPr id="15" name="Shape 13"/>
          <p:cNvSpPr/>
          <p:nvPr/>
        </p:nvSpPr>
        <p:spPr>
          <a:xfrm>
            <a:off x="2537460" y="3017520"/>
            <a:ext cx="1371600" cy="329184"/>
          </a:xfrm>
          <a:prstGeom prst="roundRect">
            <a:avLst>
              <a:gd name="adj" fmla="val 19444"/>
            </a:avLst>
          </a:prstGeom>
          <a:solidFill>
            <a:srgbClr val="00A3C4"/>
          </a:solidFill>
          <a:ln w="9525">
            <a:solidFill>
              <a:srgbClr val="00A3C4"/>
            </a:solidFill>
            <a:prstDash val="solid"/>
          </a:ln>
        </p:spPr>
      </p:sp>
      <p:sp>
        <p:nvSpPr>
          <p:cNvPr id="16" name="Text 14"/>
          <p:cNvSpPr txBox="1"/>
          <p:nvPr/>
        </p:nvSpPr>
        <p:spPr>
          <a:xfrm>
            <a:off x="2537460" y="3017520"/>
            <a:ext cx="1371600" cy="329184"/>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분  기</a:t>
            </a:r>
            <a:endParaRPr lang="en-US" sz="1000" dirty="0"/>
          </a:p>
        </p:txBody>
      </p:sp>
      <p:sp>
        <p:nvSpPr>
          <p:cNvPr id="17" name="Shape 15"/>
          <p:cNvSpPr/>
          <p:nvPr/>
        </p:nvSpPr>
        <p:spPr>
          <a:xfrm>
            <a:off x="1984248" y="3346704"/>
            <a:ext cx="2487168" cy="0"/>
          </a:xfrm>
          <a:prstGeom prst="line">
            <a:avLst/>
          </a:prstGeom>
          <a:noFill/>
          <a:ln w="15875">
            <a:solidFill>
              <a:srgbClr val="6B7A8F"/>
            </a:solidFill>
            <a:prstDash val="solid"/>
          </a:ln>
        </p:spPr>
      </p:sp>
      <p:sp>
        <p:nvSpPr>
          <p:cNvPr id="18" name="Shape 16"/>
          <p:cNvSpPr/>
          <p:nvPr/>
        </p:nvSpPr>
        <p:spPr>
          <a:xfrm>
            <a:off x="1984248" y="3346704"/>
            <a:ext cx="0" cy="182880"/>
          </a:xfrm>
          <a:prstGeom prst="line">
            <a:avLst/>
          </a:prstGeom>
          <a:noFill/>
          <a:ln w="15875">
            <a:solidFill>
              <a:srgbClr val="6B7A8F"/>
            </a:solidFill>
            <a:prstDash val="solid"/>
            <a:tailEnd type="triangle"/>
          </a:ln>
        </p:spPr>
      </p:sp>
      <p:sp>
        <p:nvSpPr>
          <p:cNvPr id="19" name="Shape 17"/>
          <p:cNvSpPr/>
          <p:nvPr/>
        </p:nvSpPr>
        <p:spPr>
          <a:xfrm>
            <a:off x="4471416" y="3346704"/>
            <a:ext cx="0" cy="182880"/>
          </a:xfrm>
          <a:prstGeom prst="line">
            <a:avLst/>
          </a:prstGeom>
          <a:noFill/>
          <a:ln w="15875">
            <a:solidFill>
              <a:srgbClr val="6B7A8F"/>
            </a:solidFill>
            <a:prstDash val="solid"/>
            <a:tailEnd type="triangle"/>
          </a:ln>
        </p:spPr>
      </p:sp>
      <p:sp>
        <p:nvSpPr>
          <p:cNvPr id="20" name="Shape 18"/>
          <p:cNvSpPr/>
          <p:nvPr/>
        </p:nvSpPr>
        <p:spPr>
          <a:xfrm>
            <a:off x="841248" y="3529584"/>
            <a:ext cx="2286000" cy="384048"/>
          </a:xfrm>
          <a:prstGeom prst="roundRect">
            <a:avLst>
              <a:gd name="adj" fmla="val 16667"/>
            </a:avLst>
          </a:prstGeom>
          <a:solidFill>
            <a:srgbClr val="FFFFFF"/>
          </a:solidFill>
          <a:ln w="9525">
            <a:solidFill>
              <a:srgbClr val="DDE3EB"/>
            </a:solidFill>
            <a:prstDash val="solid"/>
          </a:ln>
        </p:spPr>
      </p:sp>
      <p:sp>
        <p:nvSpPr>
          <p:cNvPr id="21" name="Text 19"/>
          <p:cNvSpPr txBox="1"/>
          <p:nvPr/>
        </p:nvSpPr>
        <p:spPr>
          <a:xfrm>
            <a:off x="841248" y="3529584"/>
            <a:ext cx="22860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전원공급모듈</a:t>
            </a:r>
            <a:endParaRPr lang="en-US" sz="1000" dirty="0"/>
          </a:p>
        </p:txBody>
      </p:sp>
      <p:sp>
        <p:nvSpPr>
          <p:cNvPr id="22" name="Shape 20"/>
          <p:cNvSpPr/>
          <p:nvPr/>
        </p:nvSpPr>
        <p:spPr>
          <a:xfrm>
            <a:off x="3328416" y="3529584"/>
            <a:ext cx="2286000" cy="384048"/>
          </a:xfrm>
          <a:prstGeom prst="roundRect">
            <a:avLst>
              <a:gd name="adj" fmla="val 16667"/>
            </a:avLst>
          </a:prstGeom>
          <a:solidFill>
            <a:srgbClr val="16305B"/>
          </a:solidFill>
          <a:ln w="9525">
            <a:solidFill>
              <a:srgbClr val="16305B"/>
            </a:solidFill>
            <a:prstDash val="solid"/>
          </a:ln>
        </p:spPr>
      </p:sp>
      <p:sp>
        <p:nvSpPr>
          <p:cNvPr id="23" name="Text 21"/>
          <p:cNvSpPr txBox="1"/>
          <p:nvPr/>
        </p:nvSpPr>
        <p:spPr>
          <a:xfrm>
            <a:off x="3328416"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2차 통과  —  분기 후 잔여 유량</a:t>
            </a:r>
            <a:endParaRPr lang="en-US" sz="950" dirty="0"/>
          </a:p>
        </p:txBody>
      </p:sp>
      <p:sp>
        <p:nvSpPr>
          <p:cNvPr id="24" name="Text 22"/>
          <p:cNvSpPr txBox="1"/>
          <p:nvPr/>
        </p:nvSpPr>
        <p:spPr>
          <a:xfrm>
            <a:off x="813816" y="4005072"/>
            <a:ext cx="4846320" cy="512064"/>
          </a:xfrm>
          <a:prstGeom prst="rect">
            <a:avLst/>
          </a:prstGeom>
          <a:noFill/>
          <a:ln/>
        </p:spPr>
        <p:txBody>
          <a:bodyPr wrap="square" lIns="0" tIns="0" rIns="0" bIns="0" rtlCol="0" anchor="ctr"/>
          <a:lstStyle/>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통과마다 지나는 유량이 달라, 핀 하나의 조건으로</a:t>
            </a:r>
            <a:endParaRPr lang="en-US" sz="980" dirty="0"/>
          </a:p>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1차 · 2차 통과를 동시에 맞출 수 없음</a:t>
            </a:r>
            <a:endParaRPr lang="en-US" sz="980" dirty="0"/>
          </a:p>
        </p:txBody>
      </p:sp>
      <p:sp>
        <p:nvSpPr>
          <p:cNvPr id="25" name="Shape 23"/>
          <p:cNvSpPr/>
          <p:nvPr/>
        </p:nvSpPr>
        <p:spPr>
          <a:xfrm>
            <a:off x="813816" y="4626864"/>
            <a:ext cx="4846320" cy="493776"/>
          </a:xfrm>
          <a:prstGeom prst="roundRect">
            <a:avLst>
              <a:gd name="adj" fmla="val 11111"/>
            </a:avLst>
          </a:prstGeom>
          <a:solidFill>
            <a:srgbClr val="16305B"/>
          </a:solidFill>
          <a:ln w="12700">
            <a:solidFill>
              <a:srgbClr val="16305B"/>
            </a:solidFill>
            <a:prstDash val="solid"/>
          </a:ln>
        </p:spPr>
      </p:sp>
      <p:sp>
        <p:nvSpPr>
          <p:cNvPr id="26" name="Text 24"/>
          <p:cNvSpPr txBox="1"/>
          <p:nvPr/>
        </p:nvSpPr>
        <p:spPr>
          <a:xfrm>
            <a:off x="813816" y="4626864"/>
            <a:ext cx="4846320"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  핀 두께 · 개수를 1차 · 2차 통과별로 분리</a:t>
            </a:r>
            <a:endParaRPr lang="en-US" sz="1150" dirty="0"/>
          </a:p>
        </p:txBody>
      </p:sp>
      <p:sp>
        <p:nvSpPr>
          <p:cNvPr id="27" name="Shape 25"/>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6"/>
          <p:cNvSpPr/>
          <p:nvPr/>
        </p:nvSpPr>
        <p:spPr>
          <a:xfrm>
            <a:off x="6592824" y="1463040"/>
            <a:ext cx="82296" cy="182880"/>
          </a:xfrm>
          <a:prstGeom prst="rect">
            <a:avLst/>
          </a:prstGeom>
          <a:solidFill>
            <a:srgbClr val="00A3C4"/>
          </a:solidFill>
          <a:ln w="12700">
            <a:solidFill>
              <a:srgbClr val="00A3C4"/>
            </a:solidFill>
            <a:prstDash val="solid"/>
          </a:ln>
        </p:spPr>
      </p:sp>
      <p:sp>
        <p:nvSpPr>
          <p:cNvPr id="29" name="Text 27"/>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설계공간 변경</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647688" y="1865376"/>
          <a:ext cx="4846320" cy="914400"/>
        </p:xfrm>
        <a:graphic>
          <a:graphicData uri="http://schemas.openxmlformats.org/drawingml/2006/table">
            <a:tbl>
              <a:tblPr/>
              <a:tblGrid>
                <a:gridCol w="1325880"/>
                <a:gridCol w="1600200"/>
                <a:gridCol w="1920240"/>
              </a:tblGrid>
              <a:tr h="28346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1개월차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2개월차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8346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공유 1개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 2차 분리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8346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공유 1개 (10~21)</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 2차 분리 (10~24)</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8346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3 ~ 20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3 ~ 10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8346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최소 핀 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8346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후보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9개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11개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1" name="Text 28"/>
          <p:cNvSpPr txBox="1"/>
          <p:nvPr/>
        </p:nvSpPr>
        <p:spPr>
          <a:xfrm>
            <a:off x="6647688" y="3657600"/>
            <a:ext cx="4846320" cy="640080"/>
          </a:xfrm>
          <a:prstGeom prst="rect">
            <a:avLst/>
          </a:prstGeom>
          <a:noFill/>
          <a:ln/>
        </p:spPr>
        <p:txBody>
          <a:bodyPr wrap="square" lIns="0" tIns="0" rIns="0" bIns="0" rtlCol="0" anchor="ctr"/>
          <a:lstStyle/>
          <a:p>
            <a:pPr marL="342900" indent="-342900">
              <a:lnSpc>
                <a:spcPct val="115000"/>
              </a:lnSpc>
              <a:spcAft>
                <a:spcPts val="300"/>
              </a:spcAft>
              <a:buSzPct val="100000"/>
              <a:buChar char="•"/>
            </a:pPr>
            <a:r>
              <a:rPr lang="en-US" sz="880" dirty="0">
                <a:solidFill>
                  <a:srgbClr val="6B7A8F"/>
                </a:solidFill>
                <a:latin typeface="Malgun Gothic" pitchFamily="34" charset="0"/>
                <a:ea typeface="Malgun Gothic" pitchFamily="34" charset="-122"/>
                <a:cs typeface="Malgun Gothic" pitchFamily="34" charset="-120"/>
              </a:rPr>
              <a:t>분기 입구 두께 — 목표 분기비(20~30%)를 만족한 설계가 모두 6.1 mm 이하 → 상한 축소</a:t>
            </a:r>
            <a:endParaRPr lang="en-US" sz="880" dirty="0"/>
          </a:p>
          <a:p>
            <a:pPr marL="342900" indent="-342900">
              <a:lnSpc>
                <a:spcPct val="115000"/>
              </a:lnSpc>
              <a:spcAft>
                <a:spcPts val="300"/>
              </a:spcAft>
              <a:buSzPct val="100000"/>
              <a:buChar char="•"/>
            </a:pPr>
            <a:r>
              <a:rPr lang="en-US" sz="880" dirty="0">
                <a:solidFill>
                  <a:srgbClr val="6B7A8F"/>
                </a:solidFill>
                <a:latin typeface="Malgun Gothic" pitchFamily="34" charset="0"/>
                <a:ea typeface="Malgun Gothic" pitchFamily="34" charset="-122"/>
                <a:cs typeface="Malgun Gothic" pitchFamily="34" charset="-120"/>
              </a:rPr>
              <a:t>최소 핀 갭 — 실험 범위는 넓히고, 제작 한계(2.5 mm)는 최적화 단계의 제약으로 적용</a:t>
            </a:r>
            <a:endParaRPr lang="en-US" sz="880" dirty="0"/>
          </a:p>
        </p:txBody>
      </p:sp>
      <p:sp>
        <p:nvSpPr>
          <p:cNvPr id="32" name="Shape 29"/>
          <p:cNvSpPr/>
          <p:nvPr/>
        </p:nvSpPr>
        <p:spPr>
          <a:xfrm>
            <a:off x="6647688" y="4370832"/>
            <a:ext cx="4846320" cy="786384"/>
          </a:xfrm>
          <a:prstGeom prst="roundRect">
            <a:avLst>
              <a:gd name="adj" fmla="val 6977"/>
            </a:avLst>
          </a:prstGeom>
          <a:solidFill>
            <a:srgbClr val="EEF2F7"/>
          </a:solidFill>
          <a:ln w="12700">
            <a:solidFill>
              <a:srgbClr val="EEF2F7"/>
            </a:solidFill>
            <a:prstDash val="solid"/>
          </a:ln>
        </p:spPr>
      </p:sp>
      <p:sp>
        <p:nvSpPr>
          <p:cNvPr id="33" name="Text 30"/>
          <p:cNvSpPr txBox="1"/>
          <p:nvPr/>
        </p:nvSpPr>
        <p:spPr>
          <a:xfrm>
            <a:off x="6793992" y="4370832"/>
            <a:ext cx="4572000" cy="786384"/>
          </a:xfrm>
          <a:prstGeom prst="rect">
            <a:avLst/>
          </a:prstGeom>
          <a:noFill/>
          <a:ln/>
        </p:spPr>
        <p:txBody>
          <a:bodyPr wrap="square" lIns="0" tIns="0" rIns="0" bIns="0" rtlCol="0" anchor="ctr"/>
          <a:lstStyle/>
          <a:p>
            <a:pPr indent="0" marL="0">
              <a:lnSpc>
                <a:spcPct val="120000"/>
              </a:lnSpc>
              <a:buNone/>
            </a:pPr>
            <a:r>
              <a:rPr lang="en-US" sz="930" b="1" dirty="0">
                <a:solidFill>
                  <a:srgbClr val="16305B"/>
                </a:solidFill>
                <a:latin typeface="Malgun Gothic" pitchFamily="34" charset="0"/>
                <a:ea typeface="Malgun Gothic" pitchFamily="34" charset="-122"/>
                <a:cs typeface="Malgun Gothic" pitchFamily="34" charset="-120"/>
              </a:rPr>
              <a:t>해석 조건 갱신</a:t>
            </a:r>
            <a:endParaRPr lang="en-US" sz="930" dirty="0"/>
          </a:p>
          <a:p>
            <a:pPr indent="0" marL="0">
              <a:lnSpc>
                <a:spcPct val="120000"/>
              </a:lnSpc>
              <a:buNone/>
            </a:pPr>
            <a:r>
              <a:rPr lang="en-US" sz="930" dirty="0">
                <a:solidFill>
                  <a:srgbClr val="1C2733"/>
                </a:solidFill>
                <a:latin typeface="Malgun Gothic" pitchFamily="34" charset="0"/>
                <a:ea typeface="Malgun Gothic" pitchFamily="34" charset="-122"/>
                <a:cs typeface="Malgun Gothic" pitchFamily="34" charset="-120"/>
              </a:rPr>
              <a:t>발열원 17개(전 슬롯, 680 W) · 출구 역류 차단 · 높이 방향 메시 1.6 mm</a:t>
            </a:r>
            <a:endParaRPr lang="en-US" sz="930" dirty="0"/>
          </a:p>
          <a:p>
            <a:pPr indent="0" marL="0">
              <a:lnSpc>
                <a:spcPct val="120000"/>
              </a:lnSpc>
              <a:buNone/>
            </a:pPr>
            <a:r>
              <a:rPr lang="en-US" sz="930" dirty="0">
                <a:solidFill>
                  <a:srgbClr val="1C2733"/>
                </a:solidFill>
                <a:latin typeface="Malgun Gothic" pitchFamily="34" charset="0"/>
                <a:ea typeface="Malgun Gothic" pitchFamily="34" charset="-122"/>
                <a:cs typeface="Malgun Gothic" pitchFamily="34" charset="-120"/>
              </a:rPr>
              <a:t>→ 1개월차 수치와 직접 비교하지 않음</a:t>
            </a:r>
            <a:endParaRPr lang="en-US" sz="930" dirty="0"/>
          </a:p>
        </p:txBody>
      </p:sp>
      <p:sp>
        <p:nvSpPr>
          <p:cNvPr id="34" name="Shape 31"/>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5" name="Shape 32"/>
          <p:cNvSpPr/>
          <p:nvPr/>
        </p:nvSpPr>
        <p:spPr>
          <a:xfrm>
            <a:off x="832104" y="5724144"/>
            <a:ext cx="64008" cy="164592"/>
          </a:xfrm>
          <a:prstGeom prst="rect">
            <a:avLst/>
          </a:prstGeom>
          <a:solidFill>
            <a:srgbClr val="00A3C4"/>
          </a:solidFill>
          <a:ln w="12700">
            <a:solidFill>
              <a:srgbClr val="00A3C4"/>
            </a:solidFill>
            <a:prstDash val="solid"/>
          </a:ln>
        </p:spPr>
      </p:sp>
      <p:sp>
        <p:nvSpPr>
          <p:cNvPr id="36" name="Text 33"/>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통과별 핀 분리</a:t>
            </a:r>
            <a:endParaRPr lang="en-US" sz="1050" dirty="0"/>
          </a:p>
        </p:txBody>
      </p:sp>
      <p:sp>
        <p:nvSpPr>
          <p:cNvPr id="37" name="Text 34"/>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1·2차 통과 유량 차이를 반영 — 후보 9 → 11개</a:t>
            </a:r>
            <a:endParaRPr lang="en-US" sz="950" dirty="0"/>
          </a:p>
        </p:txBody>
      </p:sp>
      <p:sp>
        <p:nvSpPr>
          <p:cNvPr id="38" name="Shape 35"/>
          <p:cNvSpPr/>
          <p:nvPr/>
        </p:nvSpPr>
        <p:spPr>
          <a:xfrm>
            <a:off x="4489704" y="5724144"/>
            <a:ext cx="64008" cy="164592"/>
          </a:xfrm>
          <a:prstGeom prst="rect">
            <a:avLst/>
          </a:prstGeom>
          <a:solidFill>
            <a:srgbClr val="00A3C4"/>
          </a:solidFill>
          <a:ln w="12700">
            <a:solidFill>
              <a:srgbClr val="00A3C4"/>
            </a:solidFill>
            <a:prstDash val="solid"/>
          </a:ln>
        </p:spPr>
      </p:sp>
      <p:sp>
        <p:nvSpPr>
          <p:cNvPr id="39" name="Text 36"/>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설계공간 재조정</a:t>
            </a:r>
            <a:endParaRPr lang="en-US" sz="1050" dirty="0"/>
          </a:p>
        </p:txBody>
      </p:sp>
      <p:sp>
        <p:nvSpPr>
          <p:cNvPr id="40" name="Text 37"/>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1개월차 데이터 근거로 범위 축소 · 확장</a:t>
            </a:r>
            <a:endParaRPr lang="en-US" sz="950" dirty="0"/>
          </a:p>
        </p:txBody>
      </p:sp>
      <p:sp>
        <p:nvSpPr>
          <p:cNvPr id="41" name="Shape 38"/>
          <p:cNvSpPr/>
          <p:nvPr/>
        </p:nvSpPr>
        <p:spPr>
          <a:xfrm>
            <a:off x="8147304" y="5724144"/>
            <a:ext cx="64008" cy="164592"/>
          </a:xfrm>
          <a:prstGeom prst="rect">
            <a:avLst/>
          </a:prstGeom>
          <a:solidFill>
            <a:srgbClr val="00A3C4"/>
          </a:solidFill>
          <a:ln w="12700">
            <a:solidFill>
              <a:srgbClr val="00A3C4"/>
            </a:solidFill>
            <a:prstDash val="solid"/>
          </a:ln>
        </p:spPr>
      </p:sp>
      <p:sp>
        <p:nvSpPr>
          <p:cNvPr id="42" name="Text 39"/>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 조건 갱신</a:t>
            </a:r>
            <a:endParaRPr lang="en-US" sz="1050" dirty="0"/>
          </a:p>
        </p:txBody>
      </p:sp>
      <p:sp>
        <p:nvSpPr>
          <p:cNvPr id="43" name="Text 40"/>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실제 발열 배치와 출구 조건 반영</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실험(DSD) 설계</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선별부터 하는가</a:t>
            </a:r>
            <a:endParaRPr lang="en-US" sz="1300" dirty="0"/>
          </a:p>
        </p:txBody>
      </p:sp>
      <p:sp>
        <p:nvSpPr>
          <p:cNvPr id="9" name="Shape 7"/>
          <p:cNvSpPr/>
          <p:nvPr/>
        </p:nvSpPr>
        <p:spPr>
          <a:xfrm>
            <a:off x="832104" y="1975104"/>
            <a:ext cx="292608" cy="292608"/>
          </a:xfrm>
          <a:prstGeom prst="ellipse">
            <a:avLst/>
          </a:prstGeom>
          <a:solidFill>
            <a:srgbClr val="16305B"/>
          </a:solidFill>
          <a:ln w="12700">
            <a:solidFill>
              <a:srgbClr val="16305B"/>
            </a:solidFill>
            <a:prstDash val="solid"/>
          </a:ln>
        </p:spPr>
      </p:sp>
      <p:sp>
        <p:nvSpPr>
          <p:cNvPr id="10" name="Text 8"/>
          <p:cNvSpPr txBox="1"/>
          <p:nvPr/>
        </p:nvSpPr>
        <p:spPr>
          <a:xfrm>
            <a:off x="832104" y="197510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1" name="Text 9"/>
          <p:cNvSpPr txBox="1"/>
          <p:nvPr/>
        </p:nvSpPr>
        <p:spPr>
          <a:xfrm>
            <a:off x="1252728" y="1901952"/>
            <a:ext cx="4389120" cy="24688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영향 없는 변수를 근거 있게 고정</a:t>
            </a:r>
            <a:endParaRPr lang="en-US" sz="1050" dirty="0"/>
          </a:p>
        </p:txBody>
      </p:sp>
      <p:sp>
        <p:nvSpPr>
          <p:cNvPr id="12" name="Text 10"/>
          <p:cNvSpPr txBox="1"/>
          <p:nvPr/>
        </p:nvSpPr>
        <p:spPr>
          <a:xfrm>
            <a:off x="1252728" y="2148840"/>
            <a:ext cx="4389120" cy="219456"/>
          </a:xfrm>
          <a:prstGeom prst="rect">
            <a:avLst/>
          </a:prstGeom>
          <a:noFill/>
          <a:ln/>
        </p:spPr>
        <p:txBody>
          <a:bodyPr wrap="square" lIns="0" tIns="0" rIns="0" bIns="0" rtlCol="0" anchor="ctr"/>
          <a:lstStyle/>
          <a:p>
            <a:pPr indent="0" marL="0">
              <a:buNone/>
            </a:pPr>
            <a:r>
              <a:rPr lang="en-US" sz="930" dirty="0">
                <a:solidFill>
                  <a:srgbClr val="6B7A8F"/>
                </a:solidFill>
                <a:latin typeface="Malgun Gothic" pitchFamily="34" charset="0"/>
                <a:ea typeface="Malgun Gothic" pitchFamily="34" charset="-122"/>
                <a:cs typeface="Malgun Gothic" pitchFamily="34" charset="-120"/>
              </a:rPr>
              <a:t>감이 아니라 통계 판정으로 고정 여부 결정</a:t>
            </a:r>
            <a:endParaRPr lang="en-US" sz="930" dirty="0"/>
          </a:p>
        </p:txBody>
      </p:sp>
      <p:sp>
        <p:nvSpPr>
          <p:cNvPr id="13" name="Shape 11"/>
          <p:cNvSpPr/>
          <p:nvPr/>
        </p:nvSpPr>
        <p:spPr>
          <a:xfrm>
            <a:off x="832104" y="2542032"/>
            <a:ext cx="292608" cy="292608"/>
          </a:xfrm>
          <a:prstGeom prst="ellipse">
            <a:avLst/>
          </a:prstGeom>
          <a:solidFill>
            <a:srgbClr val="16305B"/>
          </a:solidFill>
          <a:ln w="12700">
            <a:solidFill>
              <a:srgbClr val="16305B"/>
            </a:solidFill>
            <a:prstDash val="solid"/>
          </a:ln>
        </p:spPr>
      </p:sp>
      <p:sp>
        <p:nvSpPr>
          <p:cNvPr id="14" name="Text 12"/>
          <p:cNvSpPr txBox="1"/>
          <p:nvPr/>
        </p:nvSpPr>
        <p:spPr>
          <a:xfrm>
            <a:off x="832104" y="254203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15" name="Text 13"/>
          <p:cNvSpPr txBox="1"/>
          <p:nvPr/>
        </p:nvSpPr>
        <p:spPr>
          <a:xfrm>
            <a:off x="1252728" y="2468880"/>
            <a:ext cx="4389120" cy="24688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대리모델 차원 축소</a:t>
            </a:r>
            <a:endParaRPr lang="en-US" sz="1050" dirty="0"/>
          </a:p>
        </p:txBody>
      </p:sp>
      <p:sp>
        <p:nvSpPr>
          <p:cNvPr id="16" name="Text 14"/>
          <p:cNvSpPr txBox="1"/>
          <p:nvPr/>
        </p:nvSpPr>
        <p:spPr>
          <a:xfrm>
            <a:off x="1252728" y="2715768"/>
            <a:ext cx="4389120" cy="219456"/>
          </a:xfrm>
          <a:prstGeom prst="rect">
            <a:avLst/>
          </a:prstGeom>
          <a:noFill/>
          <a:ln/>
        </p:spPr>
        <p:txBody>
          <a:bodyPr wrap="square" lIns="0" tIns="0" rIns="0" bIns="0" rtlCol="0" anchor="ctr"/>
          <a:lstStyle/>
          <a:p>
            <a:pPr indent="0" marL="0">
              <a:buNone/>
            </a:pPr>
            <a:r>
              <a:rPr lang="en-US" sz="930" dirty="0">
                <a:solidFill>
                  <a:srgbClr val="6B7A8F"/>
                </a:solidFill>
                <a:latin typeface="Malgun Gothic" pitchFamily="34" charset="0"/>
                <a:ea typeface="Malgun Gothic" pitchFamily="34" charset="-122"/>
                <a:cs typeface="Malgun Gothic" pitchFamily="34" charset="-120"/>
              </a:rPr>
              <a:t>같은 해석 횟수로 설계공간을 더 촘촘하게</a:t>
            </a:r>
            <a:endParaRPr lang="en-US" sz="930" dirty="0"/>
          </a:p>
        </p:txBody>
      </p:sp>
      <p:sp>
        <p:nvSpPr>
          <p:cNvPr id="17" name="Shape 15"/>
          <p:cNvSpPr/>
          <p:nvPr/>
        </p:nvSpPr>
        <p:spPr>
          <a:xfrm>
            <a:off x="832104" y="3108960"/>
            <a:ext cx="292608" cy="292608"/>
          </a:xfrm>
          <a:prstGeom prst="ellipse">
            <a:avLst/>
          </a:prstGeom>
          <a:solidFill>
            <a:srgbClr val="16305B"/>
          </a:solidFill>
          <a:ln w="12700">
            <a:solidFill>
              <a:srgbClr val="16305B"/>
            </a:solidFill>
            <a:prstDash val="solid"/>
          </a:ln>
        </p:spPr>
      </p:sp>
      <p:sp>
        <p:nvSpPr>
          <p:cNvPr id="18" name="Text 16"/>
          <p:cNvSpPr txBox="1"/>
          <p:nvPr/>
        </p:nvSpPr>
        <p:spPr>
          <a:xfrm>
            <a:off x="832104" y="31089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19" name="Text 17"/>
          <p:cNvSpPr txBox="1"/>
          <p:nvPr/>
        </p:nvSpPr>
        <p:spPr>
          <a:xfrm>
            <a:off x="1252728" y="3035808"/>
            <a:ext cx="4389120" cy="24688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 영향도를 바로 확인</a:t>
            </a:r>
            <a:endParaRPr lang="en-US" sz="1050" dirty="0"/>
          </a:p>
        </p:txBody>
      </p:sp>
      <p:sp>
        <p:nvSpPr>
          <p:cNvPr id="20" name="Text 18"/>
          <p:cNvSpPr txBox="1"/>
          <p:nvPr/>
        </p:nvSpPr>
        <p:spPr>
          <a:xfrm>
            <a:off x="1252728" y="3282696"/>
            <a:ext cx="4389120" cy="219456"/>
          </a:xfrm>
          <a:prstGeom prst="rect">
            <a:avLst/>
          </a:prstGeom>
          <a:noFill/>
          <a:ln/>
        </p:spPr>
        <p:txBody>
          <a:bodyPr wrap="square" lIns="0" tIns="0" rIns="0" bIns="0" rtlCol="0" anchor="ctr"/>
          <a:lstStyle/>
          <a:p>
            <a:pPr indent="0" marL="0">
              <a:buNone/>
            </a:pPr>
            <a:r>
              <a:rPr lang="en-US" sz="930" dirty="0">
                <a:solidFill>
                  <a:srgbClr val="6B7A8F"/>
                </a:solidFill>
                <a:latin typeface="Malgun Gothic" pitchFamily="34" charset="0"/>
                <a:ea typeface="Malgun Gothic" pitchFamily="34" charset="-122"/>
                <a:cs typeface="Malgun Gothic" pitchFamily="34" charset="-120"/>
              </a:rPr>
              <a:t>실험 설계 단계에서 지배 변수 파악</a:t>
            </a:r>
            <a:endParaRPr lang="en-US" sz="930" dirty="0"/>
          </a:p>
        </p:txBody>
      </p:sp>
      <p:sp>
        <p:nvSpPr>
          <p:cNvPr id="21" name="Text 19"/>
          <p:cNvSpPr txBox="1"/>
          <p:nvPr/>
        </p:nvSpPr>
        <p:spPr>
          <a:xfrm>
            <a:off x="813816" y="3703320"/>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판정 규칙 — 실험 전에 고정</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4023360"/>
          <a:ext cx="4846320" cy="914400"/>
        </p:xfrm>
        <a:graphic>
          <a:graphicData uri="http://schemas.openxmlformats.org/drawingml/2006/table">
            <a:tbl>
              <a:tblPr/>
              <a:tblGrid>
                <a:gridCol w="1143000"/>
                <a:gridCol w="1143000"/>
                <a:gridCol w="256032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기준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의미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통계적 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p ≤ 0.05</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가짜 인자(잡음 바닥)와 구분되는가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실무적 의미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기여율 ≥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변동의 2% 이상을 설명하는가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3" name="Shape 20"/>
          <p:cNvSpPr/>
          <p:nvPr/>
        </p:nvSpPr>
        <p:spPr>
          <a:xfrm>
            <a:off x="813816" y="5084064"/>
            <a:ext cx="4846320" cy="896112"/>
          </a:xfrm>
          <a:prstGeom prst="roundRect">
            <a:avLst>
              <a:gd name="adj" fmla="val 6122"/>
            </a:avLst>
          </a:prstGeom>
          <a:solidFill>
            <a:srgbClr val="EEF2F7"/>
          </a:solidFill>
          <a:ln w="12700">
            <a:solidFill>
              <a:srgbClr val="EEF2F7"/>
            </a:solidFill>
            <a:prstDash val="solid"/>
          </a:ln>
        </p:spPr>
      </p:sp>
      <p:sp>
        <p:nvSpPr>
          <p:cNvPr id="24" name="Text 21"/>
          <p:cNvSpPr txBox="1"/>
          <p:nvPr/>
        </p:nvSpPr>
        <p:spPr>
          <a:xfrm>
            <a:off x="960120" y="5084064"/>
            <a:ext cx="4572000" cy="896112"/>
          </a:xfrm>
          <a:prstGeom prst="rect">
            <a:avLst/>
          </a:prstGeom>
          <a:noFill/>
          <a:ln/>
        </p:spPr>
        <p:txBody>
          <a:bodyPr wrap="square" lIns="0" tIns="0" rIns="0" bIns="0" rtlCol="0" anchor="ctr"/>
          <a:lstStyle/>
          <a:p>
            <a:pPr indent="0" marL="0">
              <a:lnSpc>
                <a:spcPct val="120000"/>
              </a:lnSpc>
              <a:buNone/>
            </a:pPr>
            <a:r>
              <a:rPr lang="en-US" sz="950" b="1" dirty="0">
                <a:solidFill>
                  <a:srgbClr val="16305B"/>
                </a:solidFill>
                <a:latin typeface="Malgun Gothic" pitchFamily="34" charset="0"/>
                <a:ea typeface="Malgun Gothic" pitchFamily="34" charset="-122"/>
                <a:cs typeface="Malgun Gothic" pitchFamily="34" charset="-120"/>
              </a:rPr>
              <a:t>두 조건을 모두 만족해야 '영향 있음'</a:t>
            </a:r>
            <a:endParaRPr lang="en-US" sz="950" dirty="0"/>
          </a:p>
          <a:p>
            <a:pPr indent="0" marL="0">
              <a:lnSpc>
                <a:spcPct val="120000"/>
              </a:lnSpc>
              <a:buNone/>
            </a:pPr>
            <a:r>
              <a:rPr lang="en-US" sz="950" dirty="0">
                <a:solidFill>
                  <a:srgbClr val="1C2733"/>
                </a:solidFill>
                <a:latin typeface="Malgun Gothic" pitchFamily="34" charset="0"/>
                <a:ea typeface="Malgun Gothic" pitchFamily="34" charset="-122"/>
                <a:cs typeface="Malgun Gothic" pitchFamily="34" charset="-120"/>
              </a:rPr>
              <a:t>응답 7개 어디에서도 영향이 없으면 → 그 변수는 고정</a:t>
            </a:r>
            <a:endParaRPr lang="en-US" sz="950" dirty="0"/>
          </a:p>
          <a:p>
            <a:pPr indent="0" marL="0">
              <a:lnSpc>
                <a:spcPct val="120000"/>
              </a:lnSpc>
              <a:buNone/>
            </a:pPr>
            <a:r>
              <a:rPr lang="en-US" sz="950" dirty="0">
                <a:solidFill>
                  <a:srgbClr val="6B7A8F"/>
                </a:solidFill>
                <a:latin typeface="Malgun Gothic" pitchFamily="34" charset="0"/>
                <a:ea typeface="Malgun Gothic" pitchFamily="34" charset="-122"/>
                <a:cs typeface="Malgun Gothic" pitchFamily="34" charset="-120"/>
              </a:rPr>
              <a:t>결과를 본 뒤 기준을 바꾸지 않도록 실험 전에 확정</a:t>
            </a:r>
            <a:endParaRPr lang="en-US" sz="950" dirty="0"/>
          </a:p>
        </p:txBody>
      </p:sp>
      <p:sp>
        <p:nvSpPr>
          <p:cNvPr id="25" name="Shape 22"/>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6" name="Shape 23"/>
          <p:cNvSpPr/>
          <p:nvPr/>
        </p:nvSpPr>
        <p:spPr>
          <a:xfrm>
            <a:off x="6592824" y="1463040"/>
            <a:ext cx="82296" cy="182880"/>
          </a:xfrm>
          <a:prstGeom prst="rect">
            <a:avLst/>
          </a:prstGeom>
          <a:solidFill>
            <a:srgbClr val="00A3C4"/>
          </a:solidFill>
          <a:ln w="12700">
            <a:solidFill>
              <a:srgbClr val="00A3C4"/>
            </a:solidFill>
            <a:prstDash val="solid"/>
          </a:ln>
        </p:spPr>
      </p:sp>
      <p:sp>
        <p:nvSpPr>
          <p:cNvPr id="27" name="Text 2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실험표 구조  —  29회 × 14열</a:t>
            </a:r>
            <a:endParaRPr lang="en-US" sz="1300" dirty="0"/>
          </a:p>
        </p:txBody>
      </p:sp>
      <p:sp>
        <p:nvSpPr>
          <p:cNvPr id="28" name="Text 25"/>
          <p:cNvSpPr txBox="1"/>
          <p:nvPr/>
        </p:nvSpPr>
        <p:spPr>
          <a:xfrm>
            <a:off x="7543800" y="1865376"/>
            <a:ext cx="2916936"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실제 변수 11개</a:t>
            </a:r>
            <a:endParaRPr lang="en-US" sz="900" dirty="0"/>
          </a:p>
        </p:txBody>
      </p:sp>
      <p:sp>
        <p:nvSpPr>
          <p:cNvPr id="29" name="Text 26"/>
          <p:cNvSpPr txBox="1"/>
          <p:nvPr/>
        </p:nvSpPr>
        <p:spPr>
          <a:xfrm>
            <a:off x="10460736" y="1865376"/>
            <a:ext cx="1069848" cy="219456"/>
          </a:xfrm>
          <a:prstGeom prst="rect">
            <a:avLst/>
          </a:prstGeom>
          <a:noFill/>
          <a:ln/>
        </p:spPr>
        <p:txBody>
          <a:bodyPr wrap="square" lIns="0" tIns="0" rIns="0" bIns="0" rtlCol="0" anchor="ct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가짜 인자 3개</a:t>
            </a:r>
            <a:endParaRPr lang="en-US" sz="900" dirty="0"/>
          </a:p>
        </p:txBody>
      </p:sp>
      <p:sp>
        <p:nvSpPr>
          <p:cNvPr id="30" name="Shape 27"/>
          <p:cNvSpPr/>
          <p:nvPr/>
        </p:nvSpPr>
        <p:spPr>
          <a:xfrm>
            <a:off x="7543800" y="2103120"/>
            <a:ext cx="2889504" cy="0"/>
          </a:xfrm>
          <a:prstGeom prst="line">
            <a:avLst/>
          </a:prstGeom>
          <a:noFill/>
          <a:ln w="12700">
            <a:solidFill>
              <a:srgbClr val="16305B"/>
            </a:solidFill>
            <a:prstDash val="solid"/>
          </a:ln>
        </p:spPr>
      </p:sp>
      <p:sp>
        <p:nvSpPr>
          <p:cNvPr id="31" name="Shape 28"/>
          <p:cNvSpPr/>
          <p:nvPr/>
        </p:nvSpPr>
        <p:spPr>
          <a:xfrm>
            <a:off x="10488168" y="2103120"/>
            <a:ext cx="768096" cy="0"/>
          </a:xfrm>
          <a:prstGeom prst="line">
            <a:avLst/>
          </a:prstGeom>
          <a:noFill/>
          <a:ln w="12700">
            <a:solidFill>
              <a:srgbClr val="00A3C4"/>
            </a:solidFill>
            <a:prstDash val="solid"/>
          </a:ln>
        </p:spPr>
      </p:sp>
      <p:sp>
        <p:nvSpPr>
          <p:cNvPr id="32" name="Shape 29"/>
          <p:cNvSpPr/>
          <p:nvPr/>
        </p:nvSpPr>
        <p:spPr>
          <a:xfrm>
            <a:off x="7543800" y="2212848"/>
            <a:ext cx="242316" cy="69494"/>
          </a:xfrm>
          <a:prstGeom prst="rect">
            <a:avLst/>
          </a:prstGeom>
          <a:solidFill>
            <a:srgbClr val="8FB0D4"/>
          </a:solidFill>
          <a:ln w="12700">
            <a:solidFill>
              <a:srgbClr val="8FB0D4"/>
            </a:solidFill>
            <a:prstDash val="solid"/>
          </a:ln>
        </p:spPr>
      </p:sp>
      <p:sp>
        <p:nvSpPr>
          <p:cNvPr id="33" name="Shape 30"/>
          <p:cNvSpPr/>
          <p:nvPr/>
        </p:nvSpPr>
        <p:spPr>
          <a:xfrm>
            <a:off x="7808976" y="2212848"/>
            <a:ext cx="242316" cy="69494"/>
          </a:xfrm>
          <a:prstGeom prst="rect">
            <a:avLst/>
          </a:prstGeom>
          <a:solidFill>
            <a:srgbClr val="16305B"/>
          </a:solidFill>
          <a:ln w="12700">
            <a:solidFill>
              <a:srgbClr val="16305B"/>
            </a:solidFill>
            <a:prstDash val="solid"/>
          </a:ln>
        </p:spPr>
      </p:sp>
      <p:sp>
        <p:nvSpPr>
          <p:cNvPr id="34" name="Shape 31"/>
          <p:cNvSpPr/>
          <p:nvPr/>
        </p:nvSpPr>
        <p:spPr>
          <a:xfrm>
            <a:off x="8074152" y="2212848"/>
            <a:ext cx="242316" cy="69494"/>
          </a:xfrm>
          <a:prstGeom prst="rect">
            <a:avLst/>
          </a:prstGeom>
          <a:solidFill>
            <a:srgbClr val="16305B"/>
          </a:solidFill>
          <a:ln w="12700">
            <a:solidFill>
              <a:srgbClr val="16305B"/>
            </a:solidFill>
            <a:prstDash val="solid"/>
          </a:ln>
        </p:spPr>
      </p:sp>
      <p:sp>
        <p:nvSpPr>
          <p:cNvPr id="35" name="Shape 32"/>
          <p:cNvSpPr/>
          <p:nvPr/>
        </p:nvSpPr>
        <p:spPr>
          <a:xfrm>
            <a:off x="8339328" y="2212848"/>
            <a:ext cx="242316" cy="69494"/>
          </a:xfrm>
          <a:prstGeom prst="rect">
            <a:avLst/>
          </a:prstGeom>
          <a:solidFill>
            <a:srgbClr val="16305B"/>
          </a:solidFill>
          <a:ln w="12700">
            <a:solidFill>
              <a:srgbClr val="16305B"/>
            </a:solidFill>
            <a:prstDash val="solid"/>
          </a:ln>
        </p:spPr>
      </p:sp>
      <p:sp>
        <p:nvSpPr>
          <p:cNvPr id="36" name="Shape 33"/>
          <p:cNvSpPr/>
          <p:nvPr/>
        </p:nvSpPr>
        <p:spPr>
          <a:xfrm>
            <a:off x="8604504" y="2212848"/>
            <a:ext cx="242316" cy="69494"/>
          </a:xfrm>
          <a:prstGeom prst="rect">
            <a:avLst/>
          </a:prstGeom>
          <a:solidFill>
            <a:srgbClr val="16305B"/>
          </a:solidFill>
          <a:ln w="12700">
            <a:solidFill>
              <a:srgbClr val="16305B"/>
            </a:solidFill>
            <a:prstDash val="solid"/>
          </a:ln>
        </p:spPr>
      </p:sp>
      <p:sp>
        <p:nvSpPr>
          <p:cNvPr id="37" name="Shape 34"/>
          <p:cNvSpPr/>
          <p:nvPr/>
        </p:nvSpPr>
        <p:spPr>
          <a:xfrm>
            <a:off x="8869680" y="2212848"/>
            <a:ext cx="242316" cy="69494"/>
          </a:xfrm>
          <a:prstGeom prst="rect">
            <a:avLst/>
          </a:prstGeom>
          <a:solidFill>
            <a:srgbClr val="16305B"/>
          </a:solidFill>
          <a:ln w="12700">
            <a:solidFill>
              <a:srgbClr val="16305B"/>
            </a:solidFill>
            <a:prstDash val="solid"/>
          </a:ln>
        </p:spPr>
      </p:sp>
      <p:sp>
        <p:nvSpPr>
          <p:cNvPr id="38" name="Shape 35"/>
          <p:cNvSpPr/>
          <p:nvPr/>
        </p:nvSpPr>
        <p:spPr>
          <a:xfrm>
            <a:off x="9134856" y="2212848"/>
            <a:ext cx="242316" cy="69494"/>
          </a:xfrm>
          <a:prstGeom prst="rect">
            <a:avLst/>
          </a:prstGeom>
          <a:solidFill>
            <a:srgbClr val="16305B"/>
          </a:solidFill>
          <a:ln w="12700">
            <a:solidFill>
              <a:srgbClr val="16305B"/>
            </a:solidFill>
            <a:prstDash val="solid"/>
          </a:ln>
        </p:spPr>
      </p:sp>
      <p:sp>
        <p:nvSpPr>
          <p:cNvPr id="39" name="Shape 36"/>
          <p:cNvSpPr/>
          <p:nvPr/>
        </p:nvSpPr>
        <p:spPr>
          <a:xfrm>
            <a:off x="9400032" y="2212848"/>
            <a:ext cx="242316" cy="69494"/>
          </a:xfrm>
          <a:prstGeom prst="rect">
            <a:avLst/>
          </a:prstGeom>
          <a:solidFill>
            <a:srgbClr val="16305B"/>
          </a:solidFill>
          <a:ln w="12700">
            <a:solidFill>
              <a:srgbClr val="16305B"/>
            </a:solidFill>
            <a:prstDash val="solid"/>
          </a:ln>
        </p:spPr>
      </p:sp>
      <p:sp>
        <p:nvSpPr>
          <p:cNvPr id="40" name="Shape 37"/>
          <p:cNvSpPr/>
          <p:nvPr/>
        </p:nvSpPr>
        <p:spPr>
          <a:xfrm>
            <a:off x="9665208" y="2212848"/>
            <a:ext cx="242316" cy="69494"/>
          </a:xfrm>
          <a:prstGeom prst="rect">
            <a:avLst/>
          </a:prstGeom>
          <a:solidFill>
            <a:srgbClr val="16305B"/>
          </a:solidFill>
          <a:ln w="12700">
            <a:solidFill>
              <a:srgbClr val="16305B"/>
            </a:solidFill>
            <a:prstDash val="solid"/>
          </a:ln>
        </p:spPr>
      </p:sp>
      <p:sp>
        <p:nvSpPr>
          <p:cNvPr id="41" name="Shape 38"/>
          <p:cNvSpPr/>
          <p:nvPr/>
        </p:nvSpPr>
        <p:spPr>
          <a:xfrm>
            <a:off x="9930384" y="2212848"/>
            <a:ext cx="242316" cy="69494"/>
          </a:xfrm>
          <a:prstGeom prst="rect">
            <a:avLst/>
          </a:prstGeom>
          <a:solidFill>
            <a:srgbClr val="16305B"/>
          </a:solidFill>
          <a:ln w="12700">
            <a:solidFill>
              <a:srgbClr val="16305B"/>
            </a:solidFill>
            <a:prstDash val="solid"/>
          </a:ln>
        </p:spPr>
      </p:sp>
      <p:sp>
        <p:nvSpPr>
          <p:cNvPr id="42" name="Shape 39"/>
          <p:cNvSpPr/>
          <p:nvPr/>
        </p:nvSpPr>
        <p:spPr>
          <a:xfrm>
            <a:off x="10195560" y="2212848"/>
            <a:ext cx="242316" cy="69494"/>
          </a:xfrm>
          <a:prstGeom prst="rect">
            <a:avLst/>
          </a:prstGeom>
          <a:solidFill>
            <a:srgbClr val="16305B"/>
          </a:solidFill>
          <a:ln w="12700">
            <a:solidFill>
              <a:srgbClr val="16305B"/>
            </a:solidFill>
            <a:prstDash val="solid"/>
          </a:ln>
        </p:spPr>
      </p:sp>
      <p:sp>
        <p:nvSpPr>
          <p:cNvPr id="43" name="Shape 40"/>
          <p:cNvSpPr/>
          <p:nvPr/>
        </p:nvSpPr>
        <p:spPr>
          <a:xfrm>
            <a:off x="10460736" y="2212848"/>
            <a:ext cx="242316" cy="69494"/>
          </a:xfrm>
          <a:prstGeom prst="rect">
            <a:avLst/>
          </a:prstGeom>
          <a:solidFill>
            <a:srgbClr val="0090B0"/>
          </a:solidFill>
          <a:ln w="12700">
            <a:solidFill>
              <a:srgbClr val="0090B0"/>
            </a:solidFill>
            <a:prstDash val="solid"/>
          </a:ln>
        </p:spPr>
      </p:sp>
      <p:sp>
        <p:nvSpPr>
          <p:cNvPr id="44" name="Shape 41"/>
          <p:cNvSpPr/>
          <p:nvPr/>
        </p:nvSpPr>
        <p:spPr>
          <a:xfrm>
            <a:off x="10725912" y="2212848"/>
            <a:ext cx="242316" cy="69494"/>
          </a:xfrm>
          <a:prstGeom prst="rect">
            <a:avLst/>
          </a:prstGeom>
          <a:solidFill>
            <a:srgbClr val="0090B0"/>
          </a:solidFill>
          <a:ln w="12700">
            <a:solidFill>
              <a:srgbClr val="0090B0"/>
            </a:solidFill>
            <a:prstDash val="solid"/>
          </a:ln>
        </p:spPr>
      </p:sp>
      <p:sp>
        <p:nvSpPr>
          <p:cNvPr id="45" name="Shape 42"/>
          <p:cNvSpPr/>
          <p:nvPr/>
        </p:nvSpPr>
        <p:spPr>
          <a:xfrm>
            <a:off x="10991088" y="2212848"/>
            <a:ext cx="242316" cy="69494"/>
          </a:xfrm>
          <a:prstGeom prst="rect">
            <a:avLst/>
          </a:prstGeom>
          <a:solidFill>
            <a:srgbClr val="0090B0"/>
          </a:solidFill>
          <a:ln w="12700">
            <a:solidFill>
              <a:srgbClr val="0090B0"/>
            </a:solidFill>
            <a:prstDash val="solid"/>
          </a:ln>
        </p:spPr>
      </p:sp>
      <p:sp>
        <p:nvSpPr>
          <p:cNvPr id="46" name="Shape 43"/>
          <p:cNvSpPr/>
          <p:nvPr/>
        </p:nvSpPr>
        <p:spPr>
          <a:xfrm>
            <a:off x="7543800" y="2298802"/>
            <a:ext cx="242316" cy="69494"/>
          </a:xfrm>
          <a:prstGeom prst="rect">
            <a:avLst/>
          </a:prstGeom>
          <a:solidFill>
            <a:srgbClr val="16305B"/>
          </a:solidFill>
          <a:ln w="12700">
            <a:solidFill>
              <a:srgbClr val="16305B"/>
            </a:solidFill>
            <a:prstDash val="solid"/>
          </a:ln>
        </p:spPr>
      </p:sp>
      <p:sp>
        <p:nvSpPr>
          <p:cNvPr id="47" name="Shape 44"/>
          <p:cNvSpPr/>
          <p:nvPr/>
        </p:nvSpPr>
        <p:spPr>
          <a:xfrm>
            <a:off x="7808976" y="2298802"/>
            <a:ext cx="242316" cy="69494"/>
          </a:xfrm>
          <a:prstGeom prst="rect">
            <a:avLst/>
          </a:prstGeom>
          <a:solidFill>
            <a:srgbClr val="8FB0D4"/>
          </a:solidFill>
          <a:ln w="12700">
            <a:solidFill>
              <a:srgbClr val="8FB0D4"/>
            </a:solidFill>
            <a:prstDash val="solid"/>
          </a:ln>
        </p:spPr>
      </p:sp>
      <p:sp>
        <p:nvSpPr>
          <p:cNvPr id="48" name="Shape 45"/>
          <p:cNvSpPr/>
          <p:nvPr/>
        </p:nvSpPr>
        <p:spPr>
          <a:xfrm>
            <a:off x="8074152" y="2298802"/>
            <a:ext cx="242316" cy="69494"/>
          </a:xfrm>
          <a:prstGeom prst="rect">
            <a:avLst/>
          </a:prstGeom>
          <a:solidFill>
            <a:srgbClr val="16305B"/>
          </a:solidFill>
          <a:ln w="12700">
            <a:solidFill>
              <a:srgbClr val="16305B"/>
            </a:solidFill>
            <a:prstDash val="solid"/>
          </a:ln>
        </p:spPr>
      </p:sp>
      <p:sp>
        <p:nvSpPr>
          <p:cNvPr id="49" name="Shape 46"/>
          <p:cNvSpPr/>
          <p:nvPr/>
        </p:nvSpPr>
        <p:spPr>
          <a:xfrm>
            <a:off x="8339328" y="2298802"/>
            <a:ext cx="242316" cy="69494"/>
          </a:xfrm>
          <a:prstGeom prst="rect">
            <a:avLst/>
          </a:prstGeom>
          <a:solidFill>
            <a:srgbClr val="E4EBF3"/>
          </a:solidFill>
          <a:ln w="12700">
            <a:solidFill>
              <a:srgbClr val="E4EBF3"/>
            </a:solidFill>
            <a:prstDash val="solid"/>
          </a:ln>
        </p:spPr>
      </p:sp>
      <p:sp>
        <p:nvSpPr>
          <p:cNvPr id="50" name="Shape 47"/>
          <p:cNvSpPr/>
          <p:nvPr/>
        </p:nvSpPr>
        <p:spPr>
          <a:xfrm>
            <a:off x="8604504" y="2298802"/>
            <a:ext cx="242316" cy="69494"/>
          </a:xfrm>
          <a:prstGeom prst="rect">
            <a:avLst/>
          </a:prstGeom>
          <a:solidFill>
            <a:srgbClr val="16305B"/>
          </a:solidFill>
          <a:ln w="12700">
            <a:solidFill>
              <a:srgbClr val="16305B"/>
            </a:solidFill>
            <a:prstDash val="solid"/>
          </a:ln>
        </p:spPr>
      </p:sp>
      <p:sp>
        <p:nvSpPr>
          <p:cNvPr id="51" name="Shape 48"/>
          <p:cNvSpPr/>
          <p:nvPr/>
        </p:nvSpPr>
        <p:spPr>
          <a:xfrm>
            <a:off x="8869680" y="2298802"/>
            <a:ext cx="242316" cy="69494"/>
          </a:xfrm>
          <a:prstGeom prst="rect">
            <a:avLst/>
          </a:prstGeom>
          <a:solidFill>
            <a:srgbClr val="16305B"/>
          </a:solidFill>
          <a:ln w="12700">
            <a:solidFill>
              <a:srgbClr val="16305B"/>
            </a:solidFill>
            <a:prstDash val="solid"/>
          </a:ln>
        </p:spPr>
      </p:sp>
      <p:sp>
        <p:nvSpPr>
          <p:cNvPr id="52" name="Shape 49"/>
          <p:cNvSpPr/>
          <p:nvPr/>
        </p:nvSpPr>
        <p:spPr>
          <a:xfrm>
            <a:off x="9134856" y="2298802"/>
            <a:ext cx="242316" cy="69494"/>
          </a:xfrm>
          <a:prstGeom prst="rect">
            <a:avLst/>
          </a:prstGeom>
          <a:solidFill>
            <a:srgbClr val="E4EBF3"/>
          </a:solidFill>
          <a:ln w="12700">
            <a:solidFill>
              <a:srgbClr val="E4EBF3"/>
            </a:solidFill>
            <a:prstDash val="solid"/>
          </a:ln>
        </p:spPr>
      </p:sp>
      <p:sp>
        <p:nvSpPr>
          <p:cNvPr id="53" name="Shape 50"/>
          <p:cNvSpPr/>
          <p:nvPr/>
        </p:nvSpPr>
        <p:spPr>
          <a:xfrm>
            <a:off x="9400032" y="2298802"/>
            <a:ext cx="242316" cy="69494"/>
          </a:xfrm>
          <a:prstGeom prst="rect">
            <a:avLst/>
          </a:prstGeom>
          <a:solidFill>
            <a:srgbClr val="E4EBF3"/>
          </a:solidFill>
          <a:ln w="12700">
            <a:solidFill>
              <a:srgbClr val="E4EBF3"/>
            </a:solidFill>
            <a:prstDash val="solid"/>
          </a:ln>
        </p:spPr>
      </p:sp>
      <p:sp>
        <p:nvSpPr>
          <p:cNvPr id="54" name="Shape 51"/>
          <p:cNvSpPr/>
          <p:nvPr/>
        </p:nvSpPr>
        <p:spPr>
          <a:xfrm>
            <a:off x="9665208" y="2298802"/>
            <a:ext cx="242316" cy="69494"/>
          </a:xfrm>
          <a:prstGeom prst="rect">
            <a:avLst/>
          </a:prstGeom>
          <a:solidFill>
            <a:srgbClr val="E4EBF3"/>
          </a:solidFill>
          <a:ln w="12700">
            <a:solidFill>
              <a:srgbClr val="E4EBF3"/>
            </a:solidFill>
            <a:prstDash val="solid"/>
          </a:ln>
        </p:spPr>
      </p:sp>
      <p:sp>
        <p:nvSpPr>
          <p:cNvPr id="55" name="Shape 52"/>
          <p:cNvSpPr/>
          <p:nvPr/>
        </p:nvSpPr>
        <p:spPr>
          <a:xfrm>
            <a:off x="9930384" y="2298802"/>
            <a:ext cx="242316" cy="69494"/>
          </a:xfrm>
          <a:prstGeom prst="rect">
            <a:avLst/>
          </a:prstGeom>
          <a:solidFill>
            <a:srgbClr val="E4EBF3"/>
          </a:solidFill>
          <a:ln w="12700">
            <a:solidFill>
              <a:srgbClr val="E4EBF3"/>
            </a:solidFill>
            <a:prstDash val="solid"/>
          </a:ln>
        </p:spPr>
      </p:sp>
      <p:sp>
        <p:nvSpPr>
          <p:cNvPr id="56" name="Shape 53"/>
          <p:cNvSpPr/>
          <p:nvPr/>
        </p:nvSpPr>
        <p:spPr>
          <a:xfrm>
            <a:off x="10195560" y="2298802"/>
            <a:ext cx="242316" cy="69494"/>
          </a:xfrm>
          <a:prstGeom prst="rect">
            <a:avLst/>
          </a:prstGeom>
          <a:solidFill>
            <a:srgbClr val="16305B"/>
          </a:solidFill>
          <a:ln w="12700">
            <a:solidFill>
              <a:srgbClr val="16305B"/>
            </a:solidFill>
            <a:prstDash val="solid"/>
          </a:ln>
        </p:spPr>
      </p:sp>
      <p:sp>
        <p:nvSpPr>
          <p:cNvPr id="57" name="Shape 54"/>
          <p:cNvSpPr/>
          <p:nvPr/>
        </p:nvSpPr>
        <p:spPr>
          <a:xfrm>
            <a:off x="10460736" y="2298802"/>
            <a:ext cx="242316" cy="69494"/>
          </a:xfrm>
          <a:prstGeom prst="rect">
            <a:avLst/>
          </a:prstGeom>
          <a:solidFill>
            <a:srgbClr val="0090B0"/>
          </a:solidFill>
          <a:ln w="12700">
            <a:solidFill>
              <a:srgbClr val="0090B0"/>
            </a:solidFill>
            <a:prstDash val="solid"/>
          </a:ln>
        </p:spPr>
      </p:sp>
      <p:sp>
        <p:nvSpPr>
          <p:cNvPr id="58" name="Shape 55"/>
          <p:cNvSpPr/>
          <p:nvPr/>
        </p:nvSpPr>
        <p:spPr>
          <a:xfrm>
            <a:off x="10725912" y="2298802"/>
            <a:ext cx="242316" cy="69494"/>
          </a:xfrm>
          <a:prstGeom prst="rect">
            <a:avLst/>
          </a:prstGeom>
          <a:solidFill>
            <a:srgbClr val="E2F4F8"/>
          </a:solidFill>
          <a:ln w="12700">
            <a:solidFill>
              <a:srgbClr val="E2F4F8"/>
            </a:solidFill>
            <a:prstDash val="solid"/>
          </a:ln>
        </p:spPr>
      </p:sp>
      <p:sp>
        <p:nvSpPr>
          <p:cNvPr id="59" name="Shape 56"/>
          <p:cNvSpPr/>
          <p:nvPr/>
        </p:nvSpPr>
        <p:spPr>
          <a:xfrm>
            <a:off x="10991088" y="2298802"/>
            <a:ext cx="242316" cy="69494"/>
          </a:xfrm>
          <a:prstGeom prst="rect">
            <a:avLst/>
          </a:prstGeom>
          <a:solidFill>
            <a:srgbClr val="0090B0"/>
          </a:solidFill>
          <a:ln w="12700">
            <a:solidFill>
              <a:srgbClr val="0090B0"/>
            </a:solidFill>
            <a:prstDash val="solid"/>
          </a:ln>
        </p:spPr>
      </p:sp>
      <p:sp>
        <p:nvSpPr>
          <p:cNvPr id="60" name="Shape 57"/>
          <p:cNvSpPr/>
          <p:nvPr/>
        </p:nvSpPr>
        <p:spPr>
          <a:xfrm>
            <a:off x="7543800" y="2384755"/>
            <a:ext cx="242316" cy="69494"/>
          </a:xfrm>
          <a:prstGeom prst="rect">
            <a:avLst/>
          </a:prstGeom>
          <a:solidFill>
            <a:srgbClr val="16305B"/>
          </a:solidFill>
          <a:ln w="12700">
            <a:solidFill>
              <a:srgbClr val="16305B"/>
            </a:solidFill>
            <a:prstDash val="solid"/>
          </a:ln>
        </p:spPr>
      </p:sp>
      <p:sp>
        <p:nvSpPr>
          <p:cNvPr id="61" name="Shape 58"/>
          <p:cNvSpPr/>
          <p:nvPr/>
        </p:nvSpPr>
        <p:spPr>
          <a:xfrm>
            <a:off x="7808976" y="2384755"/>
            <a:ext cx="242316" cy="69494"/>
          </a:xfrm>
          <a:prstGeom prst="rect">
            <a:avLst/>
          </a:prstGeom>
          <a:solidFill>
            <a:srgbClr val="16305B"/>
          </a:solidFill>
          <a:ln w="12700">
            <a:solidFill>
              <a:srgbClr val="16305B"/>
            </a:solidFill>
            <a:prstDash val="solid"/>
          </a:ln>
        </p:spPr>
      </p:sp>
      <p:sp>
        <p:nvSpPr>
          <p:cNvPr id="62" name="Shape 59"/>
          <p:cNvSpPr/>
          <p:nvPr/>
        </p:nvSpPr>
        <p:spPr>
          <a:xfrm>
            <a:off x="8074152" y="2384755"/>
            <a:ext cx="242316" cy="69494"/>
          </a:xfrm>
          <a:prstGeom prst="rect">
            <a:avLst/>
          </a:prstGeom>
          <a:solidFill>
            <a:srgbClr val="8FB0D4"/>
          </a:solidFill>
          <a:ln w="12700">
            <a:solidFill>
              <a:srgbClr val="8FB0D4"/>
            </a:solidFill>
            <a:prstDash val="solid"/>
          </a:ln>
        </p:spPr>
      </p:sp>
      <p:sp>
        <p:nvSpPr>
          <p:cNvPr id="63" name="Shape 60"/>
          <p:cNvSpPr/>
          <p:nvPr/>
        </p:nvSpPr>
        <p:spPr>
          <a:xfrm>
            <a:off x="8339328" y="2384755"/>
            <a:ext cx="242316" cy="69494"/>
          </a:xfrm>
          <a:prstGeom prst="rect">
            <a:avLst/>
          </a:prstGeom>
          <a:solidFill>
            <a:srgbClr val="16305B"/>
          </a:solidFill>
          <a:ln w="12700">
            <a:solidFill>
              <a:srgbClr val="16305B"/>
            </a:solidFill>
            <a:prstDash val="solid"/>
          </a:ln>
        </p:spPr>
      </p:sp>
      <p:sp>
        <p:nvSpPr>
          <p:cNvPr id="64" name="Shape 61"/>
          <p:cNvSpPr/>
          <p:nvPr/>
        </p:nvSpPr>
        <p:spPr>
          <a:xfrm>
            <a:off x="8604504" y="2384755"/>
            <a:ext cx="242316" cy="69494"/>
          </a:xfrm>
          <a:prstGeom prst="rect">
            <a:avLst/>
          </a:prstGeom>
          <a:solidFill>
            <a:srgbClr val="E4EBF3"/>
          </a:solidFill>
          <a:ln w="12700">
            <a:solidFill>
              <a:srgbClr val="E4EBF3"/>
            </a:solidFill>
            <a:prstDash val="solid"/>
          </a:ln>
        </p:spPr>
      </p:sp>
      <p:sp>
        <p:nvSpPr>
          <p:cNvPr id="65" name="Shape 62"/>
          <p:cNvSpPr/>
          <p:nvPr/>
        </p:nvSpPr>
        <p:spPr>
          <a:xfrm>
            <a:off x="8869680" y="2384755"/>
            <a:ext cx="242316" cy="69494"/>
          </a:xfrm>
          <a:prstGeom prst="rect">
            <a:avLst/>
          </a:prstGeom>
          <a:solidFill>
            <a:srgbClr val="16305B"/>
          </a:solidFill>
          <a:ln w="12700">
            <a:solidFill>
              <a:srgbClr val="16305B"/>
            </a:solidFill>
            <a:prstDash val="solid"/>
          </a:ln>
        </p:spPr>
      </p:sp>
      <p:sp>
        <p:nvSpPr>
          <p:cNvPr id="66" name="Shape 63"/>
          <p:cNvSpPr/>
          <p:nvPr/>
        </p:nvSpPr>
        <p:spPr>
          <a:xfrm>
            <a:off x="9134856" y="2384755"/>
            <a:ext cx="242316" cy="69494"/>
          </a:xfrm>
          <a:prstGeom prst="rect">
            <a:avLst/>
          </a:prstGeom>
          <a:solidFill>
            <a:srgbClr val="16305B"/>
          </a:solidFill>
          <a:ln w="12700">
            <a:solidFill>
              <a:srgbClr val="16305B"/>
            </a:solidFill>
            <a:prstDash val="solid"/>
          </a:ln>
        </p:spPr>
      </p:sp>
      <p:sp>
        <p:nvSpPr>
          <p:cNvPr id="67" name="Shape 64"/>
          <p:cNvSpPr/>
          <p:nvPr/>
        </p:nvSpPr>
        <p:spPr>
          <a:xfrm>
            <a:off x="9400032" y="2384755"/>
            <a:ext cx="242316" cy="69494"/>
          </a:xfrm>
          <a:prstGeom prst="rect">
            <a:avLst/>
          </a:prstGeom>
          <a:solidFill>
            <a:srgbClr val="E4EBF3"/>
          </a:solidFill>
          <a:ln w="12700">
            <a:solidFill>
              <a:srgbClr val="E4EBF3"/>
            </a:solidFill>
            <a:prstDash val="solid"/>
          </a:ln>
        </p:spPr>
      </p:sp>
      <p:sp>
        <p:nvSpPr>
          <p:cNvPr id="68" name="Shape 65"/>
          <p:cNvSpPr/>
          <p:nvPr/>
        </p:nvSpPr>
        <p:spPr>
          <a:xfrm>
            <a:off x="9665208" y="2384755"/>
            <a:ext cx="242316" cy="69494"/>
          </a:xfrm>
          <a:prstGeom prst="rect">
            <a:avLst/>
          </a:prstGeom>
          <a:solidFill>
            <a:srgbClr val="E4EBF3"/>
          </a:solidFill>
          <a:ln w="12700">
            <a:solidFill>
              <a:srgbClr val="E4EBF3"/>
            </a:solidFill>
            <a:prstDash val="solid"/>
          </a:ln>
        </p:spPr>
      </p:sp>
      <p:sp>
        <p:nvSpPr>
          <p:cNvPr id="69" name="Shape 66"/>
          <p:cNvSpPr/>
          <p:nvPr/>
        </p:nvSpPr>
        <p:spPr>
          <a:xfrm>
            <a:off x="9930384" y="2384755"/>
            <a:ext cx="242316" cy="69494"/>
          </a:xfrm>
          <a:prstGeom prst="rect">
            <a:avLst/>
          </a:prstGeom>
          <a:solidFill>
            <a:srgbClr val="E4EBF3"/>
          </a:solidFill>
          <a:ln w="12700">
            <a:solidFill>
              <a:srgbClr val="E4EBF3"/>
            </a:solidFill>
            <a:prstDash val="solid"/>
          </a:ln>
        </p:spPr>
      </p:sp>
      <p:sp>
        <p:nvSpPr>
          <p:cNvPr id="70" name="Shape 67"/>
          <p:cNvSpPr/>
          <p:nvPr/>
        </p:nvSpPr>
        <p:spPr>
          <a:xfrm>
            <a:off x="10195560" y="2384755"/>
            <a:ext cx="242316" cy="69494"/>
          </a:xfrm>
          <a:prstGeom prst="rect">
            <a:avLst/>
          </a:prstGeom>
          <a:solidFill>
            <a:srgbClr val="E4EBF3"/>
          </a:solidFill>
          <a:ln w="12700">
            <a:solidFill>
              <a:srgbClr val="E4EBF3"/>
            </a:solidFill>
            <a:prstDash val="solid"/>
          </a:ln>
        </p:spPr>
      </p:sp>
      <p:sp>
        <p:nvSpPr>
          <p:cNvPr id="71" name="Shape 68"/>
          <p:cNvSpPr/>
          <p:nvPr/>
        </p:nvSpPr>
        <p:spPr>
          <a:xfrm>
            <a:off x="10460736" y="2384755"/>
            <a:ext cx="242316" cy="69494"/>
          </a:xfrm>
          <a:prstGeom prst="rect">
            <a:avLst/>
          </a:prstGeom>
          <a:solidFill>
            <a:srgbClr val="0090B0"/>
          </a:solidFill>
          <a:ln w="12700">
            <a:solidFill>
              <a:srgbClr val="0090B0"/>
            </a:solidFill>
            <a:prstDash val="solid"/>
          </a:ln>
        </p:spPr>
      </p:sp>
      <p:sp>
        <p:nvSpPr>
          <p:cNvPr id="72" name="Shape 69"/>
          <p:cNvSpPr/>
          <p:nvPr/>
        </p:nvSpPr>
        <p:spPr>
          <a:xfrm>
            <a:off x="10725912" y="2384755"/>
            <a:ext cx="242316" cy="69494"/>
          </a:xfrm>
          <a:prstGeom prst="rect">
            <a:avLst/>
          </a:prstGeom>
          <a:solidFill>
            <a:srgbClr val="0090B0"/>
          </a:solidFill>
          <a:ln w="12700">
            <a:solidFill>
              <a:srgbClr val="0090B0"/>
            </a:solidFill>
            <a:prstDash val="solid"/>
          </a:ln>
        </p:spPr>
      </p:sp>
      <p:sp>
        <p:nvSpPr>
          <p:cNvPr id="73" name="Shape 70"/>
          <p:cNvSpPr/>
          <p:nvPr/>
        </p:nvSpPr>
        <p:spPr>
          <a:xfrm>
            <a:off x="10991088" y="2384755"/>
            <a:ext cx="242316" cy="69494"/>
          </a:xfrm>
          <a:prstGeom prst="rect">
            <a:avLst/>
          </a:prstGeom>
          <a:solidFill>
            <a:srgbClr val="E2F4F8"/>
          </a:solidFill>
          <a:ln w="12700">
            <a:solidFill>
              <a:srgbClr val="E2F4F8"/>
            </a:solidFill>
            <a:prstDash val="solid"/>
          </a:ln>
        </p:spPr>
      </p:sp>
      <p:sp>
        <p:nvSpPr>
          <p:cNvPr id="74" name="Shape 71"/>
          <p:cNvSpPr/>
          <p:nvPr/>
        </p:nvSpPr>
        <p:spPr>
          <a:xfrm>
            <a:off x="7543800" y="2470709"/>
            <a:ext cx="242316" cy="69494"/>
          </a:xfrm>
          <a:prstGeom prst="rect">
            <a:avLst/>
          </a:prstGeom>
          <a:solidFill>
            <a:srgbClr val="16305B"/>
          </a:solidFill>
          <a:ln w="12700">
            <a:solidFill>
              <a:srgbClr val="16305B"/>
            </a:solidFill>
            <a:prstDash val="solid"/>
          </a:ln>
        </p:spPr>
      </p:sp>
      <p:sp>
        <p:nvSpPr>
          <p:cNvPr id="75" name="Shape 72"/>
          <p:cNvSpPr/>
          <p:nvPr/>
        </p:nvSpPr>
        <p:spPr>
          <a:xfrm>
            <a:off x="7808976" y="2470709"/>
            <a:ext cx="242316" cy="69494"/>
          </a:xfrm>
          <a:prstGeom prst="rect">
            <a:avLst/>
          </a:prstGeom>
          <a:solidFill>
            <a:srgbClr val="E4EBF3"/>
          </a:solidFill>
          <a:ln w="12700">
            <a:solidFill>
              <a:srgbClr val="E4EBF3"/>
            </a:solidFill>
            <a:prstDash val="solid"/>
          </a:ln>
        </p:spPr>
      </p:sp>
      <p:sp>
        <p:nvSpPr>
          <p:cNvPr id="76" name="Shape 73"/>
          <p:cNvSpPr/>
          <p:nvPr/>
        </p:nvSpPr>
        <p:spPr>
          <a:xfrm>
            <a:off x="8074152" y="2470709"/>
            <a:ext cx="242316" cy="69494"/>
          </a:xfrm>
          <a:prstGeom prst="rect">
            <a:avLst/>
          </a:prstGeom>
          <a:solidFill>
            <a:srgbClr val="16305B"/>
          </a:solidFill>
          <a:ln w="12700">
            <a:solidFill>
              <a:srgbClr val="16305B"/>
            </a:solidFill>
            <a:prstDash val="solid"/>
          </a:ln>
        </p:spPr>
      </p:sp>
      <p:sp>
        <p:nvSpPr>
          <p:cNvPr id="77" name="Shape 74"/>
          <p:cNvSpPr/>
          <p:nvPr/>
        </p:nvSpPr>
        <p:spPr>
          <a:xfrm>
            <a:off x="8339328" y="2470709"/>
            <a:ext cx="242316" cy="69494"/>
          </a:xfrm>
          <a:prstGeom prst="rect">
            <a:avLst/>
          </a:prstGeom>
          <a:solidFill>
            <a:srgbClr val="8FB0D4"/>
          </a:solidFill>
          <a:ln w="12700">
            <a:solidFill>
              <a:srgbClr val="8FB0D4"/>
            </a:solidFill>
            <a:prstDash val="solid"/>
          </a:ln>
        </p:spPr>
      </p:sp>
      <p:sp>
        <p:nvSpPr>
          <p:cNvPr id="78" name="Shape 75"/>
          <p:cNvSpPr/>
          <p:nvPr/>
        </p:nvSpPr>
        <p:spPr>
          <a:xfrm>
            <a:off x="8604504" y="2470709"/>
            <a:ext cx="242316" cy="69494"/>
          </a:xfrm>
          <a:prstGeom prst="rect">
            <a:avLst/>
          </a:prstGeom>
          <a:solidFill>
            <a:srgbClr val="16305B"/>
          </a:solidFill>
          <a:ln w="12700">
            <a:solidFill>
              <a:srgbClr val="16305B"/>
            </a:solidFill>
            <a:prstDash val="solid"/>
          </a:ln>
        </p:spPr>
      </p:sp>
      <p:sp>
        <p:nvSpPr>
          <p:cNvPr id="79" name="Shape 76"/>
          <p:cNvSpPr/>
          <p:nvPr/>
        </p:nvSpPr>
        <p:spPr>
          <a:xfrm>
            <a:off x="8869680" y="2470709"/>
            <a:ext cx="242316" cy="69494"/>
          </a:xfrm>
          <a:prstGeom prst="rect">
            <a:avLst/>
          </a:prstGeom>
          <a:solidFill>
            <a:srgbClr val="E4EBF3"/>
          </a:solidFill>
          <a:ln w="12700">
            <a:solidFill>
              <a:srgbClr val="E4EBF3"/>
            </a:solidFill>
            <a:prstDash val="solid"/>
          </a:ln>
        </p:spPr>
      </p:sp>
      <p:sp>
        <p:nvSpPr>
          <p:cNvPr id="80" name="Shape 77"/>
          <p:cNvSpPr/>
          <p:nvPr/>
        </p:nvSpPr>
        <p:spPr>
          <a:xfrm>
            <a:off x="9134856" y="2470709"/>
            <a:ext cx="242316" cy="69494"/>
          </a:xfrm>
          <a:prstGeom prst="rect">
            <a:avLst/>
          </a:prstGeom>
          <a:solidFill>
            <a:srgbClr val="16305B"/>
          </a:solidFill>
          <a:ln w="12700">
            <a:solidFill>
              <a:srgbClr val="16305B"/>
            </a:solidFill>
            <a:prstDash val="solid"/>
          </a:ln>
        </p:spPr>
      </p:sp>
      <p:sp>
        <p:nvSpPr>
          <p:cNvPr id="81" name="Shape 78"/>
          <p:cNvSpPr/>
          <p:nvPr/>
        </p:nvSpPr>
        <p:spPr>
          <a:xfrm>
            <a:off x="9400032" y="2470709"/>
            <a:ext cx="242316" cy="69494"/>
          </a:xfrm>
          <a:prstGeom prst="rect">
            <a:avLst/>
          </a:prstGeom>
          <a:solidFill>
            <a:srgbClr val="16305B"/>
          </a:solidFill>
          <a:ln w="12700">
            <a:solidFill>
              <a:srgbClr val="16305B"/>
            </a:solidFill>
            <a:prstDash val="solid"/>
          </a:ln>
        </p:spPr>
      </p:sp>
      <p:sp>
        <p:nvSpPr>
          <p:cNvPr id="82" name="Shape 79"/>
          <p:cNvSpPr/>
          <p:nvPr/>
        </p:nvSpPr>
        <p:spPr>
          <a:xfrm>
            <a:off x="9665208" y="2470709"/>
            <a:ext cx="242316" cy="69494"/>
          </a:xfrm>
          <a:prstGeom prst="rect">
            <a:avLst/>
          </a:prstGeom>
          <a:solidFill>
            <a:srgbClr val="E4EBF3"/>
          </a:solidFill>
          <a:ln w="12700">
            <a:solidFill>
              <a:srgbClr val="E4EBF3"/>
            </a:solidFill>
            <a:prstDash val="solid"/>
          </a:ln>
        </p:spPr>
      </p:sp>
      <p:sp>
        <p:nvSpPr>
          <p:cNvPr id="83" name="Shape 80"/>
          <p:cNvSpPr/>
          <p:nvPr/>
        </p:nvSpPr>
        <p:spPr>
          <a:xfrm>
            <a:off x="9930384" y="2470709"/>
            <a:ext cx="242316" cy="69494"/>
          </a:xfrm>
          <a:prstGeom prst="rect">
            <a:avLst/>
          </a:prstGeom>
          <a:solidFill>
            <a:srgbClr val="E4EBF3"/>
          </a:solidFill>
          <a:ln w="12700">
            <a:solidFill>
              <a:srgbClr val="E4EBF3"/>
            </a:solidFill>
            <a:prstDash val="solid"/>
          </a:ln>
        </p:spPr>
      </p:sp>
      <p:sp>
        <p:nvSpPr>
          <p:cNvPr id="84" name="Shape 81"/>
          <p:cNvSpPr/>
          <p:nvPr/>
        </p:nvSpPr>
        <p:spPr>
          <a:xfrm>
            <a:off x="10195560" y="2470709"/>
            <a:ext cx="242316" cy="69494"/>
          </a:xfrm>
          <a:prstGeom prst="rect">
            <a:avLst/>
          </a:prstGeom>
          <a:solidFill>
            <a:srgbClr val="E4EBF3"/>
          </a:solidFill>
          <a:ln w="12700">
            <a:solidFill>
              <a:srgbClr val="E4EBF3"/>
            </a:solidFill>
            <a:prstDash val="solid"/>
          </a:ln>
        </p:spPr>
      </p:sp>
      <p:sp>
        <p:nvSpPr>
          <p:cNvPr id="85" name="Shape 82"/>
          <p:cNvSpPr/>
          <p:nvPr/>
        </p:nvSpPr>
        <p:spPr>
          <a:xfrm>
            <a:off x="10460736" y="2470709"/>
            <a:ext cx="242316" cy="69494"/>
          </a:xfrm>
          <a:prstGeom prst="rect">
            <a:avLst/>
          </a:prstGeom>
          <a:solidFill>
            <a:srgbClr val="E2F4F8"/>
          </a:solidFill>
          <a:ln w="12700">
            <a:solidFill>
              <a:srgbClr val="E2F4F8"/>
            </a:solidFill>
            <a:prstDash val="solid"/>
          </a:ln>
        </p:spPr>
      </p:sp>
      <p:sp>
        <p:nvSpPr>
          <p:cNvPr id="86" name="Shape 83"/>
          <p:cNvSpPr/>
          <p:nvPr/>
        </p:nvSpPr>
        <p:spPr>
          <a:xfrm>
            <a:off x="10725912" y="2470709"/>
            <a:ext cx="242316" cy="69494"/>
          </a:xfrm>
          <a:prstGeom prst="rect">
            <a:avLst/>
          </a:prstGeom>
          <a:solidFill>
            <a:srgbClr val="0090B0"/>
          </a:solidFill>
          <a:ln w="12700">
            <a:solidFill>
              <a:srgbClr val="0090B0"/>
            </a:solidFill>
            <a:prstDash val="solid"/>
          </a:ln>
        </p:spPr>
      </p:sp>
      <p:sp>
        <p:nvSpPr>
          <p:cNvPr id="87" name="Shape 84"/>
          <p:cNvSpPr/>
          <p:nvPr/>
        </p:nvSpPr>
        <p:spPr>
          <a:xfrm>
            <a:off x="10991088" y="2470709"/>
            <a:ext cx="242316" cy="69494"/>
          </a:xfrm>
          <a:prstGeom prst="rect">
            <a:avLst/>
          </a:prstGeom>
          <a:solidFill>
            <a:srgbClr val="0090B0"/>
          </a:solidFill>
          <a:ln w="12700">
            <a:solidFill>
              <a:srgbClr val="0090B0"/>
            </a:solidFill>
            <a:prstDash val="solid"/>
          </a:ln>
        </p:spPr>
      </p:sp>
      <p:sp>
        <p:nvSpPr>
          <p:cNvPr id="88" name="Shape 85"/>
          <p:cNvSpPr/>
          <p:nvPr/>
        </p:nvSpPr>
        <p:spPr>
          <a:xfrm>
            <a:off x="7543800" y="2556662"/>
            <a:ext cx="242316" cy="69494"/>
          </a:xfrm>
          <a:prstGeom prst="rect">
            <a:avLst/>
          </a:prstGeom>
          <a:solidFill>
            <a:srgbClr val="16305B"/>
          </a:solidFill>
          <a:ln w="12700">
            <a:solidFill>
              <a:srgbClr val="16305B"/>
            </a:solidFill>
            <a:prstDash val="solid"/>
          </a:ln>
        </p:spPr>
      </p:sp>
      <p:sp>
        <p:nvSpPr>
          <p:cNvPr id="89" name="Shape 86"/>
          <p:cNvSpPr/>
          <p:nvPr/>
        </p:nvSpPr>
        <p:spPr>
          <a:xfrm>
            <a:off x="7808976" y="2556662"/>
            <a:ext cx="242316" cy="69494"/>
          </a:xfrm>
          <a:prstGeom prst="rect">
            <a:avLst/>
          </a:prstGeom>
          <a:solidFill>
            <a:srgbClr val="16305B"/>
          </a:solidFill>
          <a:ln w="12700">
            <a:solidFill>
              <a:srgbClr val="16305B"/>
            </a:solidFill>
            <a:prstDash val="solid"/>
          </a:ln>
        </p:spPr>
      </p:sp>
      <p:sp>
        <p:nvSpPr>
          <p:cNvPr id="90" name="Shape 87"/>
          <p:cNvSpPr/>
          <p:nvPr/>
        </p:nvSpPr>
        <p:spPr>
          <a:xfrm>
            <a:off x="8074152" y="2556662"/>
            <a:ext cx="242316" cy="69494"/>
          </a:xfrm>
          <a:prstGeom prst="rect">
            <a:avLst/>
          </a:prstGeom>
          <a:solidFill>
            <a:srgbClr val="E4EBF3"/>
          </a:solidFill>
          <a:ln w="12700">
            <a:solidFill>
              <a:srgbClr val="E4EBF3"/>
            </a:solidFill>
            <a:prstDash val="solid"/>
          </a:ln>
        </p:spPr>
      </p:sp>
      <p:sp>
        <p:nvSpPr>
          <p:cNvPr id="91" name="Shape 88"/>
          <p:cNvSpPr/>
          <p:nvPr/>
        </p:nvSpPr>
        <p:spPr>
          <a:xfrm>
            <a:off x="8339328" y="2556662"/>
            <a:ext cx="242316" cy="69494"/>
          </a:xfrm>
          <a:prstGeom prst="rect">
            <a:avLst/>
          </a:prstGeom>
          <a:solidFill>
            <a:srgbClr val="16305B"/>
          </a:solidFill>
          <a:ln w="12700">
            <a:solidFill>
              <a:srgbClr val="16305B"/>
            </a:solidFill>
            <a:prstDash val="solid"/>
          </a:ln>
        </p:spPr>
      </p:sp>
      <p:sp>
        <p:nvSpPr>
          <p:cNvPr id="92" name="Shape 89"/>
          <p:cNvSpPr/>
          <p:nvPr/>
        </p:nvSpPr>
        <p:spPr>
          <a:xfrm>
            <a:off x="8604504" y="2556662"/>
            <a:ext cx="242316" cy="69494"/>
          </a:xfrm>
          <a:prstGeom prst="rect">
            <a:avLst/>
          </a:prstGeom>
          <a:solidFill>
            <a:srgbClr val="8FB0D4"/>
          </a:solidFill>
          <a:ln w="12700">
            <a:solidFill>
              <a:srgbClr val="8FB0D4"/>
            </a:solidFill>
            <a:prstDash val="solid"/>
          </a:ln>
        </p:spPr>
      </p:sp>
      <p:sp>
        <p:nvSpPr>
          <p:cNvPr id="93" name="Shape 90"/>
          <p:cNvSpPr/>
          <p:nvPr/>
        </p:nvSpPr>
        <p:spPr>
          <a:xfrm>
            <a:off x="8869680" y="2556662"/>
            <a:ext cx="242316" cy="69494"/>
          </a:xfrm>
          <a:prstGeom prst="rect">
            <a:avLst/>
          </a:prstGeom>
          <a:solidFill>
            <a:srgbClr val="16305B"/>
          </a:solidFill>
          <a:ln w="12700">
            <a:solidFill>
              <a:srgbClr val="16305B"/>
            </a:solidFill>
            <a:prstDash val="solid"/>
          </a:ln>
        </p:spPr>
      </p:sp>
      <p:sp>
        <p:nvSpPr>
          <p:cNvPr id="94" name="Shape 91"/>
          <p:cNvSpPr/>
          <p:nvPr/>
        </p:nvSpPr>
        <p:spPr>
          <a:xfrm>
            <a:off x="9134856" y="2556662"/>
            <a:ext cx="242316" cy="69494"/>
          </a:xfrm>
          <a:prstGeom prst="rect">
            <a:avLst/>
          </a:prstGeom>
          <a:solidFill>
            <a:srgbClr val="E4EBF3"/>
          </a:solidFill>
          <a:ln w="12700">
            <a:solidFill>
              <a:srgbClr val="E4EBF3"/>
            </a:solidFill>
            <a:prstDash val="solid"/>
          </a:ln>
        </p:spPr>
      </p:sp>
      <p:sp>
        <p:nvSpPr>
          <p:cNvPr id="95" name="Shape 92"/>
          <p:cNvSpPr/>
          <p:nvPr/>
        </p:nvSpPr>
        <p:spPr>
          <a:xfrm>
            <a:off x="9400032" y="2556662"/>
            <a:ext cx="242316" cy="69494"/>
          </a:xfrm>
          <a:prstGeom prst="rect">
            <a:avLst/>
          </a:prstGeom>
          <a:solidFill>
            <a:srgbClr val="16305B"/>
          </a:solidFill>
          <a:ln w="12700">
            <a:solidFill>
              <a:srgbClr val="16305B"/>
            </a:solidFill>
            <a:prstDash val="solid"/>
          </a:ln>
        </p:spPr>
      </p:sp>
      <p:sp>
        <p:nvSpPr>
          <p:cNvPr id="96" name="Shape 93"/>
          <p:cNvSpPr/>
          <p:nvPr/>
        </p:nvSpPr>
        <p:spPr>
          <a:xfrm>
            <a:off x="9665208" y="2556662"/>
            <a:ext cx="242316" cy="69494"/>
          </a:xfrm>
          <a:prstGeom prst="rect">
            <a:avLst/>
          </a:prstGeom>
          <a:solidFill>
            <a:srgbClr val="16305B"/>
          </a:solidFill>
          <a:ln w="12700">
            <a:solidFill>
              <a:srgbClr val="16305B"/>
            </a:solidFill>
            <a:prstDash val="solid"/>
          </a:ln>
        </p:spPr>
      </p:sp>
      <p:sp>
        <p:nvSpPr>
          <p:cNvPr id="97" name="Shape 94"/>
          <p:cNvSpPr/>
          <p:nvPr/>
        </p:nvSpPr>
        <p:spPr>
          <a:xfrm>
            <a:off x="9930384" y="2556662"/>
            <a:ext cx="242316" cy="69494"/>
          </a:xfrm>
          <a:prstGeom prst="rect">
            <a:avLst/>
          </a:prstGeom>
          <a:solidFill>
            <a:srgbClr val="E4EBF3"/>
          </a:solidFill>
          <a:ln w="12700">
            <a:solidFill>
              <a:srgbClr val="E4EBF3"/>
            </a:solidFill>
            <a:prstDash val="solid"/>
          </a:ln>
        </p:spPr>
      </p:sp>
      <p:sp>
        <p:nvSpPr>
          <p:cNvPr id="98" name="Shape 95"/>
          <p:cNvSpPr/>
          <p:nvPr/>
        </p:nvSpPr>
        <p:spPr>
          <a:xfrm>
            <a:off x="10195560" y="2556662"/>
            <a:ext cx="242316" cy="69494"/>
          </a:xfrm>
          <a:prstGeom prst="rect">
            <a:avLst/>
          </a:prstGeom>
          <a:solidFill>
            <a:srgbClr val="E4EBF3"/>
          </a:solidFill>
          <a:ln w="12700">
            <a:solidFill>
              <a:srgbClr val="E4EBF3"/>
            </a:solidFill>
            <a:prstDash val="solid"/>
          </a:ln>
        </p:spPr>
      </p:sp>
      <p:sp>
        <p:nvSpPr>
          <p:cNvPr id="99" name="Shape 96"/>
          <p:cNvSpPr/>
          <p:nvPr/>
        </p:nvSpPr>
        <p:spPr>
          <a:xfrm>
            <a:off x="10460736" y="2556662"/>
            <a:ext cx="242316" cy="69494"/>
          </a:xfrm>
          <a:prstGeom prst="rect">
            <a:avLst/>
          </a:prstGeom>
          <a:solidFill>
            <a:srgbClr val="E2F4F8"/>
          </a:solidFill>
          <a:ln w="12700">
            <a:solidFill>
              <a:srgbClr val="E2F4F8"/>
            </a:solidFill>
            <a:prstDash val="solid"/>
          </a:ln>
        </p:spPr>
      </p:sp>
      <p:sp>
        <p:nvSpPr>
          <p:cNvPr id="100" name="Shape 97"/>
          <p:cNvSpPr/>
          <p:nvPr/>
        </p:nvSpPr>
        <p:spPr>
          <a:xfrm>
            <a:off x="10725912" y="2556662"/>
            <a:ext cx="242316" cy="69494"/>
          </a:xfrm>
          <a:prstGeom prst="rect">
            <a:avLst/>
          </a:prstGeom>
          <a:solidFill>
            <a:srgbClr val="E2F4F8"/>
          </a:solidFill>
          <a:ln w="12700">
            <a:solidFill>
              <a:srgbClr val="E2F4F8"/>
            </a:solidFill>
            <a:prstDash val="solid"/>
          </a:ln>
        </p:spPr>
      </p:sp>
      <p:sp>
        <p:nvSpPr>
          <p:cNvPr id="101" name="Shape 98"/>
          <p:cNvSpPr/>
          <p:nvPr/>
        </p:nvSpPr>
        <p:spPr>
          <a:xfrm>
            <a:off x="10991088" y="2556662"/>
            <a:ext cx="242316" cy="69494"/>
          </a:xfrm>
          <a:prstGeom prst="rect">
            <a:avLst/>
          </a:prstGeom>
          <a:solidFill>
            <a:srgbClr val="0090B0"/>
          </a:solidFill>
          <a:ln w="12700">
            <a:solidFill>
              <a:srgbClr val="0090B0"/>
            </a:solidFill>
            <a:prstDash val="solid"/>
          </a:ln>
        </p:spPr>
      </p:sp>
      <p:sp>
        <p:nvSpPr>
          <p:cNvPr id="102" name="Shape 99"/>
          <p:cNvSpPr/>
          <p:nvPr/>
        </p:nvSpPr>
        <p:spPr>
          <a:xfrm>
            <a:off x="7543800" y="2642616"/>
            <a:ext cx="242316" cy="69494"/>
          </a:xfrm>
          <a:prstGeom prst="rect">
            <a:avLst/>
          </a:prstGeom>
          <a:solidFill>
            <a:srgbClr val="16305B"/>
          </a:solidFill>
          <a:ln w="12700">
            <a:solidFill>
              <a:srgbClr val="16305B"/>
            </a:solidFill>
            <a:prstDash val="solid"/>
          </a:ln>
        </p:spPr>
      </p:sp>
      <p:sp>
        <p:nvSpPr>
          <p:cNvPr id="103" name="Shape 100"/>
          <p:cNvSpPr/>
          <p:nvPr/>
        </p:nvSpPr>
        <p:spPr>
          <a:xfrm>
            <a:off x="7808976" y="2642616"/>
            <a:ext cx="242316" cy="69494"/>
          </a:xfrm>
          <a:prstGeom prst="rect">
            <a:avLst/>
          </a:prstGeom>
          <a:solidFill>
            <a:srgbClr val="16305B"/>
          </a:solidFill>
          <a:ln w="12700">
            <a:solidFill>
              <a:srgbClr val="16305B"/>
            </a:solidFill>
            <a:prstDash val="solid"/>
          </a:ln>
        </p:spPr>
      </p:sp>
      <p:sp>
        <p:nvSpPr>
          <p:cNvPr id="104" name="Shape 101"/>
          <p:cNvSpPr/>
          <p:nvPr/>
        </p:nvSpPr>
        <p:spPr>
          <a:xfrm>
            <a:off x="8074152" y="2642616"/>
            <a:ext cx="242316" cy="69494"/>
          </a:xfrm>
          <a:prstGeom prst="rect">
            <a:avLst/>
          </a:prstGeom>
          <a:solidFill>
            <a:srgbClr val="16305B"/>
          </a:solidFill>
          <a:ln w="12700">
            <a:solidFill>
              <a:srgbClr val="16305B"/>
            </a:solidFill>
            <a:prstDash val="solid"/>
          </a:ln>
        </p:spPr>
      </p:sp>
      <p:sp>
        <p:nvSpPr>
          <p:cNvPr id="105" name="Shape 102"/>
          <p:cNvSpPr/>
          <p:nvPr/>
        </p:nvSpPr>
        <p:spPr>
          <a:xfrm>
            <a:off x="8339328" y="2642616"/>
            <a:ext cx="242316" cy="69494"/>
          </a:xfrm>
          <a:prstGeom prst="rect">
            <a:avLst/>
          </a:prstGeom>
          <a:solidFill>
            <a:srgbClr val="E4EBF3"/>
          </a:solidFill>
          <a:ln w="12700">
            <a:solidFill>
              <a:srgbClr val="E4EBF3"/>
            </a:solidFill>
            <a:prstDash val="solid"/>
          </a:ln>
        </p:spPr>
      </p:sp>
      <p:sp>
        <p:nvSpPr>
          <p:cNvPr id="106" name="Shape 103"/>
          <p:cNvSpPr/>
          <p:nvPr/>
        </p:nvSpPr>
        <p:spPr>
          <a:xfrm>
            <a:off x="8604504" y="2642616"/>
            <a:ext cx="242316" cy="69494"/>
          </a:xfrm>
          <a:prstGeom prst="rect">
            <a:avLst/>
          </a:prstGeom>
          <a:solidFill>
            <a:srgbClr val="16305B"/>
          </a:solidFill>
          <a:ln w="12700">
            <a:solidFill>
              <a:srgbClr val="16305B"/>
            </a:solidFill>
            <a:prstDash val="solid"/>
          </a:ln>
        </p:spPr>
      </p:sp>
      <p:sp>
        <p:nvSpPr>
          <p:cNvPr id="107" name="Shape 104"/>
          <p:cNvSpPr/>
          <p:nvPr/>
        </p:nvSpPr>
        <p:spPr>
          <a:xfrm>
            <a:off x="8869680" y="2642616"/>
            <a:ext cx="242316" cy="69494"/>
          </a:xfrm>
          <a:prstGeom prst="rect">
            <a:avLst/>
          </a:prstGeom>
          <a:solidFill>
            <a:srgbClr val="8FB0D4"/>
          </a:solidFill>
          <a:ln w="12700">
            <a:solidFill>
              <a:srgbClr val="8FB0D4"/>
            </a:solidFill>
            <a:prstDash val="solid"/>
          </a:ln>
        </p:spPr>
      </p:sp>
      <p:sp>
        <p:nvSpPr>
          <p:cNvPr id="108" name="Shape 105"/>
          <p:cNvSpPr/>
          <p:nvPr/>
        </p:nvSpPr>
        <p:spPr>
          <a:xfrm>
            <a:off x="9134856" y="2642616"/>
            <a:ext cx="242316" cy="69494"/>
          </a:xfrm>
          <a:prstGeom prst="rect">
            <a:avLst/>
          </a:prstGeom>
          <a:solidFill>
            <a:srgbClr val="16305B"/>
          </a:solidFill>
          <a:ln w="12700">
            <a:solidFill>
              <a:srgbClr val="16305B"/>
            </a:solidFill>
            <a:prstDash val="solid"/>
          </a:ln>
        </p:spPr>
      </p:sp>
      <p:sp>
        <p:nvSpPr>
          <p:cNvPr id="109" name="Shape 106"/>
          <p:cNvSpPr/>
          <p:nvPr/>
        </p:nvSpPr>
        <p:spPr>
          <a:xfrm>
            <a:off x="9400032" y="2642616"/>
            <a:ext cx="242316" cy="69494"/>
          </a:xfrm>
          <a:prstGeom prst="rect">
            <a:avLst/>
          </a:prstGeom>
          <a:solidFill>
            <a:srgbClr val="E4EBF3"/>
          </a:solidFill>
          <a:ln w="12700">
            <a:solidFill>
              <a:srgbClr val="E4EBF3"/>
            </a:solidFill>
            <a:prstDash val="solid"/>
          </a:ln>
        </p:spPr>
      </p:sp>
      <p:sp>
        <p:nvSpPr>
          <p:cNvPr id="110" name="Shape 107"/>
          <p:cNvSpPr/>
          <p:nvPr/>
        </p:nvSpPr>
        <p:spPr>
          <a:xfrm>
            <a:off x="9665208" y="2642616"/>
            <a:ext cx="242316" cy="69494"/>
          </a:xfrm>
          <a:prstGeom prst="rect">
            <a:avLst/>
          </a:prstGeom>
          <a:solidFill>
            <a:srgbClr val="16305B"/>
          </a:solidFill>
          <a:ln w="12700">
            <a:solidFill>
              <a:srgbClr val="16305B"/>
            </a:solidFill>
            <a:prstDash val="solid"/>
          </a:ln>
        </p:spPr>
      </p:sp>
      <p:sp>
        <p:nvSpPr>
          <p:cNvPr id="111" name="Shape 108"/>
          <p:cNvSpPr/>
          <p:nvPr/>
        </p:nvSpPr>
        <p:spPr>
          <a:xfrm>
            <a:off x="9930384" y="2642616"/>
            <a:ext cx="242316" cy="69494"/>
          </a:xfrm>
          <a:prstGeom prst="rect">
            <a:avLst/>
          </a:prstGeom>
          <a:solidFill>
            <a:srgbClr val="16305B"/>
          </a:solidFill>
          <a:ln w="12700">
            <a:solidFill>
              <a:srgbClr val="16305B"/>
            </a:solidFill>
            <a:prstDash val="solid"/>
          </a:ln>
        </p:spPr>
      </p:sp>
      <p:sp>
        <p:nvSpPr>
          <p:cNvPr id="112" name="Shape 109"/>
          <p:cNvSpPr/>
          <p:nvPr/>
        </p:nvSpPr>
        <p:spPr>
          <a:xfrm>
            <a:off x="10195560" y="2642616"/>
            <a:ext cx="242316" cy="69494"/>
          </a:xfrm>
          <a:prstGeom prst="rect">
            <a:avLst/>
          </a:prstGeom>
          <a:solidFill>
            <a:srgbClr val="E4EBF3"/>
          </a:solidFill>
          <a:ln w="12700">
            <a:solidFill>
              <a:srgbClr val="E4EBF3"/>
            </a:solidFill>
            <a:prstDash val="solid"/>
          </a:ln>
        </p:spPr>
      </p:sp>
      <p:sp>
        <p:nvSpPr>
          <p:cNvPr id="113" name="Shape 110"/>
          <p:cNvSpPr/>
          <p:nvPr/>
        </p:nvSpPr>
        <p:spPr>
          <a:xfrm>
            <a:off x="10460736" y="2642616"/>
            <a:ext cx="242316" cy="69494"/>
          </a:xfrm>
          <a:prstGeom prst="rect">
            <a:avLst/>
          </a:prstGeom>
          <a:solidFill>
            <a:srgbClr val="E2F4F8"/>
          </a:solidFill>
          <a:ln w="12700">
            <a:solidFill>
              <a:srgbClr val="E2F4F8"/>
            </a:solidFill>
            <a:prstDash val="solid"/>
          </a:ln>
        </p:spPr>
      </p:sp>
      <p:sp>
        <p:nvSpPr>
          <p:cNvPr id="114" name="Shape 111"/>
          <p:cNvSpPr/>
          <p:nvPr/>
        </p:nvSpPr>
        <p:spPr>
          <a:xfrm>
            <a:off x="10725912" y="2642616"/>
            <a:ext cx="242316" cy="69494"/>
          </a:xfrm>
          <a:prstGeom prst="rect">
            <a:avLst/>
          </a:prstGeom>
          <a:solidFill>
            <a:srgbClr val="E2F4F8"/>
          </a:solidFill>
          <a:ln w="12700">
            <a:solidFill>
              <a:srgbClr val="E2F4F8"/>
            </a:solidFill>
            <a:prstDash val="solid"/>
          </a:ln>
        </p:spPr>
      </p:sp>
      <p:sp>
        <p:nvSpPr>
          <p:cNvPr id="115" name="Shape 112"/>
          <p:cNvSpPr/>
          <p:nvPr/>
        </p:nvSpPr>
        <p:spPr>
          <a:xfrm>
            <a:off x="10991088" y="2642616"/>
            <a:ext cx="242316" cy="69494"/>
          </a:xfrm>
          <a:prstGeom prst="rect">
            <a:avLst/>
          </a:prstGeom>
          <a:solidFill>
            <a:srgbClr val="E2F4F8"/>
          </a:solidFill>
          <a:ln w="12700">
            <a:solidFill>
              <a:srgbClr val="E2F4F8"/>
            </a:solidFill>
            <a:prstDash val="solid"/>
          </a:ln>
        </p:spPr>
      </p:sp>
      <p:sp>
        <p:nvSpPr>
          <p:cNvPr id="116" name="Shape 113"/>
          <p:cNvSpPr/>
          <p:nvPr/>
        </p:nvSpPr>
        <p:spPr>
          <a:xfrm>
            <a:off x="7543800" y="2728570"/>
            <a:ext cx="242316" cy="69494"/>
          </a:xfrm>
          <a:prstGeom prst="rect">
            <a:avLst/>
          </a:prstGeom>
          <a:solidFill>
            <a:srgbClr val="16305B"/>
          </a:solidFill>
          <a:ln w="12700">
            <a:solidFill>
              <a:srgbClr val="16305B"/>
            </a:solidFill>
            <a:prstDash val="solid"/>
          </a:ln>
        </p:spPr>
      </p:sp>
      <p:sp>
        <p:nvSpPr>
          <p:cNvPr id="117" name="Shape 114"/>
          <p:cNvSpPr/>
          <p:nvPr/>
        </p:nvSpPr>
        <p:spPr>
          <a:xfrm>
            <a:off x="7808976" y="2728570"/>
            <a:ext cx="242316" cy="69494"/>
          </a:xfrm>
          <a:prstGeom prst="rect">
            <a:avLst/>
          </a:prstGeom>
          <a:solidFill>
            <a:srgbClr val="E4EBF3"/>
          </a:solidFill>
          <a:ln w="12700">
            <a:solidFill>
              <a:srgbClr val="E4EBF3"/>
            </a:solidFill>
            <a:prstDash val="solid"/>
          </a:ln>
        </p:spPr>
      </p:sp>
      <p:sp>
        <p:nvSpPr>
          <p:cNvPr id="118" name="Shape 115"/>
          <p:cNvSpPr/>
          <p:nvPr/>
        </p:nvSpPr>
        <p:spPr>
          <a:xfrm>
            <a:off x="8074152" y="2728570"/>
            <a:ext cx="242316" cy="69494"/>
          </a:xfrm>
          <a:prstGeom prst="rect">
            <a:avLst/>
          </a:prstGeom>
          <a:solidFill>
            <a:srgbClr val="16305B"/>
          </a:solidFill>
          <a:ln w="12700">
            <a:solidFill>
              <a:srgbClr val="16305B"/>
            </a:solidFill>
            <a:prstDash val="solid"/>
          </a:ln>
        </p:spPr>
      </p:sp>
      <p:sp>
        <p:nvSpPr>
          <p:cNvPr id="119" name="Shape 116"/>
          <p:cNvSpPr/>
          <p:nvPr/>
        </p:nvSpPr>
        <p:spPr>
          <a:xfrm>
            <a:off x="8339328" y="2728570"/>
            <a:ext cx="242316" cy="69494"/>
          </a:xfrm>
          <a:prstGeom prst="rect">
            <a:avLst/>
          </a:prstGeom>
          <a:solidFill>
            <a:srgbClr val="16305B"/>
          </a:solidFill>
          <a:ln w="12700">
            <a:solidFill>
              <a:srgbClr val="16305B"/>
            </a:solidFill>
            <a:prstDash val="solid"/>
          </a:ln>
        </p:spPr>
      </p:sp>
      <p:sp>
        <p:nvSpPr>
          <p:cNvPr id="120" name="Shape 117"/>
          <p:cNvSpPr/>
          <p:nvPr/>
        </p:nvSpPr>
        <p:spPr>
          <a:xfrm>
            <a:off x="8604504" y="2728570"/>
            <a:ext cx="242316" cy="69494"/>
          </a:xfrm>
          <a:prstGeom prst="rect">
            <a:avLst/>
          </a:prstGeom>
          <a:solidFill>
            <a:srgbClr val="E4EBF3"/>
          </a:solidFill>
          <a:ln w="12700">
            <a:solidFill>
              <a:srgbClr val="E4EBF3"/>
            </a:solidFill>
            <a:prstDash val="solid"/>
          </a:ln>
        </p:spPr>
      </p:sp>
      <p:sp>
        <p:nvSpPr>
          <p:cNvPr id="121" name="Shape 118"/>
          <p:cNvSpPr/>
          <p:nvPr/>
        </p:nvSpPr>
        <p:spPr>
          <a:xfrm>
            <a:off x="8869680" y="2728570"/>
            <a:ext cx="242316" cy="69494"/>
          </a:xfrm>
          <a:prstGeom prst="rect">
            <a:avLst/>
          </a:prstGeom>
          <a:solidFill>
            <a:srgbClr val="16305B"/>
          </a:solidFill>
          <a:ln w="12700">
            <a:solidFill>
              <a:srgbClr val="16305B"/>
            </a:solidFill>
            <a:prstDash val="solid"/>
          </a:ln>
        </p:spPr>
      </p:sp>
      <p:sp>
        <p:nvSpPr>
          <p:cNvPr id="122" name="Shape 119"/>
          <p:cNvSpPr/>
          <p:nvPr/>
        </p:nvSpPr>
        <p:spPr>
          <a:xfrm>
            <a:off x="9134856" y="2728570"/>
            <a:ext cx="242316" cy="69494"/>
          </a:xfrm>
          <a:prstGeom prst="rect">
            <a:avLst/>
          </a:prstGeom>
          <a:solidFill>
            <a:srgbClr val="8FB0D4"/>
          </a:solidFill>
          <a:ln w="12700">
            <a:solidFill>
              <a:srgbClr val="8FB0D4"/>
            </a:solidFill>
            <a:prstDash val="solid"/>
          </a:ln>
        </p:spPr>
      </p:sp>
      <p:sp>
        <p:nvSpPr>
          <p:cNvPr id="123" name="Shape 120"/>
          <p:cNvSpPr/>
          <p:nvPr/>
        </p:nvSpPr>
        <p:spPr>
          <a:xfrm>
            <a:off x="9400032" y="2728570"/>
            <a:ext cx="242316" cy="69494"/>
          </a:xfrm>
          <a:prstGeom prst="rect">
            <a:avLst/>
          </a:prstGeom>
          <a:solidFill>
            <a:srgbClr val="16305B"/>
          </a:solidFill>
          <a:ln w="12700">
            <a:solidFill>
              <a:srgbClr val="16305B"/>
            </a:solidFill>
            <a:prstDash val="solid"/>
          </a:ln>
        </p:spPr>
      </p:sp>
      <p:sp>
        <p:nvSpPr>
          <p:cNvPr id="124" name="Shape 121"/>
          <p:cNvSpPr/>
          <p:nvPr/>
        </p:nvSpPr>
        <p:spPr>
          <a:xfrm>
            <a:off x="9665208" y="2728570"/>
            <a:ext cx="242316" cy="69494"/>
          </a:xfrm>
          <a:prstGeom prst="rect">
            <a:avLst/>
          </a:prstGeom>
          <a:solidFill>
            <a:srgbClr val="E4EBF3"/>
          </a:solidFill>
          <a:ln w="12700">
            <a:solidFill>
              <a:srgbClr val="E4EBF3"/>
            </a:solidFill>
            <a:prstDash val="solid"/>
          </a:ln>
        </p:spPr>
      </p:sp>
      <p:sp>
        <p:nvSpPr>
          <p:cNvPr id="125" name="Shape 122"/>
          <p:cNvSpPr/>
          <p:nvPr/>
        </p:nvSpPr>
        <p:spPr>
          <a:xfrm>
            <a:off x="9930384" y="2728570"/>
            <a:ext cx="242316" cy="69494"/>
          </a:xfrm>
          <a:prstGeom prst="rect">
            <a:avLst/>
          </a:prstGeom>
          <a:solidFill>
            <a:srgbClr val="16305B"/>
          </a:solidFill>
          <a:ln w="12700">
            <a:solidFill>
              <a:srgbClr val="16305B"/>
            </a:solidFill>
            <a:prstDash val="solid"/>
          </a:ln>
        </p:spPr>
      </p:sp>
      <p:sp>
        <p:nvSpPr>
          <p:cNvPr id="126" name="Shape 123"/>
          <p:cNvSpPr/>
          <p:nvPr/>
        </p:nvSpPr>
        <p:spPr>
          <a:xfrm>
            <a:off x="10195560" y="2728570"/>
            <a:ext cx="242316" cy="69494"/>
          </a:xfrm>
          <a:prstGeom prst="rect">
            <a:avLst/>
          </a:prstGeom>
          <a:solidFill>
            <a:srgbClr val="16305B"/>
          </a:solidFill>
          <a:ln w="12700">
            <a:solidFill>
              <a:srgbClr val="16305B"/>
            </a:solidFill>
            <a:prstDash val="solid"/>
          </a:ln>
        </p:spPr>
      </p:sp>
      <p:sp>
        <p:nvSpPr>
          <p:cNvPr id="127" name="Shape 124"/>
          <p:cNvSpPr/>
          <p:nvPr/>
        </p:nvSpPr>
        <p:spPr>
          <a:xfrm>
            <a:off x="10460736" y="2728570"/>
            <a:ext cx="242316" cy="69494"/>
          </a:xfrm>
          <a:prstGeom prst="rect">
            <a:avLst/>
          </a:prstGeom>
          <a:solidFill>
            <a:srgbClr val="E2F4F8"/>
          </a:solidFill>
          <a:ln w="12700">
            <a:solidFill>
              <a:srgbClr val="E2F4F8"/>
            </a:solidFill>
            <a:prstDash val="solid"/>
          </a:ln>
        </p:spPr>
      </p:sp>
      <p:sp>
        <p:nvSpPr>
          <p:cNvPr id="128" name="Shape 125"/>
          <p:cNvSpPr/>
          <p:nvPr/>
        </p:nvSpPr>
        <p:spPr>
          <a:xfrm>
            <a:off x="10725912" y="2728570"/>
            <a:ext cx="242316" cy="69494"/>
          </a:xfrm>
          <a:prstGeom prst="rect">
            <a:avLst/>
          </a:prstGeom>
          <a:solidFill>
            <a:srgbClr val="E2F4F8"/>
          </a:solidFill>
          <a:ln w="12700">
            <a:solidFill>
              <a:srgbClr val="E2F4F8"/>
            </a:solidFill>
            <a:prstDash val="solid"/>
          </a:ln>
        </p:spPr>
      </p:sp>
      <p:sp>
        <p:nvSpPr>
          <p:cNvPr id="129" name="Shape 126"/>
          <p:cNvSpPr/>
          <p:nvPr/>
        </p:nvSpPr>
        <p:spPr>
          <a:xfrm>
            <a:off x="10991088" y="2728570"/>
            <a:ext cx="242316" cy="69494"/>
          </a:xfrm>
          <a:prstGeom prst="rect">
            <a:avLst/>
          </a:prstGeom>
          <a:solidFill>
            <a:srgbClr val="E2F4F8"/>
          </a:solidFill>
          <a:ln w="12700">
            <a:solidFill>
              <a:srgbClr val="E2F4F8"/>
            </a:solidFill>
            <a:prstDash val="solid"/>
          </a:ln>
        </p:spPr>
      </p:sp>
      <p:sp>
        <p:nvSpPr>
          <p:cNvPr id="130" name="Shape 127"/>
          <p:cNvSpPr/>
          <p:nvPr/>
        </p:nvSpPr>
        <p:spPr>
          <a:xfrm>
            <a:off x="7543800" y="2814523"/>
            <a:ext cx="242316" cy="69494"/>
          </a:xfrm>
          <a:prstGeom prst="rect">
            <a:avLst/>
          </a:prstGeom>
          <a:solidFill>
            <a:srgbClr val="16305B"/>
          </a:solidFill>
          <a:ln w="12700">
            <a:solidFill>
              <a:srgbClr val="16305B"/>
            </a:solidFill>
            <a:prstDash val="solid"/>
          </a:ln>
        </p:spPr>
      </p:sp>
      <p:sp>
        <p:nvSpPr>
          <p:cNvPr id="131" name="Shape 128"/>
          <p:cNvSpPr/>
          <p:nvPr/>
        </p:nvSpPr>
        <p:spPr>
          <a:xfrm>
            <a:off x="7808976" y="2814523"/>
            <a:ext cx="242316" cy="69494"/>
          </a:xfrm>
          <a:prstGeom prst="rect">
            <a:avLst/>
          </a:prstGeom>
          <a:solidFill>
            <a:srgbClr val="E4EBF3"/>
          </a:solidFill>
          <a:ln w="12700">
            <a:solidFill>
              <a:srgbClr val="E4EBF3"/>
            </a:solidFill>
            <a:prstDash val="solid"/>
          </a:ln>
        </p:spPr>
      </p:sp>
      <p:sp>
        <p:nvSpPr>
          <p:cNvPr id="132" name="Shape 129"/>
          <p:cNvSpPr/>
          <p:nvPr/>
        </p:nvSpPr>
        <p:spPr>
          <a:xfrm>
            <a:off x="8074152" y="2814523"/>
            <a:ext cx="242316" cy="69494"/>
          </a:xfrm>
          <a:prstGeom prst="rect">
            <a:avLst/>
          </a:prstGeom>
          <a:solidFill>
            <a:srgbClr val="E4EBF3"/>
          </a:solidFill>
          <a:ln w="12700">
            <a:solidFill>
              <a:srgbClr val="E4EBF3"/>
            </a:solidFill>
            <a:prstDash val="solid"/>
          </a:ln>
        </p:spPr>
      </p:sp>
      <p:sp>
        <p:nvSpPr>
          <p:cNvPr id="133" name="Shape 130"/>
          <p:cNvSpPr/>
          <p:nvPr/>
        </p:nvSpPr>
        <p:spPr>
          <a:xfrm>
            <a:off x="8339328" y="2814523"/>
            <a:ext cx="242316" cy="69494"/>
          </a:xfrm>
          <a:prstGeom prst="rect">
            <a:avLst/>
          </a:prstGeom>
          <a:solidFill>
            <a:srgbClr val="16305B"/>
          </a:solidFill>
          <a:ln w="12700">
            <a:solidFill>
              <a:srgbClr val="16305B"/>
            </a:solidFill>
            <a:prstDash val="solid"/>
          </a:ln>
        </p:spPr>
      </p:sp>
      <p:sp>
        <p:nvSpPr>
          <p:cNvPr id="134" name="Shape 131"/>
          <p:cNvSpPr/>
          <p:nvPr/>
        </p:nvSpPr>
        <p:spPr>
          <a:xfrm>
            <a:off x="8604504" y="2814523"/>
            <a:ext cx="242316" cy="69494"/>
          </a:xfrm>
          <a:prstGeom prst="rect">
            <a:avLst/>
          </a:prstGeom>
          <a:solidFill>
            <a:srgbClr val="16305B"/>
          </a:solidFill>
          <a:ln w="12700">
            <a:solidFill>
              <a:srgbClr val="16305B"/>
            </a:solidFill>
            <a:prstDash val="solid"/>
          </a:ln>
        </p:spPr>
      </p:sp>
      <p:sp>
        <p:nvSpPr>
          <p:cNvPr id="135" name="Shape 132"/>
          <p:cNvSpPr/>
          <p:nvPr/>
        </p:nvSpPr>
        <p:spPr>
          <a:xfrm>
            <a:off x="8869680" y="2814523"/>
            <a:ext cx="242316" cy="69494"/>
          </a:xfrm>
          <a:prstGeom prst="rect">
            <a:avLst/>
          </a:prstGeom>
          <a:solidFill>
            <a:srgbClr val="E4EBF3"/>
          </a:solidFill>
          <a:ln w="12700">
            <a:solidFill>
              <a:srgbClr val="E4EBF3"/>
            </a:solidFill>
            <a:prstDash val="solid"/>
          </a:ln>
        </p:spPr>
      </p:sp>
      <p:sp>
        <p:nvSpPr>
          <p:cNvPr id="136" name="Shape 133"/>
          <p:cNvSpPr/>
          <p:nvPr/>
        </p:nvSpPr>
        <p:spPr>
          <a:xfrm>
            <a:off x="9134856" y="2814523"/>
            <a:ext cx="242316" cy="69494"/>
          </a:xfrm>
          <a:prstGeom prst="rect">
            <a:avLst/>
          </a:prstGeom>
          <a:solidFill>
            <a:srgbClr val="16305B"/>
          </a:solidFill>
          <a:ln w="12700">
            <a:solidFill>
              <a:srgbClr val="16305B"/>
            </a:solidFill>
            <a:prstDash val="solid"/>
          </a:ln>
        </p:spPr>
      </p:sp>
      <p:sp>
        <p:nvSpPr>
          <p:cNvPr id="137" name="Shape 134"/>
          <p:cNvSpPr/>
          <p:nvPr/>
        </p:nvSpPr>
        <p:spPr>
          <a:xfrm>
            <a:off x="9400032" y="2814523"/>
            <a:ext cx="242316" cy="69494"/>
          </a:xfrm>
          <a:prstGeom prst="rect">
            <a:avLst/>
          </a:prstGeom>
          <a:solidFill>
            <a:srgbClr val="8FB0D4"/>
          </a:solidFill>
          <a:ln w="12700">
            <a:solidFill>
              <a:srgbClr val="8FB0D4"/>
            </a:solidFill>
            <a:prstDash val="solid"/>
          </a:ln>
        </p:spPr>
      </p:sp>
      <p:sp>
        <p:nvSpPr>
          <p:cNvPr id="138" name="Shape 135"/>
          <p:cNvSpPr/>
          <p:nvPr/>
        </p:nvSpPr>
        <p:spPr>
          <a:xfrm>
            <a:off x="9665208" y="2814523"/>
            <a:ext cx="242316" cy="69494"/>
          </a:xfrm>
          <a:prstGeom prst="rect">
            <a:avLst/>
          </a:prstGeom>
          <a:solidFill>
            <a:srgbClr val="16305B"/>
          </a:solidFill>
          <a:ln w="12700">
            <a:solidFill>
              <a:srgbClr val="16305B"/>
            </a:solidFill>
            <a:prstDash val="solid"/>
          </a:ln>
        </p:spPr>
      </p:sp>
      <p:sp>
        <p:nvSpPr>
          <p:cNvPr id="139" name="Shape 136"/>
          <p:cNvSpPr/>
          <p:nvPr/>
        </p:nvSpPr>
        <p:spPr>
          <a:xfrm>
            <a:off x="9930384" y="2814523"/>
            <a:ext cx="242316" cy="69494"/>
          </a:xfrm>
          <a:prstGeom prst="rect">
            <a:avLst/>
          </a:prstGeom>
          <a:solidFill>
            <a:srgbClr val="E4EBF3"/>
          </a:solidFill>
          <a:ln w="12700">
            <a:solidFill>
              <a:srgbClr val="E4EBF3"/>
            </a:solidFill>
            <a:prstDash val="solid"/>
          </a:ln>
        </p:spPr>
      </p:sp>
      <p:sp>
        <p:nvSpPr>
          <p:cNvPr id="140" name="Shape 137"/>
          <p:cNvSpPr/>
          <p:nvPr/>
        </p:nvSpPr>
        <p:spPr>
          <a:xfrm>
            <a:off x="10195560" y="2814523"/>
            <a:ext cx="242316" cy="69494"/>
          </a:xfrm>
          <a:prstGeom prst="rect">
            <a:avLst/>
          </a:prstGeom>
          <a:solidFill>
            <a:srgbClr val="16305B"/>
          </a:solidFill>
          <a:ln w="12700">
            <a:solidFill>
              <a:srgbClr val="16305B"/>
            </a:solidFill>
            <a:prstDash val="solid"/>
          </a:ln>
        </p:spPr>
      </p:sp>
      <p:sp>
        <p:nvSpPr>
          <p:cNvPr id="141" name="Shape 138"/>
          <p:cNvSpPr/>
          <p:nvPr/>
        </p:nvSpPr>
        <p:spPr>
          <a:xfrm>
            <a:off x="10460736" y="2814523"/>
            <a:ext cx="242316" cy="69494"/>
          </a:xfrm>
          <a:prstGeom prst="rect">
            <a:avLst/>
          </a:prstGeom>
          <a:solidFill>
            <a:srgbClr val="0090B0"/>
          </a:solidFill>
          <a:ln w="12700">
            <a:solidFill>
              <a:srgbClr val="0090B0"/>
            </a:solidFill>
            <a:prstDash val="solid"/>
          </a:ln>
        </p:spPr>
      </p:sp>
      <p:sp>
        <p:nvSpPr>
          <p:cNvPr id="142" name="Shape 139"/>
          <p:cNvSpPr/>
          <p:nvPr/>
        </p:nvSpPr>
        <p:spPr>
          <a:xfrm>
            <a:off x="10725912" y="2814523"/>
            <a:ext cx="242316" cy="69494"/>
          </a:xfrm>
          <a:prstGeom prst="rect">
            <a:avLst/>
          </a:prstGeom>
          <a:solidFill>
            <a:srgbClr val="E2F4F8"/>
          </a:solidFill>
          <a:ln w="12700">
            <a:solidFill>
              <a:srgbClr val="E2F4F8"/>
            </a:solidFill>
            <a:prstDash val="solid"/>
          </a:ln>
        </p:spPr>
      </p:sp>
      <p:sp>
        <p:nvSpPr>
          <p:cNvPr id="143" name="Shape 140"/>
          <p:cNvSpPr/>
          <p:nvPr/>
        </p:nvSpPr>
        <p:spPr>
          <a:xfrm>
            <a:off x="10991088" y="2814523"/>
            <a:ext cx="242316" cy="69494"/>
          </a:xfrm>
          <a:prstGeom prst="rect">
            <a:avLst/>
          </a:prstGeom>
          <a:solidFill>
            <a:srgbClr val="E2F4F8"/>
          </a:solidFill>
          <a:ln w="12700">
            <a:solidFill>
              <a:srgbClr val="E2F4F8"/>
            </a:solidFill>
            <a:prstDash val="solid"/>
          </a:ln>
        </p:spPr>
      </p:sp>
      <p:sp>
        <p:nvSpPr>
          <p:cNvPr id="144" name="Shape 141"/>
          <p:cNvSpPr/>
          <p:nvPr/>
        </p:nvSpPr>
        <p:spPr>
          <a:xfrm>
            <a:off x="7543800" y="2900477"/>
            <a:ext cx="242316" cy="69494"/>
          </a:xfrm>
          <a:prstGeom prst="rect">
            <a:avLst/>
          </a:prstGeom>
          <a:solidFill>
            <a:srgbClr val="16305B"/>
          </a:solidFill>
          <a:ln w="12700">
            <a:solidFill>
              <a:srgbClr val="16305B"/>
            </a:solidFill>
            <a:prstDash val="solid"/>
          </a:ln>
        </p:spPr>
      </p:sp>
      <p:sp>
        <p:nvSpPr>
          <p:cNvPr id="145" name="Shape 142"/>
          <p:cNvSpPr/>
          <p:nvPr/>
        </p:nvSpPr>
        <p:spPr>
          <a:xfrm>
            <a:off x="7808976" y="2900477"/>
            <a:ext cx="242316" cy="69494"/>
          </a:xfrm>
          <a:prstGeom prst="rect">
            <a:avLst/>
          </a:prstGeom>
          <a:solidFill>
            <a:srgbClr val="E4EBF3"/>
          </a:solidFill>
          <a:ln w="12700">
            <a:solidFill>
              <a:srgbClr val="E4EBF3"/>
            </a:solidFill>
            <a:prstDash val="solid"/>
          </a:ln>
        </p:spPr>
      </p:sp>
      <p:sp>
        <p:nvSpPr>
          <p:cNvPr id="146" name="Shape 143"/>
          <p:cNvSpPr/>
          <p:nvPr/>
        </p:nvSpPr>
        <p:spPr>
          <a:xfrm>
            <a:off x="8074152" y="2900477"/>
            <a:ext cx="242316" cy="69494"/>
          </a:xfrm>
          <a:prstGeom prst="rect">
            <a:avLst/>
          </a:prstGeom>
          <a:solidFill>
            <a:srgbClr val="E4EBF3"/>
          </a:solidFill>
          <a:ln w="12700">
            <a:solidFill>
              <a:srgbClr val="E4EBF3"/>
            </a:solidFill>
            <a:prstDash val="solid"/>
          </a:ln>
        </p:spPr>
      </p:sp>
      <p:sp>
        <p:nvSpPr>
          <p:cNvPr id="147" name="Shape 144"/>
          <p:cNvSpPr/>
          <p:nvPr/>
        </p:nvSpPr>
        <p:spPr>
          <a:xfrm>
            <a:off x="8339328" y="2900477"/>
            <a:ext cx="242316" cy="69494"/>
          </a:xfrm>
          <a:prstGeom prst="rect">
            <a:avLst/>
          </a:prstGeom>
          <a:solidFill>
            <a:srgbClr val="E4EBF3"/>
          </a:solidFill>
          <a:ln w="12700">
            <a:solidFill>
              <a:srgbClr val="E4EBF3"/>
            </a:solidFill>
            <a:prstDash val="solid"/>
          </a:ln>
        </p:spPr>
      </p:sp>
      <p:sp>
        <p:nvSpPr>
          <p:cNvPr id="148" name="Shape 145"/>
          <p:cNvSpPr/>
          <p:nvPr/>
        </p:nvSpPr>
        <p:spPr>
          <a:xfrm>
            <a:off x="8604504" y="2900477"/>
            <a:ext cx="242316" cy="69494"/>
          </a:xfrm>
          <a:prstGeom prst="rect">
            <a:avLst/>
          </a:prstGeom>
          <a:solidFill>
            <a:srgbClr val="16305B"/>
          </a:solidFill>
          <a:ln w="12700">
            <a:solidFill>
              <a:srgbClr val="16305B"/>
            </a:solidFill>
            <a:prstDash val="solid"/>
          </a:ln>
        </p:spPr>
      </p:sp>
      <p:sp>
        <p:nvSpPr>
          <p:cNvPr id="149" name="Shape 146"/>
          <p:cNvSpPr/>
          <p:nvPr/>
        </p:nvSpPr>
        <p:spPr>
          <a:xfrm>
            <a:off x="8869680" y="2900477"/>
            <a:ext cx="242316" cy="69494"/>
          </a:xfrm>
          <a:prstGeom prst="rect">
            <a:avLst/>
          </a:prstGeom>
          <a:solidFill>
            <a:srgbClr val="16305B"/>
          </a:solidFill>
          <a:ln w="12700">
            <a:solidFill>
              <a:srgbClr val="16305B"/>
            </a:solidFill>
            <a:prstDash val="solid"/>
          </a:ln>
        </p:spPr>
      </p:sp>
      <p:sp>
        <p:nvSpPr>
          <p:cNvPr id="150" name="Shape 147"/>
          <p:cNvSpPr/>
          <p:nvPr/>
        </p:nvSpPr>
        <p:spPr>
          <a:xfrm>
            <a:off x="9134856" y="2900477"/>
            <a:ext cx="242316" cy="69494"/>
          </a:xfrm>
          <a:prstGeom prst="rect">
            <a:avLst/>
          </a:prstGeom>
          <a:solidFill>
            <a:srgbClr val="E4EBF3"/>
          </a:solidFill>
          <a:ln w="12700">
            <a:solidFill>
              <a:srgbClr val="E4EBF3"/>
            </a:solidFill>
            <a:prstDash val="solid"/>
          </a:ln>
        </p:spPr>
      </p:sp>
      <p:sp>
        <p:nvSpPr>
          <p:cNvPr id="151" name="Shape 148"/>
          <p:cNvSpPr/>
          <p:nvPr/>
        </p:nvSpPr>
        <p:spPr>
          <a:xfrm>
            <a:off x="9400032" y="2900477"/>
            <a:ext cx="242316" cy="69494"/>
          </a:xfrm>
          <a:prstGeom prst="rect">
            <a:avLst/>
          </a:prstGeom>
          <a:solidFill>
            <a:srgbClr val="16305B"/>
          </a:solidFill>
          <a:ln w="12700">
            <a:solidFill>
              <a:srgbClr val="16305B"/>
            </a:solidFill>
            <a:prstDash val="solid"/>
          </a:ln>
        </p:spPr>
      </p:sp>
      <p:sp>
        <p:nvSpPr>
          <p:cNvPr id="152" name="Shape 149"/>
          <p:cNvSpPr/>
          <p:nvPr/>
        </p:nvSpPr>
        <p:spPr>
          <a:xfrm>
            <a:off x="9665208" y="2900477"/>
            <a:ext cx="242316" cy="69494"/>
          </a:xfrm>
          <a:prstGeom prst="rect">
            <a:avLst/>
          </a:prstGeom>
          <a:solidFill>
            <a:srgbClr val="8FB0D4"/>
          </a:solidFill>
          <a:ln w="12700">
            <a:solidFill>
              <a:srgbClr val="8FB0D4"/>
            </a:solidFill>
            <a:prstDash val="solid"/>
          </a:ln>
        </p:spPr>
      </p:sp>
      <p:sp>
        <p:nvSpPr>
          <p:cNvPr id="153" name="Shape 150"/>
          <p:cNvSpPr/>
          <p:nvPr/>
        </p:nvSpPr>
        <p:spPr>
          <a:xfrm>
            <a:off x="9930384" y="2900477"/>
            <a:ext cx="242316" cy="69494"/>
          </a:xfrm>
          <a:prstGeom prst="rect">
            <a:avLst/>
          </a:prstGeom>
          <a:solidFill>
            <a:srgbClr val="16305B"/>
          </a:solidFill>
          <a:ln w="12700">
            <a:solidFill>
              <a:srgbClr val="16305B"/>
            </a:solidFill>
            <a:prstDash val="solid"/>
          </a:ln>
        </p:spPr>
      </p:sp>
      <p:sp>
        <p:nvSpPr>
          <p:cNvPr id="154" name="Shape 151"/>
          <p:cNvSpPr/>
          <p:nvPr/>
        </p:nvSpPr>
        <p:spPr>
          <a:xfrm>
            <a:off x="10195560" y="2900477"/>
            <a:ext cx="242316" cy="69494"/>
          </a:xfrm>
          <a:prstGeom prst="rect">
            <a:avLst/>
          </a:prstGeom>
          <a:solidFill>
            <a:srgbClr val="E4EBF3"/>
          </a:solidFill>
          <a:ln w="12700">
            <a:solidFill>
              <a:srgbClr val="E4EBF3"/>
            </a:solidFill>
            <a:prstDash val="solid"/>
          </a:ln>
        </p:spPr>
      </p:sp>
      <p:sp>
        <p:nvSpPr>
          <p:cNvPr id="155" name="Shape 152"/>
          <p:cNvSpPr/>
          <p:nvPr/>
        </p:nvSpPr>
        <p:spPr>
          <a:xfrm>
            <a:off x="10460736" y="2900477"/>
            <a:ext cx="242316" cy="69494"/>
          </a:xfrm>
          <a:prstGeom prst="rect">
            <a:avLst/>
          </a:prstGeom>
          <a:solidFill>
            <a:srgbClr val="0090B0"/>
          </a:solidFill>
          <a:ln w="12700">
            <a:solidFill>
              <a:srgbClr val="0090B0"/>
            </a:solidFill>
            <a:prstDash val="solid"/>
          </a:ln>
        </p:spPr>
      </p:sp>
      <p:sp>
        <p:nvSpPr>
          <p:cNvPr id="156" name="Shape 153"/>
          <p:cNvSpPr/>
          <p:nvPr/>
        </p:nvSpPr>
        <p:spPr>
          <a:xfrm>
            <a:off x="10725912" y="2900477"/>
            <a:ext cx="242316" cy="69494"/>
          </a:xfrm>
          <a:prstGeom prst="rect">
            <a:avLst/>
          </a:prstGeom>
          <a:solidFill>
            <a:srgbClr val="0090B0"/>
          </a:solidFill>
          <a:ln w="12700">
            <a:solidFill>
              <a:srgbClr val="0090B0"/>
            </a:solidFill>
            <a:prstDash val="solid"/>
          </a:ln>
        </p:spPr>
      </p:sp>
      <p:sp>
        <p:nvSpPr>
          <p:cNvPr id="157" name="Shape 154"/>
          <p:cNvSpPr/>
          <p:nvPr/>
        </p:nvSpPr>
        <p:spPr>
          <a:xfrm>
            <a:off x="10991088" y="2900477"/>
            <a:ext cx="242316" cy="69494"/>
          </a:xfrm>
          <a:prstGeom prst="rect">
            <a:avLst/>
          </a:prstGeom>
          <a:solidFill>
            <a:srgbClr val="E2F4F8"/>
          </a:solidFill>
          <a:ln w="12700">
            <a:solidFill>
              <a:srgbClr val="E2F4F8"/>
            </a:solidFill>
            <a:prstDash val="solid"/>
          </a:ln>
        </p:spPr>
      </p:sp>
      <p:sp>
        <p:nvSpPr>
          <p:cNvPr id="158" name="Shape 155"/>
          <p:cNvSpPr/>
          <p:nvPr/>
        </p:nvSpPr>
        <p:spPr>
          <a:xfrm>
            <a:off x="7543800" y="2986430"/>
            <a:ext cx="242316" cy="69494"/>
          </a:xfrm>
          <a:prstGeom prst="rect">
            <a:avLst/>
          </a:prstGeom>
          <a:solidFill>
            <a:srgbClr val="16305B"/>
          </a:solidFill>
          <a:ln w="12700">
            <a:solidFill>
              <a:srgbClr val="16305B"/>
            </a:solidFill>
            <a:prstDash val="solid"/>
          </a:ln>
        </p:spPr>
      </p:sp>
      <p:sp>
        <p:nvSpPr>
          <p:cNvPr id="159" name="Shape 156"/>
          <p:cNvSpPr/>
          <p:nvPr/>
        </p:nvSpPr>
        <p:spPr>
          <a:xfrm>
            <a:off x="7808976" y="2986430"/>
            <a:ext cx="242316" cy="69494"/>
          </a:xfrm>
          <a:prstGeom prst="rect">
            <a:avLst/>
          </a:prstGeom>
          <a:solidFill>
            <a:srgbClr val="E4EBF3"/>
          </a:solidFill>
          <a:ln w="12700">
            <a:solidFill>
              <a:srgbClr val="E4EBF3"/>
            </a:solidFill>
            <a:prstDash val="solid"/>
          </a:ln>
        </p:spPr>
      </p:sp>
      <p:sp>
        <p:nvSpPr>
          <p:cNvPr id="160" name="Shape 157"/>
          <p:cNvSpPr/>
          <p:nvPr/>
        </p:nvSpPr>
        <p:spPr>
          <a:xfrm>
            <a:off x="8074152" y="2986430"/>
            <a:ext cx="242316" cy="69494"/>
          </a:xfrm>
          <a:prstGeom prst="rect">
            <a:avLst/>
          </a:prstGeom>
          <a:solidFill>
            <a:srgbClr val="E4EBF3"/>
          </a:solidFill>
          <a:ln w="12700">
            <a:solidFill>
              <a:srgbClr val="E4EBF3"/>
            </a:solidFill>
            <a:prstDash val="solid"/>
          </a:ln>
        </p:spPr>
      </p:sp>
      <p:sp>
        <p:nvSpPr>
          <p:cNvPr id="161" name="Shape 158"/>
          <p:cNvSpPr/>
          <p:nvPr/>
        </p:nvSpPr>
        <p:spPr>
          <a:xfrm>
            <a:off x="8339328" y="2986430"/>
            <a:ext cx="242316" cy="69494"/>
          </a:xfrm>
          <a:prstGeom prst="rect">
            <a:avLst/>
          </a:prstGeom>
          <a:solidFill>
            <a:srgbClr val="E4EBF3"/>
          </a:solidFill>
          <a:ln w="12700">
            <a:solidFill>
              <a:srgbClr val="E4EBF3"/>
            </a:solidFill>
            <a:prstDash val="solid"/>
          </a:ln>
        </p:spPr>
      </p:sp>
      <p:sp>
        <p:nvSpPr>
          <p:cNvPr id="162" name="Shape 159"/>
          <p:cNvSpPr/>
          <p:nvPr/>
        </p:nvSpPr>
        <p:spPr>
          <a:xfrm>
            <a:off x="8604504" y="2986430"/>
            <a:ext cx="242316" cy="69494"/>
          </a:xfrm>
          <a:prstGeom prst="rect">
            <a:avLst/>
          </a:prstGeom>
          <a:solidFill>
            <a:srgbClr val="E4EBF3"/>
          </a:solidFill>
          <a:ln w="12700">
            <a:solidFill>
              <a:srgbClr val="E4EBF3"/>
            </a:solidFill>
            <a:prstDash val="solid"/>
          </a:ln>
        </p:spPr>
      </p:sp>
      <p:sp>
        <p:nvSpPr>
          <p:cNvPr id="163" name="Shape 160"/>
          <p:cNvSpPr/>
          <p:nvPr/>
        </p:nvSpPr>
        <p:spPr>
          <a:xfrm>
            <a:off x="8869680" y="2986430"/>
            <a:ext cx="242316" cy="69494"/>
          </a:xfrm>
          <a:prstGeom prst="rect">
            <a:avLst/>
          </a:prstGeom>
          <a:solidFill>
            <a:srgbClr val="16305B"/>
          </a:solidFill>
          <a:ln w="12700">
            <a:solidFill>
              <a:srgbClr val="16305B"/>
            </a:solidFill>
            <a:prstDash val="solid"/>
          </a:ln>
        </p:spPr>
      </p:sp>
      <p:sp>
        <p:nvSpPr>
          <p:cNvPr id="164" name="Shape 161"/>
          <p:cNvSpPr/>
          <p:nvPr/>
        </p:nvSpPr>
        <p:spPr>
          <a:xfrm>
            <a:off x="9134856" y="2986430"/>
            <a:ext cx="242316" cy="69494"/>
          </a:xfrm>
          <a:prstGeom prst="rect">
            <a:avLst/>
          </a:prstGeom>
          <a:solidFill>
            <a:srgbClr val="16305B"/>
          </a:solidFill>
          <a:ln w="12700">
            <a:solidFill>
              <a:srgbClr val="16305B"/>
            </a:solidFill>
            <a:prstDash val="solid"/>
          </a:ln>
        </p:spPr>
      </p:sp>
      <p:sp>
        <p:nvSpPr>
          <p:cNvPr id="165" name="Shape 162"/>
          <p:cNvSpPr/>
          <p:nvPr/>
        </p:nvSpPr>
        <p:spPr>
          <a:xfrm>
            <a:off x="9400032" y="2986430"/>
            <a:ext cx="242316" cy="69494"/>
          </a:xfrm>
          <a:prstGeom prst="rect">
            <a:avLst/>
          </a:prstGeom>
          <a:solidFill>
            <a:srgbClr val="E4EBF3"/>
          </a:solidFill>
          <a:ln w="12700">
            <a:solidFill>
              <a:srgbClr val="E4EBF3"/>
            </a:solidFill>
            <a:prstDash val="solid"/>
          </a:ln>
        </p:spPr>
      </p:sp>
      <p:sp>
        <p:nvSpPr>
          <p:cNvPr id="166" name="Shape 163"/>
          <p:cNvSpPr/>
          <p:nvPr/>
        </p:nvSpPr>
        <p:spPr>
          <a:xfrm>
            <a:off x="9665208" y="2986430"/>
            <a:ext cx="242316" cy="69494"/>
          </a:xfrm>
          <a:prstGeom prst="rect">
            <a:avLst/>
          </a:prstGeom>
          <a:solidFill>
            <a:srgbClr val="16305B"/>
          </a:solidFill>
          <a:ln w="12700">
            <a:solidFill>
              <a:srgbClr val="16305B"/>
            </a:solidFill>
            <a:prstDash val="solid"/>
          </a:ln>
        </p:spPr>
      </p:sp>
      <p:sp>
        <p:nvSpPr>
          <p:cNvPr id="167" name="Shape 164"/>
          <p:cNvSpPr/>
          <p:nvPr/>
        </p:nvSpPr>
        <p:spPr>
          <a:xfrm>
            <a:off x="9930384" y="2986430"/>
            <a:ext cx="242316" cy="69494"/>
          </a:xfrm>
          <a:prstGeom prst="rect">
            <a:avLst/>
          </a:prstGeom>
          <a:solidFill>
            <a:srgbClr val="8FB0D4"/>
          </a:solidFill>
          <a:ln w="12700">
            <a:solidFill>
              <a:srgbClr val="8FB0D4"/>
            </a:solidFill>
            <a:prstDash val="solid"/>
          </a:ln>
        </p:spPr>
      </p:sp>
      <p:sp>
        <p:nvSpPr>
          <p:cNvPr id="168" name="Shape 165"/>
          <p:cNvSpPr/>
          <p:nvPr/>
        </p:nvSpPr>
        <p:spPr>
          <a:xfrm>
            <a:off x="10195560" y="2986430"/>
            <a:ext cx="242316" cy="69494"/>
          </a:xfrm>
          <a:prstGeom prst="rect">
            <a:avLst/>
          </a:prstGeom>
          <a:solidFill>
            <a:srgbClr val="16305B"/>
          </a:solidFill>
          <a:ln w="12700">
            <a:solidFill>
              <a:srgbClr val="16305B"/>
            </a:solidFill>
            <a:prstDash val="solid"/>
          </a:ln>
        </p:spPr>
      </p:sp>
      <p:sp>
        <p:nvSpPr>
          <p:cNvPr id="169" name="Shape 166"/>
          <p:cNvSpPr/>
          <p:nvPr/>
        </p:nvSpPr>
        <p:spPr>
          <a:xfrm>
            <a:off x="10460736" y="2986430"/>
            <a:ext cx="242316" cy="69494"/>
          </a:xfrm>
          <a:prstGeom prst="rect">
            <a:avLst/>
          </a:prstGeom>
          <a:solidFill>
            <a:srgbClr val="E2F4F8"/>
          </a:solidFill>
          <a:ln w="12700">
            <a:solidFill>
              <a:srgbClr val="E2F4F8"/>
            </a:solidFill>
            <a:prstDash val="solid"/>
          </a:ln>
        </p:spPr>
      </p:sp>
      <p:sp>
        <p:nvSpPr>
          <p:cNvPr id="170" name="Shape 167"/>
          <p:cNvSpPr/>
          <p:nvPr/>
        </p:nvSpPr>
        <p:spPr>
          <a:xfrm>
            <a:off x="10725912" y="2986430"/>
            <a:ext cx="242316" cy="69494"/>
          </a:xfrm>
          <a:prstGeom prst="rect">
            <a:avLst/>
          </a:prstGeom>
          <a:solidFill>
            <a:srgbClr val="0090B0"/>
          </a:solidFill>
          <a:ln w="12700">
            <a:solidFill>
              <a:srgbClr val="0090B0"/>
            </a:solidFill>
            <a:prstDash val="solid"/>
          </a:ln>
        </p:spPr>
      </p:sp>
      <p:sp>
        <p:nvSpPr>
          <p:cNvPr id="171" name="Shape 168"/>
          <p:cNvSpPr/>
          <p:nvPr/>
        </p:nvSpPr>
        <p:spPr>
          <a:xfrm>
            <a:off x="10991088" y="2986430"/>
            <a:ext cx="242316" cy="69494"/>
          </a:xfrm>
          <a:prstGeom prst="rect">
            <a:avLst/>
          </a:prstGeom>
          <a:solidFill>
            <a:srgbClr val="0090B0"/>
          </a:solidFill>
          <a:ln w="12700">
            <a:solidFill>
              <a:srgbClr val="0090B0"/>
            </a:solidFill>
            <a:prstDash val="solid"/>
          </a:ln>
        </p:spPr>
      </p:sp>
      <p:sp>
        <p:nvSpPr>
          <p:cNvPr id="172" name="Shape 169"/>
          <p:cNvSpPr/>
          <p:nvPr/>
        </p:nvSpPr>
        <p:spPr>
          <a:xfrm>
            <a:off x="7543800" y="3072384"/>
            <a:ext cx="242316" cy="69494"/>
          </a:xfrm>
          <a:prstGeom prst="rect">
            <a:avLst/>
          </a:prstGeom>
          <a:solidFill>
            <a:srgbClr val="16305B"/>
          </a:solidFill>
          <a:ln w="12700">
            <a:solidFill>
              <a:srgbClr val="16305B"/>
            </a:solidFill>
            <a:prstDash val="solid"/>
          </a:ln>
        </p:spPr>
      </p:sp>
      <p:sp>
        <p:nvSpPr>
          <p:cNvPr id="173" name="Shape 170"/>
          <p:cNvSpPr/>
          <p:nvPr/>
        </p:nvSpPr>
        <p:spPr>
          <a:xfrm>
            <a:off x="7808976" y="3072384"/>
            <a:ext cx="242316" cy="69494"/>
          </a:xfrm>
          <a:prstGeom prst="rect">
            <a:avLst/>
          </a:prstGeom>
          <a:solidFill>
            <a:srgbClr val="16305B"/>
          </a:solidFill>
          <a:ln w="12700">
            <a:solidFill>
              <a:srgbClr val="16305B"/>
            </a:solidFill>
            <a:prstDash val="solid"/>
          </a:ln>
        </p:spPr>
      </p:sp>
      <p:sp>
        <p:nvSpPr>
          <p:cNvPr id="174" name="Shape 171"/>
          <p:cNvSpPr/>
          <p:nvPr/>
        </p:nvSpPr>
        <p:spPr>
          <a:xfrm>
            <a:off x="8074152" y="3072384"/>
            <a:ext cx="242316" cy="69494"/>
          </a:xfrm>
          <a:prstGeom prst="rect">
            <a:avLst/>
          </a:prstGeom>
          <a:solidFill>
            <a:srgbClr val="E4EBF3"/>
          </a:solidFill>
          <a:ln w="12700">
            <a:solidFill>
              <a:srgbClr val="E4EBF3"/>
            </a:solidFill>
            <a:prstDash val="solid"/>
          </a:ln>
        </p:spPr>
      </p:sp>
      <p:sp>
        <p:nvSpPr>
          <p:cNvPr id="175" name="Shape 172"/>
          <p:cNvSpPr/>
          <p:nvPr/>
        </p:nvSpPr>
        <p:spPr>
          <a:xfrm>
            <a:off x="8339328" y="3072384"/>
            <a:ext cx="242316" cy="69494"/>
          </a:xfrm>
          <a:prstGeom prst="rect">
            <a:avLst/>
          </a:prstGeom>
          <a:solidFill>
            <a:srgbClr val="E4EBF3"/>
          </a:solidFill>
          <a:ln w="12700">
            <a:solidFill>
              <a:srgbClr val="E4EBF3"/>
            </a:solidFill>
            <a:prstDash val="solid"/>
          </a:ln>
        </p:spPr>
      </p:sp>
      <p:sp>
        <p:nvSpPr>
          <p:cNvPr id="176" name="Shape 173"/>
          <p:cNvSpPr/>
          <p:nvPr/>
        </p:nvSpPr>
        <p:spPr>
          <a:xfrm>
            <a:off x="8604504" y="3072384"/>
            <a:ext cx="242316" cy="69494"/>
          </a:xfrm>
          <a:prstGeom prst="rect">
            <a:avLst/>
          </a:prstGeom>
          <a:solidFill>
            <a:srgbClr val="E4EBF3"/>
          </a:solidFill>
          <a:ln w="12700">
            <a:solidFill>
              <a:srgbClr val="E4EBF3"/>
            </a:solidFill>
            <a:prstDash val="solid"/>
          </a:ln>
        </p:spPr>
      </p:sp>
      <p:sp>
        <p:nvSpPr>
          <p:cNvPr id="177" name="Shape 174"/>
          <p:cNvSpPr/>
          <p:nvPr/>
        </p:nvSpPr>
        <p:spPr>
          <a:xfrm>
            <a:off x="8869680" y="3072384"/>
            <a:ext cx="242316" cy="69494"/>
          </a:xfrm>
          <a:prstGeom prst="rect">
            <a:avLst/>
          </a:prstGeom>
          <a:solidFill>
            <a:srgbClr val="E4EBF3"/>
          </a:solidFill>
          <a:ln w="12700">
            <a:solidFill>
              <a:srgbClr val="E4EBF3"/>
            </a:solidFill>
            <a:prstDash val="solid"/>
          </a:ln>
        </p:spPr>
      </p:sp>
      <p:sp>
        <p:nvSpPr>
          <p:cNvPr id="178" name="Shape 175"/>
          <p:cNvSpPr/>
          <p:nvPr/>
        </p:nvSpPr>
        <p:spPr>
          <a:xfrm>
            <a:off x="9134856" y="3072384"/>
            <a:ext cx="242316" cy="69494"/>
          </a:xfrm>
          <a:prstGeom prst="rect">
            <a:avLst/>
          </a:prstGeom>
          <a:solidFill>
            <a:srgbClr val="16305B"/>
          </a:solidFill>
          <a:ln w="12700">
            <a:solidFill>
              <a:srgbClr val="16305B"/>
            </a:solidFill>
            <a:prstDash val="solid"/>
          </a:ln>
        </p:spPr>
      </p:sp>
      <p:sp>
        <p:nvSpPr>
          <p:cNvPr id="179" name="Shape 176"/>
          <p:cNvSpPr/>
          <p:nvPr/>
        </p:nvSpPr>
        <p:spPr>
          <a:xfrm>
            <a:off x="9400032" y="3072384"/>
            <a:ext cx="242316" cy="69494"/>
          </a:xfrm>
          <a:prstGeom prst="rect">
            <a:avLst/>
          </a:prstGeom>
          <a:solidFill>
            <a:srgbClr val="16305B"/>
          </a:solidFill>
          <a:ln w="12700">
            <a:solidFill>
              <a:srgbClr val="16305B"/>
            </a:solidFill>
            <a:prstDash val="solid"/>
          </a:ln>
        </p:spPr>
      </p:sp>
      <p:sp>
        <p:nvSpPr>
          <p:cNvPr id="180" name="Shape 177"/>
          <p:cNvSpPr/>
          <p:nvPr/>
        </p:nvSpPr>
        <p:spPr>
          <a:xfrm>
            <a:off x="9665208" y="3072384"/>
            <a:ext cx="242316" cy="69494"/>
          </a:xfrm>
          <a:prstGeom prst="rect">
            <a:avLst/>
          </a:prstGeom>
          <a:solidFill>
            <a:srgbClr val="E4EBF3"/>
          </a:solidFill>
          <a:ln w="12700">
            <a:solidFill>
              <a:srgbClr val="E4EBF3"/>
            </a:solidFill>
            <a:prstDash val="solid"/>
          </a:ln>
        </p:spPr>
      </p:sp>
      <p:sp>
        <p:nvSpPr>
          <p:cNvPr id="181" name="Shape 178"/>
          <p:cNvSpPr/>
          <p:nvPr/>
        </p:nvSpPr>
        <p:spPr>
          <a:xfrm>
            <a:off x="9930384" y="3072384"/>
            <a:ext cx="242316" cy="69494"/>
          </a:xfrm>
          <a:prstGeom prst="rect">
            <a:avLst/>
          </a:prstGeom>
          <a:solidFill>
            <a:srgbClr val="16305B"/>
          </a:solidFill>
          <a:ln w="12700">
            <a:solidFill>
              <a:srgbClr val="16305B"/>
            </a:solidFill>
            <a:prstDash val="solid"/>
          </a:ln>
        </p:spPr>
      </p:sp>
      <p:sp>
        <p:nvSpPr>
          <p:cNvPr id="182" name="Shape 179"/>
          <p:cNvSpPr/>
          <p:nvPr/>
        </p:nvSpPr>
        <p:spPr>
          <a:xfrm>
            <a:off x="10195560" y="3072384"/>
            <a:ext cx="242316" cy="69494"/>
          </a:xfrm>
          <a:prstGeom prst="rect">
            <a:avLst/>
          </a:prstGeom>
          <a:solidFill>
            <a:srgbClr val="8FB0D4"/>
          </a:solidFill>
          <a:ln w="12700">
            <a:solidFill>
              <a:srgbClr val="8FB0D4"/>
            </a:solidFill>
            <a:prstDash val="solid"/>
          </a:ln>
        </p:spPr>
      </p:sp>
      <p:sp>
        <p:nvSpPr>
          <p:cNvPr id="183" name="Shape 180"/>
          <p:cNvSpPr/>
          <p:nvPr/>
        </p:nvSpPr>
        <p:spPr>
          <a:xfrm>
            <a:off x="10460736" y="3072384"/>
            <a:ext cx="242316" cy="69494"/>
          </a:xfrm>
          <a:prstGeom prst="rect">
            <a:avLst/>
          </a:prstGeom>
          <a:solidFill>
            <a:srgbClr val="0090B0"/>
          </a:solidFill>
          <a:ln w="12700">
            <a:solidFill>
              <a:srgbClr val="0090B0"/>
            </a:solidFill>
            <a:prstDash val="solid"/>
          </a:ln>
        </p:spPr>
      </p:sp>
      <p:sp>
        <p:nvSpPr>
          <p:cNvPr id="184" name="Shape 181"/>
          <p:cNvSpPr/>
          <p:nvPr/>
        </p:nvSpPr>
        <p:spPr>
          <a:xfrm>
            <a:off x="10725912" y="3072384"/>
            <a:ext cx="242316" cy="69494"/>
          </a:xfrm>
          <a:prstGeom prst="rect">
            <a:avLst/>
          </a:prstGeom>
          <a:solidFill>
            <a:srgbClr val="E2F4F8"/>
          </a:solidFill>
          <a:ln w="12700">
            <a:solidFill>
              <a:srgbClr val="E2F4F8"/>
            </a:solidFill>
            <a:prstDash val="solid"/>
          </a:ln>
        </p:spPr>
      </p:sp>
      <p:sp>
        <p:nvSpPr>
          <p:cNvPr id="185" name="Shape 182"/>
          <p:cNvSpPr/>
          <p:nvPr/>
        </p:nvSpPr>
        <p:spPr>
          <a:xfrm>
            <a:off x="10991088" y="3072384"/>
            <a:ext cx="242316" cy="69494"/>
          </a:xfrm>
          <a:prstGeom prst="rect">
            <a:avLst/>
          </a:prstGeom>
          <a:solidFill>
            <a:srgbClr val="0090B0"/>
          </a:solidFill>
          <a:ln w="12700">
            <a:solidFill>
              <a:srgbClr val="0090B0"/>
            </a:solidFill>
            <a:prstDash val="solid"/>
          </a:ln>
        </p:spPr>
      </p:sp>
      <p:sp>
        <p:nvSpPr>
          <p:cNvPr id="186" name="Shape 183"/>
          <p:cNvSpPr/>
          <p:nvPr/>
        </p:nvSpPr>
        <p:spPr>
          <a:xfrm>
            <a:off x="7543800" y="3158338"/>
            <a:ext cx="242316" cy="69494"/>
          </a:xfrm>
          <a:prstGeom prst="rect">
            <a:avLst/>
          </a:prstGeom>
          <a:solidFill>
            <a:srgbClr val="16305B"/>
          </a:solidFill>
          <a:ln w="12700">
            <a:solidFill>
              <a:srgbClr val="16305B"/>
            </a:solidFill>
            <a:prstDash val="solid"/>
          </a:ln>
        </p:spPr>
      </p:sp>
      <p:sp>
        <p:nvSpPr>
          <p:cNvPr id="187" name="Shape 184"/>
          <p:cNvSpPr/>
          <p:nvPr/>
        </p:nvSpPr>
        <p:spPr>
          <a:xfrm>
            <a:off x="7808976" y="3158338"/>
            <a:ext cx="242316" cy="69494"/>
          </a:xfrm>
          <a:prstGeom prst="rect">
            <a:avLst/>
          </a:prstGeom>
          <a:solidFill>
            <a:srgbClr val="16305B"/>
          </a:solidFill>
          <a:ln w="12700">
            <a:solidFill>
              <a:srgbClr val="16305B"/>
            </a:solidFill>
            <a:prstDash val="solid"/>
          </a:ln>
        </p:spPr>
      </p:sp>
      <p:sp>
        <p:nvSpPr>
          <p:cNvPr id="188" name="Shape 185"/>
          <p:cNvSpPr/>
          <p:nvPr/>
        </p:nvSpPr>
        <p:spPr>
          <a:xfrm>
            <a:off x="8074152" y="3158338"/>
            <a:ext cx="242316" cy="69494"/>
          </a:xfrm>
          <a:prstGeom prst="rect">
            <a:avLst/>
          </a:prstGeom>
          <a:solidFill>
            <a:srgbClr val="16305B"/>
          </a:solidFill>
          <a:ln w="12700">
            <a:solidFill>
              <a:srgbClr val="16305B"/>
            </a:solidFill>
            <a:prstDash val="solid"/>
          </a:ln>
        </p:spPr>
      </p:sp>
      <p:sp>
        <p:nvSpPr>
          <p:cNvPr id="189" name="Shape 186"/>
          <p:cNvSpPr/>
          <p:nvPr/>
        </p:nvSpPr>
        <p:spPr>
          <a:xfrm>
            <a:off x="8339328" y="3158338"/>
            <a:ext cx="242316" cy="69494"/>
          </a:xfrm>
          <a:prstGeom prst="rect">
            <a:avLst/>
          </a:prstGeom>
          <a:solidFill>
            <a:srgbClr val="E4EBF3"/>
          </a:solidFill>
          <a:ln w="12700">
            <a:solidFill>
              <a:srgbClr val="E4EBF3"/>
            </a:solidFill>
            <a:prstDash val="solid"/>
          </a:ln>
        </p:spPr>
      </p:sp>
      <p:sp>
        <p:nvSpPr>
          <p:cNvPr id="190" name="Shape 187"/>
          <p:cNvSpPr/>
          <p:nvPr/>
        </p:nvSpPr>
        <p:spPr>
          <a:xfrm>
            <a:off x="8604504" y="3158338"/>
            <a:ext cx="242316" cy="69494"/>
          </a:xfrm>
          <a:prstGeom prst="rect">
            <a:avLst/>
          </a:prstGeom>
          <a:solidFill>
            <a:srgbClr val="E4EBF3"/>
          </a:solidFill>
          <a:ln w="12700">
            <a:solidFill>
              <a:srgbClr val="E4EBF3"/>
            </a:solidFill>
            <a:prstDash val="solid"/>
          </a:ln>
        </p:spPr>
      </p:sp>
      <p:sp>
        <p:nvSpPr>
          <p:cNvPr id="191" name="Shape 188"/>
          <p:cNvSpPr/>
          <p:nvPr/>
        </p:nvSpPr>
        <p:spPr>
          <a:xfrm>
            <a:off x="8869680" y="3158338"/>
            <a:ext cx="242316" cy="69494"/>
          </a:xfrm>
          <a:prstGeom prst="rect">
            <a:avLst/>
          </a:prstGeom>
          <a:solidFill>
            <a:srgbClr val="E4EBF3"/>
          </a:solidFill>
          <a:ln w="12700">
            <a:solidFill>
              <a:srgbClr val="E4EBF3"/>
            </a:solidFill>
            <a:prstDash val="solid"/>
          </a:ln>
        </p:spPr>
      </p:sp>
      <p:sp>
        <p:nvSpPr>
          <p:cNvPr id="192" name="Shape 189"/>
          <p:cNvSpPr/>
          <p:nvPr/>
        </p:nvSpPr>
        <p:spPr>
          <a:xfrm>
            <a:off x="9134856" y="3158338"/>
            <a:ext cx="242316" cy="69494"/>
          </a:xfrm>
          <a:prstGeom prst="rect">
            <a:avLst/>
          </a:prstGeom>
          <a:solidFill>
            <a:srgbClr val="E4EBF3"/>
          </a:solidFill>
          <a:ln w="12700">
            <a:solidFill>
              <a:srgbClr val="E4EBF3"/>
            </a:solidFill>
            <a:prstDash val="solid"/>
          </a:ln>
        </p:spPr>
      </p:sp>
      <p:sp>
        <p:nvSpPr>
          <p:cNvPr id="193" name="Shape 190"/>
          <p:cNvSpPr/>
          <p:nvPr/>
        </p:nvSpPr>
        <p:spPr>
          <a:xfrm>
            <a:off x="9400032" y="3158338"/>
            <a:ext cx="242316" cy="69494"/>
          </a:xfrm>
          <a:prstGeom prst="rect">
            <a:avLst/>
          </a:prstGeom>
          <a:solidFill>
            <a:srgbClr val="16305B"/>
          </a:solidFill>
          <a:ln w="12700">
            <a:solidFill>
              <a:srgbClr val="16305B"/>
            </a:solidFill>
            <a:prstDash val="solid"/>
          </a:ln>
        </p:spPr>
      </p:sp>
      <p:sp>
        <p:nvSpPr>
          <p:cNvPr id="194" name="Shape 191"/>
          <p:cNvSpPr/>
          <p:nvPr/>
        </p:nvSpPr>
        <p:spPr>
          <a:xfrm>
            <a:off x="9665208" y="3158338"/>
            <a:ext cx="242316" cy="69494"/>
          </a:xfrm>
          <a:prstGeom prst="rect">
            <a:avLst/>
          </a:prstGeom>
          <a:solidFill>
            <a:srgbClr val="16305B"/>
          </a:solidFill>
          <a:ln w="12700">
            <a:solidFill>
              <a:srgbClr val="16305B"/>
            </a:solidFill>
            <a:prstDash val="solid"/>
          </a:ln>
        </p:spPr>
      </p:sp>
      <p:sp>
        <p:nvSpPr>
          <p:cNvPr id="195" name="Shape 192"/>
          <p:cNvSpPr/>
          <p:nvPr/>
        </p:nvSpPr>
        <p:spPr>
          <a:xfrm>
            <a:off x="9930384" y="3158338"/>
            <a:ext cx="242316" cy="69494"/>
          </a:xfrm>
          <a:prstGeom prst="rect">
            <a:avLst/>
          </a:prstGeom>
          <a:solidFill>
            <a:srgbClr val="E4EBF3"/>
          </a:solidFill>
          <a:ln w="12700">
            <a:solidFill>
              <a:srgbClr val="E4EBF3"/>
            </a:solidFill>
            <a:prstDash val="solid"/>
          </a:ln>
        </p:spPr>
      </p:sp>
      <p:sp>
        <p:nvSpPr>
          <p:cNvPr id="196" name="Shape 193"/>
          <p:cNvSpPr/>
          <p:nvPr/>
        </p:nvSpPr>
        <p:spPr>
          <a:xfrm>
            <a:off x="10195560" y="3158338"/>
            <a:ext cx="242316" cy="69494"/>
          </a:xfrm>
          <a:prstGeom prst="rect">
            <a:avLst/>
          </a:prstGeom>
          <a:solidFill>
            <a:srgbClr val="16305B"/>
          </a:solidFill>
          <a:ln w="12700">
            <a:solidFill>
              <a:srgbClr val="16305B"/>
            </a:solidFill>
            <a:prstDash val="solid"/>
          </a:ln>
        </p:spPr>
      </p:sp>
      <p:sp>
        <p:nvSpPr>
          <p:cNvPr id="197" name="Shape 194"/>
          <p:cNvSpPr/>
          <p:nvPr/>
        </p:nvSpPr>
        <p:spPr>
          <a:xfrm>
            <a:off x="10460736" y="3158338"/>
            <a:ext cx="242316" cy="69494"/>
          </a:xfrm>
          <a:prstGeom prst="rect">
            <a:avLst/>
          </a:prstGeom>
          <a:solidFill>
            <a:srgbClr val="8DD2E2"/>
          </a:solidFill>
          <a:ln w="12700">
            <a:solidFill>
              <a:srgbClr val="8DD2E2"/>
            </a:solidFill>
            <a:prstDash val="solid"/>
          </a:ln>
        </p:spPr>
      </p:sp>
      <p:sp>
        <p:nvSpPr>
          <p:cNvPr id="198" name="Shape 195"/>
          <p:cNvSpPr/>
          <p:nvPr/>
        </p:nvSpPr>
        <p:spPr>
          <a:xfrm>
            <a:off x="10725912" y="3158338"/>
            <a:ext cx="242316" cy="69494"/>
          </a:xfrm>
          <a:prstGeom prst="rect">
            <a:avLst/>
          </a:prstGeom>
          <a:solidFill>
            <a:srgbClr val="0090B0"/>
          </a:solidFill>
          <a:ln w="12700">
            <a:solidFill>
              <a:srgbClr val="0090B0"/>
            </a:solidFill>
            <a:prstDash val="solid"/>
          </a:ln>
        </p:spPr>
      </p:sp>
      <p:sp>
        <p:nvSpPr>
          <p:cNvPr id="199" name="Shape 196"/>
          <p:cNvSpPr/>
          <p:nvPr/>
        </p:nvSpPr>
        <p:spPr>
          <a:xfrm>
            <a:off x="10991088" y="3158338"/>
            <a:ext cx="242316" cy="69494"/>
          </a:xfrm>
          <a:prstGeom prst="rect">
            <a:avLst/>
          </a:prstGeom>
          <a:solidFill>
            <a:srgbClr val="E2F4F8"/>
          </a:solidFill>
          <a:ln w="12700">
            <a:solidFill>
              <a:srgbClr val="E2F4F8"/>
            </a:solidFill>
            <a:prstDash val="solid"/>
          </a:ln>
        </p:spPr>
      </p:sp>
      <p:sp>
        <p:nvSpPr>
          <p:cNvPr id="200" name="Shape 197"/>
          <p:cNvSpPr/>
          <p:nvPr/>
        </p:nvSpPr>
        <p:spPr>
          <a:xfrm>
            <a:off x="7543800" y="3244291"/>
            <a:ext cx="242316" cy="69494"/>
          </a:xfrm>
          <a:prstGeom prst="rect">
            <a:avLst/>
          </a:prstGeom>
          <a:solidFill>
            <a:srgbClr val="16305B"/>
          </a:solidFill>
          <a:ln w="12700">
            <a:solidFill>
              <a:srgbClr val="16305B"/>
            </a:solidFill>
            <a:prstDash val="solid"/>
          </a:ln>
        </p:spPr>
      </p:sp>
      <p:sp>
        <p:nvSpPr>
          <p:cNvPr id="201" name="Shape 198"/>
          <p:cNvSpPr/>
          <p:nvPr/>
        </p:nvSpPr>
        <p:spPr>
          <a:xfrm>
            <a:off x="7808976" y="3244291"/>
            <a:ext cx="242316" cy="69494"/>
          </a:xfrm>
          <a:prstGeom prst="rect">
            <a:avLst/>
          </a:prstGeom>
          <a:solidFill>
            <a:srgbClr val="E4EBF3"/>
          </a:solidFill>
          <a:ln w="12700">
            <a:solidFill>
              <a:srgbClr val="E4EBF3"/>
            </a:solidFill>
            <a:prstDash val="solid"/>
          </a:ln>
        </p:spPr>
      </p:sp>
      <p:sp>
        <p:nvSpPr>
          <p:cNvPr id="202" name="Shape 199"/>
          <p:cNvSpPr/>
          <p:nvPr/>
        </p:nvSpPr>
        <p:spPr>
          <a:xfrm>
            <a:off x="8074152" y="3244291"/>
            <a:ext cx="242316" cy="69494"/>
          </a:xfrm>
          <a:prstGeom prst="rect">
            <a:avLst/>
          </a:prstGeom>
          <a:solidFill>
            <a:srgbClr val="16305B"/>
          </a:solidFill>
          <a:ln w="12700">
            <a:solidFill>
              <a:srgbClr val="16305B"/>
            </a:solidFill>
            <a:prstDash val="solid"/>
          </a:ln>
        </p:spPr>
      </p:sp>
      <p:sp>
        <p:nvSpPr>
          <p:cNvPr id="203" name="Shape 200"/>
          <p:cNvSpPr/>
          <p:nvPr/>
        </p:nvSpPr>
        <p:spPr>
          <a:xfrm>
            <a:off x="8339328" y="3244291"/>
            <a:ext cx="242316" cy="69494"/>
          </a:xfrm>
          <a:prstGeom prst="rect">
            <a:avLst/>
          </a:prstGeom>
          <a:solidFill>
            <a:srgbClr val="16305B"/>
          </a:solidFill>
          <a:ln w="12700">
            <a:solidFill>
              <a:srgbClr val="16305B"/>
            </a:solidFill>
            <a:prstDash val="solid"/>
          </a:ln>
        </p:spPr>
      </p:sp>
      <p:sp>
        <p:nvSpPr>
          <p:cNvPr id="204" name="Shape 201"/>
          <p:cNvSpPr/>
          <p:nvPr/>
        </p:nvSpPr>
        <p:spPr>
          <a:xfrm>
            <a:off x="8604504" y="3244291"/>
            <a:ext cx="242316" cy="69494"/>
          </a:xfrm>
          <a:prstGeom prst="rect">
            <a:avLst/>
          </a:prstGeom>
          <a:solidFill>
            <a:srgbClr val="E4EBF3"/>
          </a:solidFill>
          <a:ln w="12700">
            <a:solidFill>
              <a:srgbClr val="E4EBF3"/>
            </a:solidFill>
            <a:prstDash val="solid"/>
          </a:ln>
        </p:spPr>
      </p:sp>
      <p:sp>
        <p:nvSpPr>
          <p:cNvPr id="205" name="Shape 202"/>
          <p:cNvSpPr/>
          <p:nvPr/>
        </p:nvSpPr>
        <p:spPr>
          <a:xfrm>
            <a:off x="8869680" y="3244291"/>
            <a:ext cx="242316" cy="69494"/>
          </a:xfrm>
          <a:prstGeom prst="rect">
            <a:avLst/>
          </a:prstGeom>
          <a:solidFill>
            <a:srgbClr val="E4EBF3"/>
          </a:solidFill>
          <a:ln w="12700">
            <a:solidFill>
              <a:srgbClr val="E4EBF3"/>
            </a:solidFill>
            <a:prstDash val="solid"/>
          </a:ln>
        </p:spPr>
      </p:sp>
      <p:sp>
        <p:nvSpPr>
          <p:cNvPr id="206" name="Shape 203"/>
          <p:cNvSpPr/>
          <p:nvPr/>
        </p:nvSpPr>
        <p:spPr>
          <a:xfrm>
            <a:off x="9134856" y="3244291"/>
            <a:ext cx="242316" cy="69494"/>
          </a:xfrm>
          <a:prstGeom prst="rect">
            <a:avLst/>
          </a:prstGeom>
          <a:solidFill>
            <a:srgbClr val="E4EBF3"/>
          </a:solidFill>
          <a:ln w="12700">
            <a:solidFill>
              <a:srgbClr val="E4EBF3"/>
            </a:solidFill>
            <a:prstDash val="solid"/>
          </a:ln>
        </p:spPr>
      </p:sp>
      <p:sp>
        <p:nvSpPr>
          <p:cNvPr id="207" name="Shape 204"/>
          <p:cNvSpPr/>
          <p:nvPr/>
        </p:nvSpPr>
        <p:spPr>
          <a:xfrm>
            <a:off x="9400032" y="3244291"/>
            <a:ext cx="242316" cy="69494"/>
          </a:xfrm>
          <a:prstGeom prst="rect">
            <a:avLst/>
          </a:prstGeom>
          <a:solidFill>
            <a:srgbClr val="E4EBF3"/>
          </a:solidFill>
          <a:ln w="12700">
            <a:solidFill>
              <a:srgbClr val="E4EBF3"/>
            </a:solidFill>
            <a:prstDash val="solid"/>
          </a:ln>
        </p:spPr>
      </p:sp>
      <p:sp>
        <p:nvSpPr>
          <p:cNvPr id="208" name="Shape 205"/>
          <p:cNvSpPr/>
          <p:nvPr/>
        </p:nvSpPr>
        <p:spPr>
          <a:xfrm>
            <a:off x="9665208" y="3244291"/>
            <a:ext cx="242316" cy="69494"/>
          </a:xfrm>
          <a:prstGeom prst="rect">
            <a:avLst/>
          </a:prstGeom>
          <a:solidFill>
            <a:srgbClr val="16305B"/>
          </a:solidFill>
          <a:ln w="12700">
            <a:solidFill>
              <a:srgbClr val="16305B"/>
            </a:solidFill>
            <a:prstDash val="solid"/>
          </a:ln>
        </p:spPr>
      </p:sp>
      <p:sp>
        <p:nvSpPr>
          <p:cNvPr id="209" name="Shape 206"/>
          <p:cNvSpPr/>
          <p:nvPr/>
        </p:nvSpPr>
        <p:spPr>
          <a:xfrm>
            <a:off x="9930384" y="3244291"/>
            <a:ext cx="242316" cy="69494"/>
          </a:xfrm>
          <a:prstGeom prst="rect">
            <a:avLst/>
          </a:prstGeom>
          <a:solidFill>
            <a:srgbClr val="16305B"/>
          </a:solidFill>
          <a:ln w="12700">
            <a:solidFill>
              <a:srgbClr val="16305B"/>
            </a:solidFill>
            <a:prstDash val="solid"/>
          </a:ln>
        </p:spPr>
      </p:sp>
      <p:sp>
        <p:nvSpPr>
          <p:cNvPr id="210" name="Shape 207"/>
          <p:cNvSpPr/>
          <p:nvPr/>
        </p:nvSpPr>
        <p:spPr>
          <a:xfrm>
            <a:off x="10195560" y="3244291"/>
            <a:ext cx="242316" cy="69494"/>
          </a:xfrm>
          <a:prstGeom prst="rect">
            <a:avLst/>
          </a:prstGeom>
          <a:solidFill>
            <a:srgbClr val="E4EBF3"/>
          </a:solidFill>
          <a:ln w="12700">
            <a:solidFill>
              <a:srgbClr val="E4EBF3"/>
            </a:solidFill>
            <a:prstDash val="solid"/>
          </a:ln>
        </p:spPr>
      </p:sp>
      <p:sp>
        <p:nvSpPr>
          <p:cNvPr id="211" name="Shape 208"/>
          <p:cNvSpPr/>
          <p:nvPr/>
        </p:nvSpPr>
        <p:spPr>
          <a:xfrm>
            <a:off x="10460736" y="3244291"/>
            <a:ext cx="242316" cy="69494"/>
          </a:xfrm>
          <a:prstGeom prst="rect">
            <a:avLst/>
          </a:prstGeom>
          <a:solidFill>
            <a:srgbClr val="0090B0"/>
          </a:solidFill>
          <a:ln w="12700">
            <a:solidFill>
              <a:srgbClr val="0090B0"/>
            </a:solidFill>
            <a:prstDash val="solid"/>
          </a:ln>
        </p:spPr>
      </p:sp>
      <p:sp>
        <p:nvSpPr>
          <p:cNvPr id="212" name="Shape 209"/>
          <p:cNvSpPr/>
          <p:nvPr/>
        </p:nvSpPr>
        <p:spPr>
          <a:xfrm>
            <a:off x="10725912" y="3244291"/>
            <a:ext cx="242316" cy="69494"/>
          </a:xfrm>
          <a:prstGeom prst="rect">
            <a:avLst/>
          </a:prstGeom>
          <a:solidFill>
            <a:srgbClr val="8DD2E2"/>
          </a:solidFill>
          <a:ln w="12700">
            <a:solidFill>
              <a:srgbClr val="8DD2E2"/>
            </a:solidFill>
            <a:prstDash val="solid"/>
          </a:ln>
        </p:spPr>
      </p:sp>
      <p:sp>
        <p:nvSpPr>
          <p:cNvPr id="213" name="Shape 210"/>
          <p:cNvSpPr/>
          <p:nvPr/>
        </p:nvSpPr>
        <p:spPr>
          <a:xfrm>
            <a:off x="10991088" y="3244291"/>
            <a:ext cx="242316" cy="69494"/>
          </a:xfrm>
          <a:prstGeom prst="rect">
            <a:avLst/>
          </a:prstGeom>
          <a:solidFill>
            <a:srgbClr val="0090B0"/>
          </a:solidFill>
          <a:ln w="12700">
            <a:solidFill>
              <a:srgbClr val="0090B0"/>
            </a:solidFill>
            <a:prstDash val="solid"/>
          </a:ln>
        </p:spPr>
      </p:sp>
      <p:sp>
        <p:nvSpPr>
          <p:cNvPr id="214" name="Shape 211"/>
          <p:cNvSpPr/>
          <p:nvPr/>
        </p:nvSpPr>
        <p:spPr>
          <a:xfrm>
            <a:off x="7543800" y="3330245"/>
            <a:ext cx="242316" cy="69494"/>
          </a:xfrm>
          <a:prstGeom prst="rect">
            <a:avLst/>
          </a:prstGeom>
          <a:solidFill>
            <a:srgbClr val="16305B"/>
          </a:solidFill>
          <a:ln w="12700">
            <a:solidFill>
              <a:srgbClr val="16305B"/>
            </a:solidFill>
            <a:prstDash val="solid"/>
          </a:ln>
        </p:spPr>
      </p:sp>
      <p:sp>
        <p:nvSpPr>
          <p:cNvPr id="215" name="Shape 212"/>
          <p:cNvSpPr/>
          <p:nvPr/>
        </p:nvSpPr>
        <p:spPr>
          <a:xfrm>
            <a:off x="7808976" y="3330245"/>
            <a:ext cx="242316" cy="69494"/>
          </a:xfrm>
          <a:prstGeom prst="rect">
            <a:avLst/>
          </a:prstGeom>
          <a:solidFill>
            <a:srgbClr val="16305B"/>
          </a:solidFill>
          <a:ln w="12700">
            <a:solidFill>
              <a:srgbClr val="16305B"/>
            </a:solidFill>
            <a:prstDash val="solid"/>
          </a:ln>
        </p:spPr>
      </p:sp>
      <p:sp>
        <p:nvSpPr>
          <p:cNvPr id="216" name="Shape 213"/>
          <p:cNvSpPr/>
          <p:nvPr/>
        </p:nvSpPr>
        <p:spPr>
          <a:xfrm>
            <a:off x="8074152" y="3330245"/>
            <a:ext cx="242316" cy="69494"/>
          </a:xfrm>
          <a:prstGeom prst="rect">
            <a:avLst/>
          </a:prstGeom>
          <a:solidFill>
            <a:srgbClr val="E4EBF3"/>
          </a:solidFill>
          <a:ln w="12700">
            <a:solidFill>
              <a:srgbClr val="E4EBF3"/>
            </a:solidFill>
            <a:prstDash val="solid"/>
          </a:ln>
        </p:spPr>
      </p:sp>
      <p:sp>
        <p:nvSpPr>
          <p:cNvPr id="217" name="Shape 214"/>
          <p:cNvSpPr/>
          <p:nvPr/>
        </p:nvSpPr>
        <p:spPr>
          <a:xfrm>
            <a:off x="8339328" y="3330245"/>
            <a:ext cx="242316" cy="69494"/>
          </a:xfrm>
          <a:prstGeom prst="rect">
            <a:avLst/>
          </a:prstGeom>
          <a:solidFill>
            <a:srgbClr val="16305B"/>
          </a:solidFill>
          <a:ln w="12700">
            <a:solidFill>
              <a:srgbClr val="16305B"/>
            </a:solidFill>
            <a:prstDash val="solid"/>
          </a:ln>
        </p:spPr>
      </p:sp>
      <p:sp>
        <p:nvSpPr>
          <p:cNvPr id="218" name="Shape 215"/>
          <p:cNvSpPr/>
          <p:nvPr/>
        </p:nvSpPr>
        <p:spPr>
          <a:xfrm>
            <a:off x="8604504" y="3330245"/>
            <a:ext cx="242316" cy="69494"/>
          </a:xfrm>
          <a:prstGeom prst="rect">
            <a:avLst/>
          </a:prstGeom>
          <a:solidFill>
            <a:srgbClr val="16305B"/>
          </a:solidFill>
          <a:ln w="12700">
            <a:solidFill>
              <a:srgbClr val="16305B"/>
            </a:solidFill>
            <a:prstDash val="solid"/>
          </a:ln>
        </p:spPr>
      </p:sp>
      <p:sp>
        <p:nvSpPr>
          <p:cNvPr id="219" name="Shape 216"/>
          <p:cNvSpPr/>
          <p:nvPr/>
        </p:nvSpPr>
        <p:spPr>
          <a:xfrm>
            <a:off x="8869680" y="3330245"/>
            <a:ext cx="242316" cy="69494"/>
          </a:xfrm>
          <a:prstGeom prst="rect">
            <a:avLst/>
          </a:prstGeom>
          <a:solidFill>
            <a:srgbClr val="E4EBF3"/>
          </a:solidFill>
          <a:ln w="12700">
            <a:solidFill>
              <a:srgbClr val="E4EBF3"/>
            </a:solidFill>
            <a:prstDash val="solid"/>
          </a:ln>
        </p:spPr>
      </p:sp>
      <p:sp>
        <p:nvSpPr>
          <p:cNvPr id="220" name="Shape 217"/>
          <p:cNvSpPr/>
          <p:nvPr/>
        </p:nvSpPr>
        <p:spPr>
          <a:xfrm>
            <a:off x="9134856" y="3330245"/>
            <a:ext cx="242316" cy="69494"/>
          </a:xfrm>
          <a:prstGeom prst="rect">
            <a:avLst/>
          </a:prstGeom>
          <a:solidFill>
            <a:srgbClr val="E4EBF3"/>
          </a:solidFill>
          <a:ln w="12700">
            <a:solidFill>
              <a:srgbClr val="E4EBF3"/>
            </a:solidFill>
            <a:prstDash val="solid"/>
          </a:ln>
        </p:spPr>
      </p:sp>
      <p:sp>
        <p:nvSpPr>
          <p:cNvPr id="221" name="Shape 218"/>
          <p:cNvSpPr/>
          <p:nvPr/>
        </p:nvSpPr>
        <p:spPr>
          <a:xfrm>
            <a:off x="9400032" y="3330245"/>
            <a:ext cx="242316" cy="69494"/>
          </a:xfrm>
          <a:prstGeom prst="rect">
            <a:avLst/>
          </a:prstGeom>
          <a:solidFill>
            <a:srgbClr val="E4EBF3"/>
          </a:solidFill>
          <a:ln w="12700">
            <a:solidFill>
              <a:srgbClr val="E4EBF3"/>
            </a:solidFill>
            <a:prstDash val="solid"/>
          </a:ln>
        </p:spPr>
      </p:sp>
      <p:sp>
        <p:nvSpPr>
          <p:cNvPr id="222" name="Shape 219"/>
          <p:cNvSpPr/>
          <p:nvPr/>
        </p:nvSpPr>
        <p:spPr>
          <a:xfrm>
            <a:off x="9665208" y="3330245"/>
            <a:ext cx="242316" cy="69494"/>
          </a:xfrm>
          <a:prstGeom prst="rect">
            <a:avLst/>
          </a:prstGeom>
          <a:solidFill>
            <a:srgbClr val="E4EBF3"/>
          </a:solidFill>
          <a:ln w="12700">
            <a:solidFill>
              <a:srgbClr val="E4EBF3"/>
            </a:solidFill>
            <a:prstDash val="solid"/>
          </a:ln>
        </p:spPr>
      </p:sp>
      <p:sp>
        <p:nvSpPr>
          <p:cNvPr id="223" name="Shape 220"/>
          <p:cNvSpPr/>
          <p:nvPr/>
        </p:nvSpPr>
        <p:spPr>
          <a:xfrm>
            <a:off x="9930384" y="3330245"/>
            <a:ext cx="242316" cy="69494"/>
          </a:xfrm>
          <a:prstGeom prst="rect">
            <a:avLst/>
          </a:prstGeom>
          <a:solidFill>
            <a:srgbClr val="16305B"/>
          </a:solidFill>
          <a:ln w="12700">
            <a:solidFill>
              <a:srgbClr val="16305B"/>
            </a:solidFill>
            <a:prstDash val="solid"/>
          </a:ln>
        </p:spPr>
      </p:sp>
      <p:sp>
        <p:nvSpPr>
          <p:cNvPr id="224" name="Shape 221"/>
          <p:cNvSpPr/>
          <p:nvPr/>
        </p:nvSpPr>
        <p:spPr>
          <a:xfrm>
            <a:off x="10195560" y="3330245"/>
            <a:ext cx="242316" cy="69494"/>
          </a:xfrm>
          <a:prstGeom prst="rect">
            <a:avLst/>
          </a:prstGeom>
          <a:solidFill>
            <a:srgbClr val="16305B"/>
          </a:solidFill>
          <a:ln w="12700">
            <a:solidFill>
              <a:srgbClr val="16305B"/>
            </a:solidFill>
            <a:prstDash val="solid"/>
          </a:ln>
        </p:spPr>
      </p:sp>
      <p:sp>
        <p:nvSpPr>
          <p:cNvPr id="225" name="Shape 222"/>
          <p:cNvSpPr/>
          <p:nvPr/>
        </p:nvSpPr>
        <p:spPr>
          <a:xfrm>
            <a:off x="10460736" y="3330245"/>
            <a:ext cx="242316" cy="69494"/>
          </a:xfrm>
          <a:prstGeom prst="rect">
            <a:avLst/>
          </a:prstGeom>
          <a:solidFill>
            <a:srgbClr val="E2F4F8"/>
          </a:solidFill>
          <a:ln w="12700">
            <a:solidFill>
              <a:srgbClr val="E2F4F8"/>
            </a:solidFill>
            <a:prstDash val="solid"/>
          </a:ln>
        </p:spPr>
      </p:sp>
      <p:sp>
        <p:nvSpPr>
          <p:cNvPr id="226" name="Shape 223"/>
          <p:cNvSpPr/>
          <p:nvPr/>
        </p:nvSpPr>
        <p:spPr>
          <a:xfrm>
            <a:off x="10725912" y="3330245"/>
            <a:ext cx="242316" cy="69494"/>
          </a:xfrm>
          <a:prstGeom prst="rect">
            <a:avLst/>
          </a:prstGeom>
          <a:solidFill>
            <a:srgbClr val="0090B0"/>
          </a:solidFill>
          <a:ln w="12700">
            <a:solidFill>
              <a:srgbClr val="0090B0"/>
            </a:solidFill>
            <a:prstDash val="solid"/>
          </a:ln>
        </p:spPr>
      </p:sp>
      <p:sp>
        <p:nvSpPr>
          <p:cNvPr id="227" name="Shape 224"/>
          <p:cNvSpPr/>
          <p:nvPr/>
        </p:nvSpPr>
        <p:spPr>
          <a:xfrm>
            <a:off x="10991088" y="3330245"/>
            <a:ext cx="242316" cy="69494"/>
          </a:xfrm>
          <a:prstGeom prst="rect">
            <a:avLst/>
          </a:prstGeom>
          <a:solidFill>
            <a:srgbClr val="8DD2E2"/>
          </a:solidFill>
          <a:ln w="12700">
            <a:solidFill>
              <a:srgbClr val="8DD2E2"/>
            </a:solidFill>
            <a:prstDash val="solid"/>
          </a:ln>
        </p:spPr>
      </p:sp>
      <p:sp>
        <p:nvSpPr>
          <p:cNvPr id="228" name="Shape 225"/>
          <p:cNvSpPr/>
          <p:nvPr/>
        </p:nvSpPr>
        <p:spPr>
          <a:xfrm>
            <a:off x="7543800" y="3461918"/>
            <a:ext cx="242316" cy="69494"/>
          </a:xfrm>
          <a:prstGeom prst="rect">
            <a:avLst/>
          </a:prstGeom>
          <a:solidFill>
            <a:srgbClr val="8FB0D4"/>
          </a:solidFill>
          <a:ln w="12700">
            <a:solidFill>
              <a:srgbClr val="8FB0D4"/>
            </a:solidFill>
            <a:prstDash val="solid"/>
          </a:ln>
        </p:spPr>
      </p:sp>
      <p:sp>
        <p:nvSpPr>
          <p:cNvPr id="229" name="Shape 226"/>
          <p:cNvSpPr/>
          <p:nvPr/>
        </p:nvSpPr>
        <p:spPr>
          <a:xfrm>
            <a:off x="7808976" y="3461918"/>
            <a:ext cx="242316" cy="69494"/>
          </a:xfrm>
          <a:prstGeom prst="rect">
            <a:avLst/>
          </a:prstGeom>
          <a:solidFill>
            <a:srgbClr val="E4EBF3"/>
          </a:solidFill>
          <a:ln w="12700">
            <a:solidFill>
              <a:srgbClr val="E4EBF3"/>
            </a:solidFill>
            <a:prstDash val="solid"/>
          </a:ln>
        </p:spPr>
      </p:sp>
      <p:sp>
        <p:nvSpPr>
          <p:cNvPr id="230" name="Shape 227"/>
          <p:cNvSpPr/>
          <p:nvPr/>
        </p:nvSpPr>
        <p:spPr>
          <a:xfrm>
            <a:off x="8074152" y="3461918"/>
            <a:ext cx="242316" cy="69494"/>
          </a:xfrm>
          <a:prstGeom prst="rect">
            <a:avLst/>
          </a:prstGeom>
          <a:solidFill>
            <a:srgbClr val="E4EBF3"/>
          </a:solidFill>
          <a:ln w="12700">
            <a:solidFill>
              <a:srgbClr val="E4EBF3"/>
            </a:solidFill>
            <a:prstDash val="solid"/>
          </a:ln>
        </p:spPr>
      </p:sp>
      <p:sp>
        <p:nvSpPr>
          <p:cNvPr id="231" name="Shape 228"/>
          <p:cNvSpPr/>
          <p:nvPr/>
        </p:nvSpPr>
        <p:spPr>
          <a:xfrm>
            <a:off x="8339328" y="3461918"/>
            <a:ext cx="242316" cy="69494"/>
          </a:xfrm>
          <a:prstGeom prst="rect">
            <a:avLst/>
          </a:prstGeom>
          <a:solidFill>
            <a:srgbClr val="E4EBF3"/>
          </a:solidFill>
          <a:ln w="12700">
            <a:solidFill>
              <a:srgbClr val="E4EBF3"/>
            </a:solidFill>
            <a:prstDash val="solid"/>
          </a:ln>
        </p:spPr>
      </p:sp>
      <p:sp>
        <p:nvSpPr>
          <p:cNvPr id="232" name="Shape 229"/>
          <p:cNvSpPr/>
          <p:nvPr/>
        </p:nvSpPr>
        <p:spPr>
          <a:xfrm>
            <a:off x="8604504" y="3461918"/>
            <a:ext cx="242316" cy="69494"/>
          </a:xfrm>
          <a:prstGeom prst="rect">
            <a:avLst/>
          </a:prstGeom>
          <a:solidFill>
            <a:srgbClr val="E4EBF3"/>
          </a:solidFill>
          <a:ln w="12700">
            <a:solidFill>
              <a:srgbClr val="E4EBF3"/>
            </a:solidFill>
            <a:prstDash val="solid"/>
          </a:ln>
        </p:spPr>
      </p:sp>
      <p:sp>
        <p:nvSpPr>
          <p:cNvPr id="233" name="Shape 230"/>
          <p:cNvSpPr/>
          <p:nvPr/>
        </p:nvSpPr>
        <p:spPr>
          <a:xfrm>
            <a:off x="8869680" y="3461918"/>
            <a:ext cx="242316" cy="69494"/>
          </a:xfrm>
          <a:prstGeom prst="rect">
            <a:avLst/>
          </a:prstGeom>
          <a:solidFill>
            <a:srgbClr val="E4EBF3"/>
          </a:solidFill>
          <a:ln w="12700">
            <a:solidFill>
              <a:srgbClr val="E4EBF3"/>
            </a:solidFill>
            <a:prstDash val="solid"/>
          </a:ln>
        </p:spPr>
      </p:sp>
      <p:sp>
        <p:nvSpPr>
          <p:cNvPr id="234" name="Shape 231"/>
          <p:cNvSpPr/>
          <p:nvPr/>
        </p:nvSpPr>
        <p:spPr>
          <a:xfrm>
            <a:off x="9134856" y="3461918"/>
            <a:ext cx="242316" cy="69494"/>
          </a:xfrm>
          <a:prstGeom prst="rect">
            <a:avLst/>
          </a:prstGeom>
          <a:solidFill>
            <a:srgbClr val="E4EBF3"/>
          </a:solidFill>
          <a:ln w="12700">
            <a:solidFill>
              <a:srgbClr val="E4EBF3"/>
            </a:solidFill>
            <a:prstDash val="solid"/>
          </a:ln>
        </p:spPr>
      </p:sp>
      <p:sp>
        <p:nvSpPr>
          <p:cNvPr id="235" name="Shape 232"/>
          <p:cNvSpPr/>
          <p:nvPr/>
        </p:nvSpPr>
        <p:spPr>
          <a:xfrm>
            <a:off x="9400032" y="3461918"/>
            <a:ext cx="242316" cy="69494"/>
          </a:xfrm>
          <a:prstGeom prst="rect">
            <a:avLst/>
          </a:prstGeom>
          <a:solidFill>
            <a:srgbClr val="E4EBF3"/>
          </a:solidFill>
          <a:ln w="12700">
            <a:solidFill>
              <a:srgbClr val="E4EBF3"/>
            </a:solidFill>
            <a:prstDash val="solid"/>
          </a:ln>
        </p:spPr>
      </p:sp>
      <p:sp>
        <p:nvSpPr>
          <p:cNvPr id="236" name="Shape 233"/>
          <p:cNvSpPr/>
          <p:nvPr/>
        </p:nvSpPr>
        <p:spPr>
          <a:xfrm>
            <a:off x="9665208" y="3461918"/>
            <a:ext cx="242316" cy="69494"/>
          </a:xfrm>
          <a:prstGeom prst="rect">
            <a:avLst/>
          </a:prstGeom>
          <a:solidFill>
            <a:srgbClr val="E4EBF3"/>
          </a:solidFill>
          <a:ln w="12700">
            <a:solidFill>
              <a:srgbClr val="E4EBF3"/>
            </a:solidFill>
            <a:prstDash val="solid"/>
          </a:ln>
        </p:spPr>
      </p:sp>
      <p:sp>
        <p:nvSpPr>
          <p:cNvPr id="237" name="Shape 234"/>
          <p:cNvSpPr/>
          <p:nvPr/>
        </p:nvSpPr>
        <p:spPr>
          <a:xfrm>
            <a:off x="9930384" y="3461918"/>
            <a:ext cx="242316" cy="69494"/>
          </a:xfrm>
          <a:prstGeom prst="rect">
            <a:avLst/>
          </a:prstGeom>
          <a:solidFill>
            <a:srgbClr val="E4EBF3"/>
          </a:solidFill>
          <a:ln w="12700">
            <a:solidFill>
              <a:srgbClr val="E4EBF3"/>
            </a:solidFill>
            <a:prstDash val="solid"/>
          </a:ln>
        </p:spPr>
      </p:sp>
      <p:sp>
        <p:nvSpPr>
          <p:cNvPr id="238" name="Shape 235"/>
          <p:cNvSpPr/>
          <p:nvPr/>
        </p:nvSpPr>
        <p:spPr>
          <a:xfrm>
            <a:off x="10195560" y="3461918"/>
            <a:ext cx="242316" cy="69494"/>
          </a:xfrm>
          <a:prstGeom prst="rect">
            <a:avLst/>
          </a:prstGeom>
          <a:solidFill>
            <a:srgbClr val="E4EBF3"/>
          </a:solidFill>
          <a:ln w="12700">
            <a:solidFill>
              <a:srgbClr val="E4EBF3"/>
            </a:solidFill>
            <a:prstDash val="solid"/>
          </a:ln>
        </p:spPr>
      </p:sp>
      <p:sp>
        <p:nvSpPr>
          <p:cNvPr id="239" name="Shape 236"/>
          <p:cNvSpPr/>
          <p:nvPr/>
        </p:nvSpPr>
        <p:spPr>
          <a:xfrm>
            <a:off x="10460736" y="3461918"/>
            <a:ext cx="242316" cy="69494"/>
          </a:xfrm>
          <a:prstGeom prst="rect">
            <a:avLst/>
          </a:prstGeom>
          <a:solidFill>
            <a:srgbClr val="E2F4F8"/>
          </a:solidFill>
          <a:ln w="12700">
            <a:solidFill>
              <a:srgbClr val="E2F4F8"/>
            </a:solidFill>
            <a:prstDash val="solid"/>
          </a:ln>
        </p:spPr>
      </p:sp>
      <p:sp>
        <p:nvSpPr>
          <p:cNvPr id="240" name="Shape 237"/>
          <p:cNvSpPr/>
          <p:nvPr/>
        </p:nvSpPr>
        <p:spPr>
          <a:xfrm>
            <a:off x="10725912" y="3461918"/>
            <a:ext cx="242316" cy="69494"/>
          </a:xfrm>
          <a:prstGeom prst="rect">
            <a:avLst/>
          </a:prstGeom>
          <a:solidFill>
            <a:srgbClr val="E2F4F8"/>
          </a:solidFill>
          <a:ln w="12700">
            <a:solidFill>
              <a:srgbClr val="E2F4F8"/>
            </a:solidFill>
            <a:prstDash val="solid"/>
          </a:ln>
        </p:spPr>
      </p:sp>
      <p:sp>
        <p:nvSpPr>
          <p:cNvPr id="241" name="Shape 238"/>
          <p:cNvSpPr/>
          <p:nvPr/>
        </p:nvSpPr>
        <p:spPr>
          <a:xfrm>
            <a:off x="10991088" y="3461918"/>
            <a:ext cx="242316" cy="69494"/>
          </a:xfrm>
          <a:prstGeom prst="rect">
            <a:avLst/>
          </a:prstGeom>
          <a:solidFill>
            <a:srgbClr val="E2F4F8"/>
          </a:solidFill>
          <a:ln w="12700">
            <a:solidFill>
              <a:srgbClr val="E2F4F8"/>
            </a:solidFill>
            <a:prstDash val="solid"/>
          </a:ln>
        </p:spPr>
      </p:sp>
      <p:sp>
        <p:nvSpPr>
          <p:cNvPr id="242" name="Shape 239"/>
          <p:cNvSpPr/>
          <p:nvPr/>
        </p:nvSpPr>
        <p:spPr>
          <a:xfrm>
            <a:off x="7543800" y="3547872"/>
            <a:ext cx="242316" cy="69494"/>
          </a:xfrm>
          <a:prstGeom prst="rect">
            <a:avLst/>
          </a:prstGeom>
          <a:solidFill>
            <a:srgbClr val="E4EBF3"/>
          </a:solidFill>
          <a:ln w="12700">
            <a:solidFill>
              <a:srgbClr val="E4EBF3"/>
            </a:solidFill>
            <a:prstDash val="solid"/>
          </a:ln>
        </p:spPr>
      </p:sp>
      <p:sp>
        <p:nvSpPr>
          <p:cNvPr id="243" name="Shape 240"/>
          <p:cNvSpPr/>
          <p:nvPr/>
        </p:nvSpPr>
        <p:spPr>
          <a:xfrm>
            <a:off x="7808976" y="3547872"/>
            <a:ext cx="242316" cy="69494"/>
          </a:xfrm>
          <a:prstGeom prst="rect">
            <a:avLst/>
          </a:prstGeom>
          <a:solidFill>
            <a:srgbClr val="8FB0D4"/>
          </a:solidFill>
          <a:ln w="12700">
            <a:solidFill>
              <a:srgbClr val="8FB0D4"/>
            </a:solidFill>
            <a:prstDash val="solid"/>
          </a:ln>
        </p:spPr>
      </p:sp>
      <p:sp>
        <p:nvSpPr>
          <p:cNvPr id="244" name="Shape 241"/>
          <p:cNvSpPr/>
          <p:nvPr/>
        </p:nvSpPr>
        <p:spPr>
          <a:xfrm>
            <a:off x="8074152" y="3547872"/>
            <a:ext cx="242316" cy="69494"/>
          </a:xfrm>
          <a:prstGeom prst="rect">
            <a:avLst/>
          </a:prstGeom>
          <a:solidFill>
            <a:srgbClr val="E4EBF3"/>
          </a:solidFill>
          <a:ln w="12700">
            <a:solidFill>
              <a:srgbClr val="E4EBF3"/>
            </a:solidFill>
            <a:prstDash val="solid"/>
          </a:ln>
        </p:spPr>
      </p:sp>
      <p:sp>
        <p:nvSpPr>
          <p:cNvPr id="245" name="Shape 242"/>
          <p:cNvSpPr/>
          <p:nvPr/>
        </p:nvSpPr>
        <p:spPr>
          <a:xfrm>
            <a:off x="8339328" y="3547872"/>
            <a:ext cx="242316" cy="69494"/>
          </a:xfrm>
          <a:prstGeom prst="rect">
            <a:avLst/>
          </a:prstGeom>
          <a:solidFill>
            <a:srgbClr val="16305B"/>
          </a:solidFill>
          <a:ln w="12700">
            <a:solidFill>
              <a:srgbClr val="16305B"/>
            </a:solidFill>
            <a:prstDash val="solid"/>
          </a:ln>
        </p:spPr>
      </p:sp>
      <p:sp>
        <p:nvSpPr>
          <p:cNvPr id="246" name="Shape 243"/>
          <p:cNvSpPr/>
          <p:nvPr/>
        </p:nvSpPr>
        <p:spPr>
          <a:xfrm>
            <a:off x="8604504" y="3547872"/>
            <a:ext cx="242316" cy="69494"/>
          </a:xfrm>
          <a:prstGeom prst="rect">
            <a:avLst/>
          </a:prstGeom>
          <a:solidFill>
            <a:srgbClr val="E4EBF3"/>
          </a:solidFill>
          <a:ln w="12700">
            <a:solidFill>
              <a:srgbClr val="E4EBF3"/>
            </a:solidFill>
            <a:prstDash val="solid"/>
          </a:ln>
        </p:spPr>
      </p:sp>
      <p:sp>
        <p:nvSpPr>
          <p:cNvPr id="247" name="Shape 244"/>
          <p:cNvSpPr/>
          <p:nvPr/>
        </p:nvSpPr>
        <p:spPr>
          <a:xfrm>
            <a:off x="8869680" y="3547872"/>
            <a:ext cx="242316" cy="69494"/>
          </a:xfrm>
          <a:prstGeom prst="rect">
            <a:avLst/>
          </a:prstGeom>
          <a:solidFill>
            <a:srgbClr val="E4EBF3"/>
          </a:solidFill>
          <a:ln w="12700">
            <a:solidFill>
              <a:srgbClr val="E4EBF3"/>
            </a:solidFill>
            <a:prstDash val="solid"/>
          </a:ln>
        </p:spPr>
      </p:sp>
      <p:sp>
        <p:nvSpPr>
          <p:cNvPr id="248" name="Shape 245"/>
          <p:cNvSpPr/>
          <p:nvPr/>
        </p:nvSpPr>
        <p:spPr>
          <a:xfrm>
            <a:off x="9134856" y="3547872"/>
            <a:ext cx="242316" cy="69494"/>
          </a:xfrm>
          <a:prstGeom prst="rect">
            <a:avLst/>
          </a:prstGeom>
          <a:solidFill>
            <a:srgbClr val="16305B"/>
          </a:solidFill>
          <a:ln w="12700">
            <a:solidFill>
              <a:srgbClr val="16305B"/>
            </a:solidFill>
            <a:prstDash val="solid"/>
          </a:ln>
        </p:spPr>
      </p:sp>
      <p:sp>
        <p:nvSpPr>
          <p:cNvPr id="249" name="Shape 246"/>
          <p:cNvSpPr/>
          <p:nvPr/>
        </p:nvSpPr>
        <p:spPr>
          <a:xfrm>
            <a:off x="9400032" y="3547872"/>
            <a:ext cx="242316" cy="69494"/>
          </a:xfrm>
          <a:prstGeom prst="rect">
            <a:avLst/>
          </a:prstGeom>
          <a:solidFill>
            <a:srgbClr val="16305B"/>
          </a:solidFill>
          <a:ln w="12700">
            <a:solidFill>
              <a:srgbClr val="16305B"/>
            </a:solidFill>
            <a:prstDash val="solid"/>
          </a:ln>
        </p:spPr>
      </p:sp>
      <p:sp>
        <p:nvSpPr>
          <p:cNvPr id="250" name="Shape 247"/>
          <p:cNvSpPr/>
          <p:nvPr/>
        </p:nvSpPr>
        <p:spPr>
          <a:xfrm>
            <a:off x="9665208" y="3547872"/>
            <a:ext cx="242316" cy="69494"/>
          </a:xfrm>
          <a:prstGeom prst="rect">
            <a:avLst/>
          </a:prstGeom>
          <a:solidFill>
            <a:srgbClr val="16305B"/>
          </a:solidFill>
          <a:ln w="12700">
            <a:solidFill>
              <a:srgbClr val="16305B"/>
            </a:solidFill>
            <a:prstDash val="solid"/>
          </a:ln>
        </p:spPr>
      </p:sp>
      <p:sp>
        <p:nvSpPr>
          <p:cNvPr id="251" name="Shape 248"/>
          <p:cNvSpPr/>
          <p:nvPr/>
        </p:nvSpPr>
        <p:spPr>
          <a:xfrm>
            <a:off x="9930384" y="3547872"/>
            <a:ext cx="242316" cy="69494"/>
          </a:xfrm>
          <a:prstGeom prst="rect">
            <a:avLst/>
          </a:prstGeom>
          <a:solidFill>
            <a:srgbClr val="16305B"/>
          </a:solidFill>
          <a:ln w="12700">
            <a:solidFill>
              <a:srgbClr val="16305B"/>
            </a:solidFill>
            <a:prstDash val="solid"/>
          </a:ln>
        </p:spPr>
      </p:sp>
      <p:sp>
        <p:nvSpPr>
          <p:cNvPr id="252" name="Shape 249"/>
          <p:cNvSpPr/>
          <p:nvPr/>
        </p:nvSpPr>
        <p:spPr>
          <a:xfrm>
            <a:off x="10195560" y="3547872"/>
            <a:ext cx="242316" cy="69494"/>
          </a:xfrm>
          <a:prstGeom prst="rect">
            <a:avLst/>
          </a:prstGeom>
          <a:solidFill>
            <a:srgbClr val="E4EBF3"/>
          </a:solidFill>
          <a:ln w="12700">
            <a:solidFill>
              <a:srgbClr val="E4EBF3"/>
            </a:solidFill>
            <a:prstDash val="solid"/>
          </a:ln>
        </p:spPr>
      </p:sp>
      <p:sp>
        <p:nvSpPr>
          <p:cNvPr id="253" name="Shape 250"/>
          <p:cNvSpPr/>
          <p:nvPr/>
        </p:nvSpPr>
        <p:spPr>
          <a:xfrm>
            <a:off x="10460736" y="3547872"/>
            <a:ext cx="242316" cy="69494"/>
          </a:xfrm>
          <a:prstGeom prst="rect">
            <a:avLst/>
          </a:prstGeom>
          <a:solidFill>
            <a:srgbClr val="E2F4F8"/>
          </a:solidFill>
          <a:ln w="12700">
            <a:solidFill>
              <a:srgbClr val="E2F4F8"/>
            </a:solidFill>
            <a:prstDash val="solid"/>
          </a:ln>
        </p:spPr>
      </p:sp>
      <p:sp>
        <p:nvSpPr>
          <p:cNvPr id="254" name="Shape 251"/>
          <p:cNvSpPr/>
          <p:nvPr/>
        </p:nvSpPr>
        <p:spPr>
          <a:xfrm>
            <a:off x="10725912" y="3547872"/>
            <a:ext cx="242316" cy="69494"/>
          </a:xfrm>
          <a:prstGeom prst="rect">
            <a:avLst/>
          </a:prstGeom>
          <a:solidFill>
            <a:srgbClr val="0090B0"/>
          </a:solidFill>
          <a:ln w="12700">
            <a:solidFill>
              <a:srgbClr val="0090B0"/>
            </a:solidFill>
            <a:prstDash val="solid"/>
          </a:ln>
        </p:spPr>
      </p:sp>
      <p:sp>
        <p:nvSpPr>
          <p:cNvPr id="255" name="Shape 252"/>
          <p:cNvSpPr/>
          <p:nvPr/>
        </p:nvSpPr>
        <p:spPr>
          <a:xfrm>
            <a:off x="10991088" y="3547872"/>
            <a:ext cx="242316" cy="69494"/>
          </a:xfrm>
          <a:prstGeom prst="rect">
            <a:avLst/>
          </a:prstGeom>
          <a:solidFill>
            <a:srgbClr val="E2F4F8"/>
          </a:solidFill>
          <a:ln w="12700">
            <a:solidFill>
              <a:srgbClr val="E2F4F8"/>
            </a:solidFill>
            <a:prstDash val="solid"/>
          </a:ln>
        </p:spPr>
      </p:sp>
      <p:sp>
        <p:nvSpPr>
          <p:cNvPr id="256" name="Shape 253"/>
          <p:cNvSpPr/>
          <p:nvPr/>
        </p:nvSpPr>
        <p:spPr>
          <a:xfrm>
            <a:off x="7543800" y="3633826"/>
            <a:ext cx="242316" cy="69494"/>
          </a:xfrm>
          <a:prstGeom prst="rect">
            <a:avLst/>
          </a:prstGeom>
          <a:solidFill>
            <a:srgbClr val="E4EBF3"/>
          </a:solidFill>
          <a:ln w="12700">
            <a:solidFill>
              <a:srgbClr val="E4EBF3"/>
            </a:solidFill>
            <a:prstDash val="solid"/>
          </a:ln>
        </p:spPr>
      </p:sp>
      <p:sp>
        <p:nvSpPr>
          <p:cNvPr id="257" name="Shape 254"/>
          <p:cNvSpPr/>
          <p:nvPr/>
        </p:nvSpPr>
        <p:spPr>
          <a:xfrm>
            <a:off x="7808976" y="3633826"/>
            <a:ext cx="242316" cy="69494"/>
          </a:xfrm>
          <a:prstGeom prst="rect">
            <a:avLst/>
          </a:prstGeom>
          <a:solidFill>
            <a:srgbClr val="E4EBF3"/>
          </a:solidFill>
          <a:ln w="12700">
            <a:solidFill>
              <a:srgbClr val="E4EBF3"/>
            </a:solidFill>
            <a:prstDash val="solid"/>
          </a:ln>
        </p:spPr>
      </p:sp>
      <p:sp>
        <p:nvSpPr>
          <p:cNvPr id="258" name="Shape 255"/>
          <p:cNvSpPr/>
          <p:nvPr/>
        </p:nvSpPr>
        <p:spPr>
          <a:xfrm>
            <a:off x="8074152" y="3633826"/>
            <a:ext cx="242316" cy="69494"/>
          </a:xfrm>
          <a:prstGeom prst="rect">
            <a:avLst/>
          </a:prstGeom>
          <a:solidFill>
            <a:srgbClr val="8FB0D4"/>
          </a:solidFill>
          <a:ln w="12700">
            <a:solidFill>
              <a:srgbClr val="8FB0D4"/>
            </a:solidFill>
            <a:prstDash val="solid"/>
          </a:ln>
        </p:spPr>
      </p:sp>
      <p:sp>
        <p:nvSpPr>
          <p:cNvPr id="259" name="Shape 256"/>
          <p:cNvSpPr/>
          <p:nvPr/>
        </p:nvSpPr>
        <p:spPr>
          <a:xfrm>
            <a:off x="8339328" y="3633826"/>
            <a:ext cx="242316" cy="69494"/>
          </a:xfrm>
          <a:prstGeom prst="rect">
            <a:avLst/>
          </a:prstGeom>
          <a:solidFill>
            <a:srgbClr val="E4EBF3"/>
          </a:solidFill>
          <a:ln w="12700">
            <a:solidFill>
              <a:srgbClr val="E4EBF3"/>
            </a:solidFill>
            <a:prstDash val="solid"/>
          </a:ln>
        </p:spPr>
      </p:sp>
      <p:sp>
        <p:nvSpPr>
          <p:cNvPr id="260" name="Shape 257"/>
          <p:cNvSpPr/>
          <p:nvPr/>
        </p:nvSpPr>
        <p:spPr>
          <a:xfrm>
            <a:off x="8604504" y="3633826"/>
            <a:ext cx="242316" cy="69494"/>
          </a:xfrm>
          <a:prstGeom prst="rect">
            <a:avLst/>
          </a:prstGeom>
          <a:solidFill>
            <a:srgbClr val="16305B"/>
          </a:solidFill>
          <a:ln w="12700">
            <a:solidFill>
              <a:srgbClr val="16305B"/>
            </a:solidFill>
            <a:prstDash val="solid"/>
          </a:ln>
        </p:spPr>
      </p:sp>
      <p:sp>
        <p:nvSpPr>
          <p:cNvPr id="261" name="Shape 258"/>
          <p:cNvSpPr/>
          <p:nvPr/>
        </p:nvSpPr>
        <p:spPr>
          <a:xfrm>
            <a:off x="8869680" y="3633826"/>
            <a:ext cx="242316" cy="69494"/>
          </a:xfrm>
          <a:prstGeom prst="rect">
            <a:avLst/>
          </a:prstGeom>
          <a:solidFill>
            <a:srgbClr val="E4EBF3"/>
          </a:solidFill>
          <a:ln w="12700">
            <a:solidFill>
              <a:srgbClr val="E4EBF3"/>
            </a:solidFill>
            <a:prstDash val="solid"/>
          </a:ln>
        </p:spPr>
      </p:sp>
      <p:sp>
        <p:nvSpPr>
          <p:cNvPr id="262" name="Shape 259"/>
          <p:cNvSpPr/>
          <p:nvPr/>
        </p:nvSpPr>
        <p:spPr>
          <a:xfrm>
            <a:off x="9134856" y="3633826"/>
            <a:ext cx="242316" cy="69494"/>
          </a:xfrm>
          <a:prstGeom prst="rect">
            <a:avLst/>
          </a:prstGeom>
          <a:solidFill>
            <a:srgbClr val="E4EBF3"/>
          </a:solidFill>
          <a:ln w="12700">
            <a:solidFill>
              <a:srgbClr val="E4EBF3"/>
            </a:solidFill>
            <a:prstDash val="solid"/>
          </a:ln>
        </p:spPr>
      </p:sp>
      <p:sp>
        <p:nvSpPr>
          <p:cNvPr id="263" name="Shape 260"/>
          <p:cNvSpPr/>
          <p:nvPr/>
        </p:nvSpPr>
        <p:spPr>
          <a:xfrm>
            <a:off x="9400032" y="3633826"/>
            <a:ext cx="242316" cy="69494"/>
          </a:xfrm>
          <a:prstGeom prst="rect">
            <a:avLst/>
          </a:prstGeom>
          <a:solidFill>
            <a:srgbClr val="16305B"/>
          </a:solidFill>
          <a:ln w="12700">
            <a:solidFill>
              <a:srgbClr val="16305B"/>
            </a:solidFill>
            <a:prstDash val="solid"/>
          </a:ln>
        </p:spPr>
      </p:sp>
      <p:sp>
        <p:nvSpPr>
          <p:cNvPr id="264" name="Shape 261"/>
          <p:cNvSpPr/>
          <p:nvPr/>
        </p:nvSpPr>
        <p:spPr>
          <a:xfrm>
            <a:off x="9665208" y="3633826"/>
            <a:ext cx="242316" cy="69494"/>
          </a:xfrm>
          <a:prstGeom prst="rect">
            <a:avLst/>
          </a:prstGeom>
          <a:solidFill>
            <a:srgbClr val="16305B"/>
          </a:solidFill>
          <a:ln w="12700">
            <a:solidFill>
              <a:srgbClr val="16305B"/>
            </a:solidFill>
            <a:prstDash val="solid"/>
          </a:ln>
        </p:spPr>
      </p:sp>
      <p:sp>
        <p:nvSpPr>
          <p:cNvPr id="265" name="Shape 262"/>
          <p:cNvSpPr/>
          <p:nvPr/>
        </p:nvSpPr>
        <p:spPr>
          <a:xfrm>
            <a:off x="9930384" y="3633826"/>
            <a:ext cx="242316" cy="69494"/>
          </a:xfrm>
          <a:prstGeom prst="rect">
            <a:avLst/>
          </a:prstGeom>
          <a:solidFill>
            <a:srgbClr val="16305B"/>
          </a:solidFill>
          <a:ln w="12700">
            <a:solidFill>
              <a:srgbClr val="16305B"/>
            </a:solidFill>
            <a:prstDash val="solid"/>
          </a:ln>
        </p:spPr>
      </p:sp>
      <p:sp>
        <p:nvSpPr>
          <p:cNvPr id="266" name="Shape 263"/>
          <p:cNvSpPr/>
          <p:nvPr/>
        </p:nvSpPr>
        <p:spPr>
          <a:xfrm>
            <a:off x="10195560" y="3633826"/>
            <a:ext cx="242316" cy="69494"/>
          </a:xfrm>
          <a:prstGeom prst="rect">
            <a:avLst/>
          </a:prstGeom>
          <a:solidFill>
            <a:srgbClr val="16305B"/>
          </a:solidFill>
          <a:ln w="12700">
            <a:solidFill>
              <a:srgbClr val="16305B"/>
            </a:solidFill>
            <a:prstDash val="solid"/>
          </a:ln>
        </p:spPr>
      </p:sp>
      <p:sp>
        <p:nvSpPr>
          <p:cNvPr id="267" name="Shape 264"/>
          <p:cNvSpPr/>
          <p:nvPr/>
        </p:nvSpPr>
        <p:spPr>
          <a:xfrm>
            <a:off x="10460736" y="3633826"/>
            <a:ext cx="242316" cy="69494"/>
          </a:xfrm>
          <a:prstGeom prst="rect">
            <a:avLst/>
          </a:prstGeom>
          <a:solidFill>
            <a:srgbClr val="E2F4F8"/>
          </a:solidFill>
          <a:ln w="12700">
            <a:solidFill>
              <a:srgbClr val="E2F4F8"/>
            </a:solidFill>
            <a:prstDash val="solid"/>
          </a:ln>
        </p:spPr>
      </p:sp>
      <p:sp>
        <p:nvSpPr>
          <p:cNvPr id="268" name="Shape 265"/>
          <p:cNvSpPr/>
          <p:nvPr/>
        </p:nvSpPr>
        <p:spPr>
          <a:xfrm>
            <a:off x="10725912" y="3633826"/>
            <a:ext cx="242316" cy="69494"/>
          </a:xfrm>
          <a:prstGeom prst="rect">
            <a:avLst/>
          </a:prstGeom>
          <a:solidFill>
            <a:srgbClr val="E2F4F8"/>
          </a:solidFill>
          <a:ln w="12700">
            <a:solidFill>
              <a:srgbClr val="E2F4F8"/>
            </a:solidFill>
            <a:prstDash val="solid"/>
          </a:ln>
        </p:spPr>
      </p:sp>
      <p:sp>
        <p:nvSpPr>
          <p:cNvPr id="269" name="Shape 266"/>
          <p:cNvSpPr/>
          <p:nvPr/>
        </p:nvSpPr>
        <p:spPr>
          <a:xfrm>
            <a:off x="10991088" y="3633826"/>
            <a:ext cx="242316" cy="69494"/>
          </a:xfrm>
          <a:prstGeom prst="rect">
            <a:avLst/>
          </a:prstGeom>
          <a:solidFill>
            <a:srgbClr val="0090B0"/>
          </a:solidFill>
          <a:ln w="12700">
            <a:solidFill>
              <a:srgbClr val="0090B0"/>
            </a:solidFill>
            <a:prstDash val="solid"/>
          </a:ln>
        </p:spPr>
      </p:sp>
      <p:sp>
        <p:nvSpPr>
          <p:cNvPr id="270" name="Shape 267"/>
          <p:cNvSpPr/>
          <p:nvPr/>
        </p:nvSpPr>
        <p:spPr>
          <a:xfrm>
            <a:off x="7543800" y="3719779"/>
            <a:ext cx="242316" cy="69494"/>
          </a:xfrm>
          <a:prstGeom prst="rect">
            <a:avLst/>
          </a:prstGeom>
          <a:solidFill>
            <a:srgbClr val="E4EBF3"/>
          </a:solidFill>
          <a:ln w="12700">
            <a:solidFill>
              <a:srgbClr val="E4EBF3"/>
            </a:solidFill>
            <a:prstDash val="solid"/>
          </a:ln>
        </p:spPr>
      </p:sp>
      <p:sp>
        <p:nvSpPr>
          <p:cNvPr id="271" name="Shape 268"/>
          <p:cNvSpPr/>
          <p:nvPr/>
        </p:nvSpPr>
        <p:spPr>
          <a:xfrm>
            <a:off x="7808976" y="3719779"/>
            <a:ext cx="242316" cy="69494"/>
          </a:xfrm>
          <a:prstGeom prst="rect">
            <a:avLst/>
          </a:prstGeom>
          <a:solidFill>
            <a:srgbClr val="16305B"/>
          </a:solidFill>
          <a:ln w="12700">
            <a:solidFill>
              <a:srgbClr val="16305B"/>
            </a:solidFill>
            <a:prstDash val="solid"/>
          </a:ln>
        </p:spPr>
      </p:sp>
      <p:sp>
        <p:nvSpPr>
          <p:cNvPr id="272" name="Shape 269"/>
          <p:cNvSpPr/>
          <p:nvPr/>
        </p:nvSpPr>
        <p:spPr>
          <a:xfrm>
            <a:off x="8074152" y="3719779"/>
            <a:ext cx="242316" cy="69494"/>
          </a:xfrm>
          <a:prstGeom prst="rect">
            <a:avLst/>
          </a:prstGeom>
          <a:solidFill>
            <a:srgbClr val="E4EBF3"/>
          </a:solidFill>
          <a:ln w="12700">
            <a:solidFill>
              <a:srgbClr val="E4EBF3"/>
            </a:solidFill>
            <a:prstDash val="solid"/>
          </a:ln>
        </p:spPr>
      </p:sp>
      <p:sp>
        <p:nvSpPr>
          <p:cNvPr id="273" name="Shape 270"/>
          <p:cNvSpPr/>
          <p:nvPr/>
        </p:nvSpPr>
        <p:spPr>
          <a:xfrm>
            <a:off x="8339328" y="3719779"/>
            <a:ext cx="242316" cy="69494"/>
          </a:xfrm>
          <a:prstGeom prst="rect">
            <a:avLst/>
          </a:prstGeom>
          <a:solidFill>
            <a:srgbClr val="8FB0D4"/>
          </a:solidFill>
          <a:ln w="12700">
            <a:solidFill>
              <a:srgbClr val="8FB0D4"/>
            </a:solidFill>
            <a:prstDash val="solid"/>
          </a:ln>
        </p:spPr>
      </p:sp>
      <p:sp>
        <p:nvSpPr>
          <p:cNvPr id="274" name="Shape 271"/>
          <p:cNvSpPr/>
          <p:nvPr/>
        </p:nvSpPr>
        <p:spPr>
          <a:xfrm>
            <a:off x="8604504" y="3719779"/>
            <a:ext cx="242316" cy="69494"/>
          </a:xfrm>
          <a:prstGeom prst="rect">
            <a:avLst/>
          </a:prstGeom>
          <a:solidFill>
            <a:srgbClr val="E4EBF3"/>
          </a:solidFill>
          <a:ln w="12700">
            <a:solidFill>
              <a:srgbClr val="E4EBF3"/>
            </a:solidFill>
            <a:prstDash val="solid"/>
          </a:ln>
        </p:spPr>
      </p:sp>
      <p:sp>
        <p:nvSpPr>
          <p:cNvPr id="275" name="Shape 272"/>
          <p:cNvSpPr/>
          <p:nvPr/>
        </p:nvSpPr>
        <p:spPr>
          <a:xfrm>
            <a:off x="8869680" y="3719779"/>
            <a:ext cx="242316" cy="69494"/>
          </a:xfrm>
          <a:prstGeom prst="rect">
            <a:avLst/>
          </a:prstGeom>
          <a:solidFill>
            <a:srgbClr val="16305B"/>
          </a:solidFill>
          <a:ln w="12700">
            <a:solidFill>
              <a:srgbClr val="16305B"/>
            </a:solidFill>
            <a:prstDash val="solid"/>
          </a:ln>
        </p:spPr>
      </p:sp>
      <p:sp>
        <p:nvSpPr>
          <p:cNvPr id="276" name="Shape 273"/>
          <p:cNvSpPr/>
          <p:nvPr/>
        </p:nvSpPr>
        <p:spPr>
          <a:xfrm>
            <a:off x="9134856" y="3719779"/>
            <a:ext cx="242316" cy="69494"/>
          </a:xfrm>
          <a:prstGeom prst="rect">
            <a:avLst/>
          </a:prstGeom>
          <a:solidFill>
            <a:srgbClr val="E4EBF3"/>
          </a:solidFill>
          <a:ln w="12700">
            <a:solidFill>
              <a:srgbClr val="E4EBF3"/>
            </a:solidFill>
            <a:prstDash val="solid"/>
          </a:ln>
        </p:spPr>
      </p:sp>
      <p:sp>
        <p:nvSpPr>
          <p:cNvPr id="277" name="Shape 274"/>
          <p:cNvSpPr/>
          <p:nvPr/>
        </p:nvSpPr>
        <p:spPr>
          <a:xfrm>
            <a:off x="9400032" y="3719779"/>
            <a:ext cx="242316" cy="69494"/>
          </a:xfrm>
          <a:prstGeom prst="rect">
            <a:avLst/>
          </a:prstGeom>
          <a:solidFill>
            <a:srgbClr val="E4EBF3"/>
          </a:solidFill>
          <a:ln w="12700">
            <a:solidFill>
              <a:srgbClr val="E4EBF3"/>
            </a:solidFill>
            <a:prstDash val="solid"/>
          </a:ln>
        </p:spPr>
      </p:sp>
      <p:sp>
        <p:nvSpPr>
          <p:cNvPr id="278" name="Shape 275"/>
          <p:cNvSpPr/>
          <p:nvPr/>
        </p:nvSpPr>
        <p:spPr>
          <a:xfrm>
            <a:off x="9665208" y="3719779"/>
            <a:ext cx="242316" cy="69494"/>
          </a:xfrm>
          <a:prstGeom prst="rect">
            <a:avLst/>
          </a:prstGeom>
          <a:solidFill>
            <a:srgbClr val="16305B"/>
          </a:solidFill>
          <a:ln w="12700">
            <a:solidFill>
              <a:srgbClr val="16305B"/>
            </a:solidFill>
            <a:prstDash val="solid"/>
          </a:ln>
        </p:spPr>
      </p:sp>
      <p:sp>
        <p:nvSpPr>
          <p:cNvPr id="279" name="Shape 276"/>
          <p:cNvSpPr/>
          <p:nvPr/>
        </p:nvSpPr>
        <p:spPr>
          <a:xfrm>
            <a:off x="9930384" y="3719779"/>
            <a:ext cx="242316" cy="69494"/>
          </a:xfrm>
          <a:prstGeom prst="rect">
            <a:avLst/>
          </a:prstGeom>
          <a:solidFill>
            <a:srgbClr val="16305B"/>
          </a:solidFill>
          <a:ln w="12700">
            <a:solidFill>
              <a:srgbClr val="16305B"/>
            </a:solidFill>
            <a:prstDash val="solid"/>
          </a:ln>
        </p:spPr>
      </p:sp>
      <p:sp>
        <p:nvSpPr>
          <p:cNvPr id="280" name="Shape 277"/>
          <p:cNvSpPr/>
          <p:nvPr/>
        </p:nvSpPr>
        <p:spPr>
          <a:xfrm>
            <a:off x="10195560" y="3719779"/>
            <a:ext cx="242316" cy="69494"/>
          </a:xfrm>
          <a:prstGeom prst="rect">
            <a:avLst/>
          </a:prstGeom>
          <a:solidFill>
            <a:srgbClr val="16305B"/>
          </a:solidFill>
          <a:ln w="12700">
            <a:solidFill>
              <a:srgbClr val="16305B"/>
            </a:solidFill>
            <a:prstDash val="solid"/>
          </a:ln>
        </p:spPr>
      </p:sp>
      <p:sp>
        <p:nvSpPr>
          <p:cNvPr id="281" name="Shape 278"/>
          <p:cNvSpPr/>
          <p:nvPr/>
        </p:nvSpPr>
        <p:spPr>
          <a:xfrm>
            <a:off x="10460736" y="3719779"/>
            <a:ext cx="242316" cy="69494"/>
          </a:xfrm>
          <a:prstGeom prst="rect">
            <a:avLst/>
          </a:prstGeom>
          <a:solidFill>
            <a:srgbClr val="0090B0"/>
          </a:solidFill>
          <a:ln w="12700">
            <a:solidFill>
              <a:srgbClr val="0090B0"/>
            </a:solidFill>
            <a:prstDash val="solid"/>
          </a:ln>
        </p:spPr>
      </p:sp>
      <p:sp>
        <p:nvSpPr>
          <p:cNvPr id="282" name="Shape 279"/>
          <p:cNvSpPr/>
          <p:nvPr/>
        </p:nvSpPr>
        <p:spPr>
          <a:xfrm>
            <a:off x="10725912" y="3719779"/>
            <a:ext cx="242316" cy="69494"/>
          </a:xfrm>
          <a:prstGeom prst="rect">
            <a:avLst/>
          </a:prstGeom>
          <a:solidFill>
            <a:srgbClr val="E2F4F8"/>
          </a:solidFill>
          <a:ln w="12700">
            <a:solidFill>
              <a:srgbClr val="E2F4F8"/>
            </a:solidFill>
            <a:prstDash val="solid"/>
          </a:ln>
        </p:spPr>
      </p:sp>
      <p:sp>
        <p:nvSpPr>
          <p:cNvPr id="283" name="Shape 280"/>
          <p:cNvSpPr/>
          <p:nvPr/>
        </p:nvSpPr>
        <p:spPr>
          <a:xfrm>
            <a:off x="10991088" y="3719779"/>
            <a:ext cx="242316" cy="69494"/>
          </a:xfrm>
          <a:prstGeom prst="rect">
            <a:avLst/>
          </a:prstGeom>
          <a:solidFill>
            <a:srgbClr val="E2F4F8"/>
          </a:solidFill>
          <a:ln w="12700">
            <a:solidFill>
              <a:srgbClr val="E2F4F8"/>
            </a:solidFill>
            <a:prstDash val="solid"/>
          </a:ln>
        </p:spPr>
      </p:sp>
      <p:sp>
        <p:nvSpPr>
          <p:cNvPr id="284" name="Shape 281"/>
          <p:cNvSpPr/>
          <p:nvPr/>
        </p:nvSpPr>
        <p:spPr>
          <a:xfrm>
            <a:off x="7543800" y="3805733"/>
            <a:ext cx="242316" cy="69494"/>
          </a:xfrm>
          <a:prstGeom prst="rect">
            <a:avLst/>
          </a:prstGeom>
          <a:solidFill>
            <a:srgbClr val="E4EBF3"/>
          </a:solidFill>
          <a:ln w="12700">
            <a:solidFill>
              <a:srgbClr val="E4EBF3"/>
            </a:solidFill>
            <a:prstDash val="solid"/>
          </a:ln>
        </p:spPr>
      </p:sp>
      <p:sp>
        <p:nvSpPr>
          <p:cNvPr id="285" name="Shape 282"/>
          <p:cNvSpPr/>
          <p:nvPr/>
        </p:nvSpPr>
        <p:spPr>
          <a:xfrm>
            <a:off x="7808976" y="3805733"/>
            <a:ext cx="242316" cy="69494"/>
          </a:xfrm>
          <a:prstGeom prst="rect">
            <a:avLst/>
          </a:prstGeom>
          <a:solidFill>
            <a:srgbClr val="E4EBF3"/>
          </a:solidFill>
          <a:ln w="12700">
            <a:solidFill>
              <a:srgbClr val="E4EBF3"/>
            </a:solidFill>
            <a:prstDash val="solid"/>
          </a:ln>
        </p:spPr>
      </p:sp>
      <p:sp>
        <p:nvSpPr>
          <p:cNvPr id="286" name="Shape 283"/>
          <p:cNvSpPr/>
          <p:nvPr/>
        </p:nvSpPr>
        <p:spPr>
          <a:xfrm>
            <a:off x="8074152" y="3805733"/>
            <a:ext cx="242316" cy="69494"/>
          </a:xfrm>
          <a:prstGeom prst="rect">
            <a:avLst/>
          </a:prstGeom>
          <a:solidFill>
            <a:srgbClr val="16305B"/>
          </a:solidFill>
          <a:ln w="12700">
            <a:solidFill>
              <a:srgbClr val="16305B"/>
            </a:solidFill>
            <a:prstDash val="solid"/>
          </a:ln>
        </p:spPr>
      </p:sp>
      <p:sp>
        <p:nvSpPr>
          <p:cNvPr id="287" name="Shape 284"/>
          <p:cNvSpPr/>
          <p:nvPr/>
        </p:nvSpPr>
        <p:spPr>
          <a:xfrm>
            <a:off x="8339328" y="3805733"/>
            <a:ext cx="242316" cy="69494"/>
          </a:xfrm>
          <a:prstGeom prst="rect">
            <a:avLst/>
          </a:prstGeom>
          <a:solidFill>
            <a:srgbClr val="E4EBF3"/>
          </a:solidFill>
          <a:ln w="12700">
            <a:solidFill>
              <a:srgbClr val="E4EBF3"/>
            </a:solidFill>
            <a:prstDash val="solid"/>
          </a:ln>
        </p:spPr>
      </p:sp>
      <p:sp>
        <p:nvSpPr>
          <p:cNvPr id="288" name="Shape 285"/>
          <p:cNvSpPr/>
          <p:nvPr/>
        </p:nvSpPr>
        <p:spPr>
          <a:xfrm>
            <a:off x="8604504" y="3805733"/>
            <a:ext cx="242316" cy="69494"/>
          </a:xfrm>
          <a:prstGeom prst="rect">
            <a:avLst/>
          </a:prstGeom>
          <a:solidFill>
            <a:srgbClr val="8FB0D4"/>
          </a:solidFill>
          <a:ln w="12700">
            <a:solidFill>
              <a:srgbClr val="8FB0D4"/>
            </a:solidFill>
            <a:prstDash val="solid"/>
          </a:ln>
        </p:spPr>
      </p:sp>
      <p:sp>
        <p:nvSpPr>
          <p:cNvPr id="289" name="Shape 286"/>
          <p:cNvSpPr/>
          <p:nvPr/>
        </p:nvSpPr>
        <p:spPr>
          <a:xfrm>
            <a:off x="8869680" y="3805733"/>
            <a:ext cx="242316" cy="69494"/>
          </a:xfrm>
          <a:prstGeom prst="rect">
            <a:avLst/>
          </a:prstGeom>
          <a:solidFill>
            <a:srgbClr val="E4EBF3"/>
          </a:solidFill>
          <a:ln w="12700">
            <a:solidFill>
              <a:srgbClr val="E4EBF3"/>
            </a:solidFill>
            <a:prstDash val="solid"/>
          </a:ln>
        </p:spPr>
      </p:sp>
      <p:sp>
        <p:nvSpPr>
          <p:cNvPr id="290" name="Shape 287"/>
          <p:cNvSpPr/>
          <p:nvPr/>
        </p:nvSpPr>
        <p:spPr>
          <a:xfrm>
            <a:off x="9134856" y="3805733"/>
            <a:ext cx="242316" cy="69494"/>
          </a:xfrm>
          <a:prstGeom prst="rect">
            <a:avLst/>
          </a:prstGeom>
          <a:solidFill>
            <a:srgbClr val="16305B"/>
          </a:solidFill>
          <a:ln w="12700">
            <a:solidFill>
              <a:srgbClr val="16305B"/>
            </a:solidFill>
            <a:prstDash val="solid"/>
          </a:ln>
        </p:spPr>
      </p:sp>
      <p:sp>
        <p:nvSpPr>
          <p:cNvPr id="291" name="Shape 288"/>
          <p:cNvSpPr/>
          <p:nvPr/>
        </p:nvSpPr>
        <p:spPr>
          <a:xfrm>
            <a:off x="9400032" y="3805733"/>
            <a:ext cx="242316" cy="69494"/>
          </a:xfrm>
          <a:prstGeom prst="rect">
            <a:avLst/>
          </a:prstGeom>
          <a:solidFill>
            <a:srgbClr val="E4EBF3"/>
          </a:solidFill>
          <a:ln w="12700">
            <a:solidFill>
              <a:srgbClr val="E4EBF3"/>
            </a:solidFill>
            <a:prstDash val="solid"/>
          </a:ln>
        </p:spPr>
      </p:sp>
      <p:sp>
        <p:nvSpPr>
          <p:cNvPr id="292" name="Shape 289"/>
          <p:cNvSpPr/>
          <p:nvPr/>
        </p:nvSpPr>
        <p:spPr>
          <a:xfrm>
            <a:off x="9665208" y="3805733"/>
            <a:ext cx="242316" cy="69494"/>
          </a:xfrm>
          <a:prstGeom prst="rect">
            <a:avLst/>
          </a:prstGeom>
          <a:solidFill>
            <a:srgbClr val="E4EBF3"/>
          </a:solidFill>
          <a:ln w="12700">
            <a:solidFill>
              <a:srgbClr val="E4EBF3"/>
            </a:solidFill>
            <a:prstDash val="solid"/>
          </a:ln>
        </p:spPr>
      </p:sp>
      <p:sp>
        <p:nvSpPr>
          <p:cNvPr id="293" name="Shape 290"/>
          <p:cNvSpPr/>
          <p:nvPr/>
        </p:nvSpPr>
        <p:spPr>
          <a:xfrm>
            <a:off x="9930384" y="3805733"/>
            <a:ext cx="242316" cy="69494"/>
          </a:xfrm>
          <a:prstGeom prst="rect">
            <a:avLst/>
          </a:prstGeom>
          <a:solidFill>
            <a:srgbClr val="16305B"/>
          </a:solidFill>
          <a:ln w="12700">
            <a:solidFill>
              <a:srgbClr val="16305B"/>
            </a:solidFill>
            <a:prstDash val="solid"/>
          </a:ln>
        </p:spPr>
      </p:sp>
      <p:sp>
        <p:nvSpPr>
          <p:cNvPr id="294" name="Shape 291"/>
          <p:cNvSpPr/>
          <p:nvPr/>
        </p:nvSpPr>
        <p:spPr>
          <a:xfrm>
            <a:off x="10195560" y="3805733"/>
            <a:ext cx="242316" cy="69494"/>
          </a:xfrm>
          <a:prstGeom prst="rect">
            <a:avLst/>
          </a:prstGeom>
          <a:solidFill>
            <a:srgbClr val="16305B"/>
          </a:solidFill>
          <a:ln w="12700">
            <a:solidFill>
              <a:srgbClr val="16305B"/>
            </a:solidFill>
            <a:prstDash val="solid"/>
          </a:ln>
        </p:spPr>
      </p:sp>
      <p:sp>
        <p:nvSpPr>
          <p:cNvPr id="295" name="Shape 292"/>
          <p:cNvSpPr/>
          <p:nvPr/>
        </p:nvSpPr>
        <p:spPr>
          <a:xfrm>
            <a:off x="10460736" y="3805733"/>
            <a:ext cx="242316" cy="69494"/>
          </a:xfrm>
          <a:prstGeom prst="rect">
            <a:avLst/>
          </a:prstGeom>
          <a:solidFill>
            <a:srgbClr val="0090B0"/>
          </a:solidFill>
          <a:ln w="12700">
            <a:solidFill>
              <a:srgbClr val="0090B0"/>
            </a:solidFill>
            <a:prstDash val="solid"/>
          </a:ln>
        </p:spPr>
      </p:sp>
      <p:sp>
        <p:nvSpPr>
          <p:cNvPr id="296" name="Shape 293"/>
          <p:cNvSpPr/>
          <p:nvPr/>
        </p:nvSpPr>
        <p:spPr>
          <a:xfrm>
            <a:off x="10725912" y="3805733"/>
            <a:ext cx="242316" cy="69494"/>
          </a:xfrm>
          <a:prstGeom prst="rect">
            <a:avLst/>
          </a:prstGeom>
          <a:solidFill>
            <a:srgbClr val="0090B0"/>
          </a:solidFill>
          <a:ln w="12700">
            <a:solidFill>
              <a:srgbClr val="0090B0"/>
            </a:solidFill>
            <a:prstDash val="solid"/>
          </a:ln>
        </p:spPr>
      </p:sp>
      <p:sp>
        <p:nvSpPr>
          <p:cNvPr id="297" name="Shape 294"/>
          <p:cNvSpPr/>
          <p:nvPr/>
        </p:nvSpPr>
        <p:spPr>
          <a:xfrm>
            <a:off x="10991088" y="3805733"/>
            <a:ext cx="242316" cy="69494"/>
          </a:xfrm>
          <a:prstGeom prst="rect">
            <a:avLst/>
          </a:prstGeom>
          <a:solidFill>
            <a:srgbClr val="E2F4F8"/>
          </a:solidFill>
          <a:ln w="12700">
            <a:solidFill>
              <a:srgbClr val="E2F4F8"/>
            </a:solidFill>
            <a:prstDash val="solid"/>
          </a:ln>
        </p:spPr>
      </p:sp>
      <p:sp>
        <p:nvSpPr>
          <p:cNvPr id="298" name="Shape 295"/>
          <p:cNvSpPr/>
          <p:nvPr/>
        </p:nvSpPr>
        <p:spPr>
          <a:xfrm>
            <a:off x="7543800" y="3891686"/>
            <a:ext cx="242316" cy="69494"/>
          </a:xfrm>
          <a:prstGeom prst="rect">
            <a:avLst/>
          </a:prstGeom>
          <a:solidFill>
            <a:srgbClr val="E4EBF3"/>
          </a:solidFill>
          <a:ln w="12700">
            <a:solidFill>
              <a:srgbClr val="E4EBF3"/>
            </a:solidFill>
            <a:prstDash val="solid"/>
          </a:ln>
        </p:spPr>
      </p:sp>
      <p:sp>
        <p:nvSpPr>
          <p:cNvPr id="299" name="Shape 296"/>
          <p:cNvSpPr/>
          <p:nvPr/>
        </p:nvSpPr>
        <p:spPr>
          <a:xfrm>
            <a:off x="7808976" y="3891686"/>
            <a:ext cx="242316" cy="69494"/>
          </a:xfrm>
          <a:prstGeom prst="rect">
            <a:avLst/>
          </a:prstGeom>
          <a:solidFill>
            <a:srgbClr val="E4EBF3"/>
          </a:solidFill>
          <a:ln w="12700">
            <a:solidFill>
              <a:srgbClr val="E4EBF3"/>
            </a:solidFill>
            <a:prstDash val="solid"/>
          </a:ln>
        </p:spPr>
      </p:sp>
      <p:sp>
        <p:nvSpPr>
          <p:cNvPr id="300" name="Shape 297"/>
          <p:cNvSpPr/>
          <p:nvPr/>
        </p:nvSpPr>
        <p:spPr>
          <a:xfrm>
            <a:off x="8074152" y="3891686"/>
            <a:ext cx="242316" cy="69494"/>
          </a:xfrm>
          <a:prstGeom prst="rect">
            <a:avLst/>
          </a:prstGeom>
          <a:solidFill>
            <a:srgbClr val="E4EBF3"/>
          </a:solidFill>
          <a:ln w="12700">
            <a:solidFill>
              <a:srgbClr val="E4EBF3"/>
            </a:solidFill>
            <a:prstDash val="solid"/>
          </a:ln>
        </p:spPr>
      </p:sp>
      <p:sp>
        <p:nvSpPr>
          <p:cNvPr id="301" name="Shape 298"/>
          <p:cNvSpPr/>
          <p:nvPr/>
        </p:nvSpPr>
        <p:spPr>
          <a:xfrm>
            <a:off x="8339328" y="3891686"/>
            <a:ext cx="242316" cy="69494"/>
          </a:xfrm>
          <a:prstGeom prst="rect">
            <a:avLst/>
          </a:prstGeom>
          <a:solidFill>
            <a:srgbClr val="16305B"/>
          </a:solidFill>
          <a:ln w="12700">
            <a:solidFill>
              <a:srgbClr val="16305B"/>
            </a:solidFill>
            <a:prstDash val="solid"/>
          </a:ln>
        </p:spPr>
      </p:sp>
      <p:sp>
        <p:nvSpPr>
          <p:cNvPr id="302" name="Shape 299"/>
          <p:cNvSpPr/>
          <p:nvPr/>
        </p:nvSpPr>
        <p:spPr>
          <a:xfrm>
            <a:off x="8604504" y="3891686"/>
            <a:ext cx="242316" cy="69494"/>
          </a:xfrm>
          <a:prstGeom prst="rect">
            <a:avLst/>
          </a:prstGeom>
          <a:solidFill>
            <a:srgbClr val="E4EBF3"/>
          </a:solidFill>
          <a:ln w="12700">
            <a:solidFill>
              <a:srgbClr val="E4EBF3"/>
            </a:solidFill>
            <a:prstDash val="solid"/>
          </a:ln>
        </p:spPr>
      </p:sp>
      <p:sp>
        <p:nvSpPr>
          <p:cNvPr id="303" name="Shape 300"/>
          <p:cNvSpPr/>
          <p:nvPr/>
        </p:nvSpPr>
        <p:spPr>
          <a:xfrm>
            <a:off x="8869680" y="3891686"/>
            <a:ext cx="242316" cy="69494"/>
          </a:xfrm>
          <a:prstGeom prst="rect">
            <a:avLst/>
          </a:prstGeom>
          <a:solidFill>
            <a:srgbClr val="8FB0D4"/>
          </a:solidFill>
          <a:ln w="12700">
            <a:solidFill>
              <a:srgbClr val="8FB0D4"/>
            </a:solidFill>
            <a:prstDash val="solid"/>
          </a:ln>
        </p:spPr>
      </p:sp>
      <p:sp>
        <p:nvSpPr>
          <p:cNvPr id="304" name="Shape 301"/>
          <p:cNvSpPr/>
          <p:nvPr/>
        </p:nvSpPr>
        <p:spPr>
          <a:xfrm>
            <a:off x="9134856" y="3891686"/>
            <a:ext cx="242316" cy="69494"/>
          </a:xfrm>
          <a:prstGeom prst="rect">
            <a:avLst/>
          </a:prstGeom>
          <a:solidFill>
            <a:srgbClr val="E4EBF3"/>
          </a:solidFill>
          <a:ln w="12700">
            <a:solidFill>
              <a:srgbClr val="E4EBF3"/>
            </a:solidFill>
            <a:prstDash val="solid"/>
          </a:ln>
        </p:spPr>
      </p:sp>
      <p:sp>
        <p:nvSpPr>
          <p:cNvPr id="305" name="Shape 302"/>
          <p:cNvSpPr/>
          <p:nvPr/>
        </p:nvSpPr>
        <p:spPr>
          <a:xfrm>
            <a:off x="9400032" y="3891686"/>
            <a:ext cx="242316" cy="69494"/>
          </a:xfrm>
          <a:prstGeom prst="rect">
            <a:avLst/>
          </a:prstGeom>
          <a:solidFill>
            <a:srgbClr val="16305B"/>
          </a:solidFill>
          <a:ln w="12700">
            <a:solidFill>
              <a:srgbClr val="16305B"/>
            </a:solidFill>
            <a:prstDash val="solid"/>
          </a:ln>
        </p:spPr>
      </p:sp>
      <p:sp>
        <p:nvSpPr>
          <p:cNvPr id="306" name="Shape 303"/>
          <p:cNvSpPr/>
          <p:nvPr/>
        </p:nvSpPr>
        <p:spPr>
          <a:xfrm>
            <a:off x="9665208" y="3891686"/>
            <a:ext cx="242316" cy="69494"/>
          </a:xfrm>
          <a:prstGeom prst="rect">
            <a:avLst/>
          </a:prstGeom>
          <a:solidFill>
            <a:srgbClr val="E4EBF3"/>
          </a:solidFill>
          <a:ln w="12700">
            <a:solidFill>
              <a:srgbClr val="E4EBF3"/>
            </a:solidFill>
            <a:prstDash val="solid"/>
          </a:ln>
        </p:spPr>
      </p:sp>
      <p:sp>
        <p:nvSpPr>
          <p:cNvPr id="307" name="Shape 304"/>
          <p:cNvSpPr/>
          <p:nvPr/>
        </p:nvSpPr>
        <p:spPr>
          <a:xfrm>
            <a:off x="9930384" y="3891686"/>
            <a:ext cx="242316" cy="69494"/>
          </a:xfrm>
          <a:prstGeom prst="rect">
            <a:avLst/>
          </a:prstGeom>
          <a:solidFill>
            <a:srgbClr val="E4EBF3"/>
          </a:solidFill>
          <a:ln w="12700">
            <a:solidFill>
              <a:srgbClr val="E4EBF3"/>
            </a:solidFill>
            <a:prstDash val="solid"/>
          </a:ln>
        </p:spPr>
      </p:sp>
      <p:sp>
        <p:nvSpPr>
          <p:cNvPr id="308" name="Shape 305"/>
          <p:cNvSpPr/>
          <p:nvPr/>
        </p:nvSpPr>
        <p:spPr>
          <a:xfrm>
            <a:off x="10195560" y="3891686"/>
            <a:ext cx="242316" cy="69494"/>
          </a:xfrm>
          <a:prstGeom prst="rect">
            <a:avLst/>
          </a:prstGeom>
          <a:solidFill>
            <a:srgbClr val="16305B"/>
          </a:solidFill>
          <a:ln w="12700">
            <a:solidFill>
              <a:srgbClr val="16305B"/>
            </a:solidFill>
            <a:prstDash val="solid"/>
          </a:ln>
        </p:spPr>
      </p:sp>
      <p:sp>
        <p:nvSpPr>
          <p:cNvPr id="309" name="Shape 306"/>
          <p:cNvSpPr/>
          <p:nvPr/>
        </p:nvSpPr>
        <p:spPr>
          <a:xfrm>
            <a:off x="10460736" y="3891686"/>
            <a:ext cx="242316" cy="69494"/>
          </a:xfrm>
          <a:prstGeom prst="rect">
            <a:avLst/>
          </a:prstGeom>
          <a:solidFill>
            <a:srgbClr val="0090B0"/>
          </a:solidFill>
          <a:ln w="12700">
            <a:solidFill>
              <a:srgbClr val="0090B0"/>
            </a:solidFill>
            <a:prstDash val="solid"/>
          </a:ln>
        </p:spPr>
      </p:sp>
      <p:sp>
        <p:nvSpPr>
          <p:cNvPr id="310" name="Shape 307"/>
          <p:cNvSpPr/>
          <p:nvPr/>
        </p:nvSpPr>
        <p:spPr>
          <a:xfrm>
            <a:off x="10725912" y="3891686"/>
            <a:ext cx="242316" cy="69494"/>
          </a:xfrm>
          <a:prstGeom prst="rect">
            <a:avLst/>
          </a:prstGeom>
          <a:solidFill>
            <a:srgbClr val="0090B0"/>
          </a:solidFill>
          <a:ln w="12700">
            <a:solidFill>
              <a:srgbClr val="0090B0"/>
            </a:solidFill>
            <a:prstDash val="solid"/>
          </a:ln>
        </p:spPr>
      </p:sp>
      <p:sp>
        <p:nvSpPr>
          <p:cNvPr id="311" name="Shape 308"/>
          <p:cNvSpPr/>
          <p:nvPr/>
        </p:nvSpPr>
        <p:spPr>
          <a:xfrm>
            <a:off x="10991088" y="3891686"/>
            <a:ext cx="242316" cy="69494"/>
          </a:xfrm>
          <a:prstGeom prst="rect">
            <a:avLst/>
          </a:prstGeom>
          <a:solidFill>
            <a:srgbClr val="0090B0"/>
          </a:solidFill>
          <a:ln w="12700">
            <a:solidFill>
              <a:srgbClr val="0090B0"/>
            </a:solidFill>
            <a:prstDash val="solid"/>
          </a:ln>
        </p:spPr>
      </p:sp>
      <p:sp>
        <p:nvSpPr>
          <p:cNvPr id="312" name="Shape 309"/>
          <p:cNvSpPr/>
          <p:nvPr/>
        </p:nvSpPr>
        <p:spPr>
          <a:xfrm>
            <a:off x="7543800" y="3977640"/>
            <a:ext cx="242316" cy="69494"/>
          </a:xfrm>
          <a:prstGeom prst="rect">
            <a:avLst/>
          </a:prstGeom>
          <a:solidFill>
            <a:srgbClr val="E4EBF3"/>
          </a:solidFill>
          <a:ln w="12700">
            <a:solidFill>
              <a:srgbClr val="E4EBF3"/>
            </a:solidFill>
            <a:prstDash val="solid"/>
          </a:ln>
        </p:spPr>
      </p:sp>
      <p:sp>
        <p:nvSpPr>
          <p:cNvPr id="313" name="Shape 310"/>
          <p:cNvSpPr/>
          <p:nvPr/>
        </p:nvSpPr>
        <p:spPr>
          <a:xfrm>
            <a:off x="7808976" y="3977640"/>
            <a:ext cx="242316" cy="69494"/>
          </a:xfrm>
          <a:prstGeom prst="rect">
            <a:avLst/>
          </a:prstGeom>
          <a:solidFill>
            <a:srgbClr val="16305B"/>
          </a:solidFill>
          <a:ln w="12700">
            <a:solidFill>
              <a:srgbClr val="16305B"/>
            </a:solidFill>
            <a:prstDash val="solid"/>
          </a:ln>
        </p:spPr>
      </p:sp>
      <p:sp>
        <p:nvSpPr>
          <p:cNvPr id="314" name="Shape 311"/>
          <p:cNvSpPr/>
          <p:nvPr/>
        </p:nvSpPr>
        <p:spPr>
          <a:xfrm>
            <a:off x="8074152" y="3977640"/>
            <a:ext cx="242316" cy="69494"/>
          </a:xfrm>
          <a:prstGeom prst="rect">
            <a:avLst/>
          </a:prstGeom>
          <a:solidFill>
            <a:srgbClr val="E4EBF3"/>
          </a:solidFill>
          <a:ln w="12700">
            <a:solidFill>
              <a:srgbClr val="E4EBF3"/>
            </a:solidFill>
            <a:prstDash val="solid"/>
          </a:ln>
        </p:spPr>
      </p:sp>
      <p:sp>
        <p:nvSpPr>
          <p:cNvPr id="315" name="Shape 312"/>
          <p:cNvSpPr/>
          <p:nvPr/>
        </p:nvSpPr>
        <p:spPr>
          <a:xfrm>
            <a:off x="8339328" y="3977640"/>
            <a:ext cx="242316" cy="69494"/>
          </a:xfrm>
          <a:prstGeom prst="rect">
            <a:avLst/>
          </a:prstGeom>
          <a:solidFill>
            <a:srgbClr val="E4EBF3"/>
          </a:solidFill>
          <a:ln w="12700">
            <a:solidFill>
              <a:srgbClr val="E4EBF3"/>
            </a:solidFill>
            <a:prstDash val="solid"/>
          </a:ln>
        </p:spPr>
      </p:sp>
      <p:sp>
        <p:nvSpPr>
          <p:cNvPr id="316" name="Shape 313"/>
          <p:cNvSpPr/>
          <p:nvPr/>
        </p:nvSpPr>
        <p:spPr>
          <a:xfrm>
            <a:off x="8604504" y="3977640"/>
            <a:ext cx="242316" cy="69494"/>
          </a:xfrm>
          <a:prstGeom prst="rect">
            <a:avLst/>
          </a:prstGeom>
          <a:solidFill>
            <a:srgbClr val="16305B"/>
          </a:solidFill>
          <a:ln w="12700">
            <a:solidFill>
              <a:srgbClr val="16305B"/>
            </a:solidFill>
            <a:prstDash val="solid"/>
          </a:ln>
        </p:spPr>
      </p:sp>
      <p:sp>
        <p:nvSpPr>
          <p:cNvPr id="317" name="Shape 314"/>
          <p:cNvSpPr/>
          <p:nvPr/>
        </p:nvSpPr>
        <p:spPr>
          <a:xfrm>
            <a:off x="8869680" y="3977640"/>
            <a:ext cx="242316" cy="69494"/>
          </a:xfrm>
          <a:prstGeom prst="rect">
            <a:avLst/>
          </a:prstGeom>
          <a:solidFill>
            <a:srgbClr val="E4EBF3"/>
          </a:solidFill>
          <a:ln w="12700">
            <a:solidFill>
              <a:srgbClr val="E4EBF3"/>
            </a:solidFill>
            <a:prstDash val="solid"/>
          </a:ln>
        </p:spPr>
      </p:sp>
      <p:sp>
        <p:nvSpPr>
          <p:cNvPr id="318" name="Shape 315"/>
          <p:cNvSpPr/>
          <p:nvPr/>
        </p:nvSpPr>
        <p:spPr>
          <a:xfrm>
            <a:off x="9134856" y="3977640"/>
            <a:ext cx="242316" cy="69494"/>
          </a:xfrm>
          <a:prstGeom prst="rect">
            <a:avLst/>
          </a:prstGeom>
          <a:solidFill>
            <a:srgbClr val="8FB0D4"/>
          </a:solidFill>
          <a:ln w="12700">
            <a:solidFill>
              <a:srgbClr val="8FB0D4"/>
            </a:solidFill>
            <a:prstDash val="solid"/>
          </a:ln>
        </p:spPr>
      </p:sp>
      <p:sp>
        <p:nvSpPr>
          <p:cNvPr id="319" name="Shape 316"/>
          <p:cNvSpPr/>
          <p:nvPr/>
        </p:nvSpPr>
        <p:spPr>
          <a:xfrm>
            <a:off x="9400032" y="3977640"/>
            <a:ext cx="242316" cy="69494"/>
          </a:xfrm>
          <a:prstGeom prst="rect">
            <a:avLst/>
          </a:prstGeom>
          <a:solidFill>
            <a:srgbClr val="E4EBF3"/>
          </a:solidFill>
          <a:ln w="12700">
            <a:solidFill>
              <a:srgbClr val="E4EBF3"/>
            </a:solidFill>
            <a:prstDash val="solid"/>
          </a:ln>
        </p:spPr>
      </p:sp>
      <p:sp>
        <p:nvSpPr>
          <p:cNvPr id="320" name="Shape 317"/>
          <p:cNvSpPr/>
          <p:nvPr/>
        </p:nvSpPr>
        <p:spPr>
          <a:xfrm>
            <a:off x="9665208" y="3977640"/>
            <a:ext cx="242316" cy="69494"/>
          </a:xfrm>
          <a:prstGeom prst="rect">
            <a:avLst/>
          </a:prstGeom>
          <a:solidFill>
            <a:srgbClr val="16305B"/>
          </a:solidFill>
          <a:ln w="12700">
            <a:solidFill>
              <a:srgbClr val="16305B"/>
            </a:solidFill>
            <a:prstDash val="solid"/>
          </a:ln>
        </p:spPr>
      </p:sp>
      <p:sp>
        <p:nvSpPr>
          <p:cNvPr id="321" name="Shape 318"/>
          <p:cNvSpPr/>
          <p:nvPr/>
        </p:nvSpPr>
        <p:spPr>
          <a:xfrm>
            <a:off x="9930384" y="3977640"/>
            <a:ext cx="242316" cy="69494"/>
          </a:xfrm>
          <a:prstGeom prst="rect">
            <a:avLst/>
          </a:prstGeom>
          <a:solidFill>
            <a:srgbClr val="E4EBF3"/>
          </a:solidFill>
          <a:ln w="12700">
            <a:solidFill>
              <a:srgbClr val="E4EBF3"/>
            </a:solidFill>
            <a:prstDash val="solid"/>
          </a:ln>
        </p:spPr>
      </p:sp>
      <p:sp>
        <p:nvSpPr>
          <p:cNvPr id="322" name="Shape 319"/>
          <p:cNvSpPr/>
          <p:nvPr/>
        </p:nvSpPr>
        <p:spPr>
          <a:xfrm>
            <a:off x="10195560" y="3977640"/>
            <a:ext cx="242316" cy="69494"/>
          </a:xfrm>
          <a:prstGeom prst="rect">
            <a:avLst/>
          </a:prstGeom>
          <a:solidFill>
            <a:srgbClr val="E4EBF3"/>
          </a:solidFill>
          <a:ln w="12700">
            <a:solidFill>
              <a:srgbClr val="E4EBF3"/>
            </a:solidFill>
            <a:prstDash val="solid"/>
          </a:ln>
        </p:spPr>
      </p:sp>
      <p:sp>
        <p:nvSpPr>
          <p:cNvPr id="323" name="Shape 320"/>
          <p:cNvSpPr/>
          <p:nvPr/>
        </p:nvSpPr>
        <p:spPr>
          <a:xfrm>
            <a:off x="10460736" y="3977640"/>
            <a:ext cx="242316" cy="69494"/>
          </a:xfrm>
          <a:prstGeom prst="rect">
            <a:avLst/>
          </a:prstGeom>
          <a:solidFill>
            <a:srgbClr val="0090B0"/>
          </a:solidFill>
          <a:ln w="12700">
            <a:solidFill>
              <a:srgbClr val="0090B0"/>
            </a:solidFill>
            <a:prstDash val="solid"/>
          </a:ln>
        </p:spPr>
      </p:sp>
      <p:sp>
        <p:nvSpPr>
          <p:cNvPr id="324" name="Shape 321"/>
          <p:cNvSpPr/>
          <p:nvPr/>
        </p:nvSpPr>
        <p:spPr>
          <a:xfrm>
            <a:off x="10725912" y="3977640"/>
            <a:ext cx="242316" cy="69494"/>
          </a:xfrm>
          <a:prstGeom prst="rect">
            <a:avLst/>
          </a:prstGeom>
          <a:solidFill>
            <a:srgbClr val="0090B0"/>
          </a:solidFill>
          <a:ln w="12700">
            <a:solidFill>
              <a:srgbClr val="0090B0"/>
            </a:solidFill>
            <a:prstDash val="solid"/>
          </a:ln>
        </p:spPr>
      </p:sp>
      <p:sp>
        <p:nvSpPr>
          <p:cNvPr id="325" name="Shape 322"/>
          <p:cNvSpPr/>
          <p:nvPr/>
        </p:nvSpPr>
        <p:spPr>
          <a:xfrm>
            <a:off x="10991088" y="3977640"/>
            <a:ext cx="242316" cy="69494"/>
          </a:xfrm>
          <a:prstGeom prst="rect">
            <a:avLst/>
          </a:prstGeom>
          <a:solidFill>
            <a:srgbClr val="0090B0"/>
          </a:solidFill>
          <a:ln w="12700">
            <a:solidFill>
              <a:srgbClr val="0090B0"/>
            </a:solidFill>
            <a:prstDash val="solid"/>
          </a:ln>
        </p:spPr>
      </p:sp>
      <p:sp>
        <p:nvSpPr>
          <p:cNvPr id="326" name="Shape 323"/>
          <p:cNvSpPr/>
          <p:nvPr/>
        </p:nvSpPr>
        <p:spPr>
          <a:xfrm>
            <a:off x="7543800" y="4063594"/>
            <a:ext cx="242316" cy="69494"/>
          </a:xfrm>
          <a:prstGeom prst="rect">
            <a:avLst/>
          </a:prstGeom>
          <a:solidFill>
            <a:srgbClr val="E4EBF3"/>
          </a:solidFill>
          <a:ln w="12700">
            <a:solidFill>
              <a:srgbClr val="E4EBF3"/>
            </a:solidFill>
            <a:prstDash val="solid"/>
          </a:ln>
        </p:spPr>
      </p:sp>
      <p:sp>
        <p:nvSpPr>
          <p:cNvPr id="327" name="Shape 324"/>
          <p:cNvSpPr/>
          <p:nvPr/>
        </p:nvSpPr>
        <p:spPr>
          <a:xfrm>
            <a:off x="7808976" y="4063594"/>
            <a:ext cx="242316" cy="69494"/>
          </a:xfrm>
          <a:prstGeom prst="rect">
            <a:avLst/>
          </a:prstGeom>
          <a:solidFill>
            <a:srgbClr val="16305B"/>
          </a:solidFill>
          <a:ln w="12700">
            <a:solidFill>
              <a:srgbClr val="16305B"/>
            </a:solidFill>
            <a:prstDash val="solid"/>
          </a:ln>
        </p:spPr>
      </p:sp>
      <p:sp>
        <p:nvSpPr>
          <p:cNvPr id="328" name="Shape 325"/>
          <p:cNvSpPr/>
          <p:nvPr/>
        </p:nvSpPr>
        <p:spPr>
          <a:xfrm>
            <a:off x="8074152" y="4063594"/>
            <a:ext cx="242316" cy="69494"/>
          </a:xfrm>
          <a:prstGeom prst="rect">
            <a:avLst/>
          </a:prstGeom>
          <a:solidFill>
            <a:srgbClr val="16305B"/>
          </a:solidFill>
          <a:ln w="12700">
            <a:solidFill>
              <a:srgbClr val="16305B"/>
            </a:solidFill>
            <a:prstDash val="solid"/>
          </a:ln>
        </p:spPr>
      </p:sp>
      <p:sp>
        <p:nvSpPr>
          <p:cNvPr id="329" name="Shape 326"/>
          <p:cNvSpPr/>
          <p:nvPr/>
        </p:nvSpPr>
        <p:spPr>
          <a:xfrm>
            <a:off x="8339328" y="4063594"/>
            <a:ext cx="242316" cy="69494"/>
          </a:xfrm>
          <a:prstGeom prst="rect">
            <a:avLst/>
          </a:prstGeom>
          <a:solidFill>
            <a:srgbClr val="E4EBF3"/>
          </a:solidFill>
          <a:ln w="12700">
            <a:solidFill>
              <a:srgbClr val="E4EBF3"/>
            </a:solidFill>
            <a:prstDash val="solid"/>
          </a:ln>
        </p:spPr>
      </p:sp>
      <p:sp>
        <p:nvSpPr>
          <p:cNvPr id="330" name="Shape 327"/>
          <p:cNvSpPr/>
          <p:nvPr/>
        </p:nvSpPr>
        <p:spPr>
          <a:xfrm>
            <a:off x="8604504" y="4063594"/>
            <a:ext cx="242316" cy="69494"/>
          </a:xfrm>
          <a:prstGeom prst="rect">
            <a:avLst/>
          </a:prstGeom>
          <a:solidFill>
            <a:srgbClr val="E4EBF3"/>
          </a:solidFill>
          <a:ln w="12700">
            <a:solidFill>
              <a:srgbClr val="E4EBF3"/>
            </a:solidFill>
            <a:prstDash val="solid"/>
          </a:ln>
        </p:spPr>
      </p:sp>
      <p:sp>
        <p:nvSpPr>
          <p:cNvPr id="331" name="Shape 328"/>
          <p:cNvSpPr/>
          <p:nvPr/>
        </p:nvSpPr>
        <p:spPr>
          <a:xfrm>
            <a:off x="8869680" y="4063594"/>
            <a:ext cx="242316" cy="69494"/>
          </a:xfrm>
          <a:prstGeom prst="rect">
            <a:avLst/>
          </a:prstGeom>
          <a:solidFill>
            <a:srgbClr val="16305B"/>
          </a:solidFill>
          <a:ln w="12700">
            <a:solidFill>
              <a:srgbClr val="16305B"/>
            </a:solidFill>
            <a:prstDash val="solid"/>
          </a:ln>
        </p:spPr>
      </p:sp>
      <p:sp>
        <p:nvSpPr>
          <p:cNvPr id="332" name="Shape 329"/>
          <p:cNvSpPr/>
          <p:nvPr/>
        </p:nvSpPr>
        <p:spPr>
          <a:xfrm>
            <a:off x="9134856" y="4063594"/>
            <a:ext cx="242316" cy="69494"/>
          </a:xfrm>
          <a:prstGeom prst="rect">
            <a:avLst/>
          </a:prstGeom>
          <a:solidFill>
            <a:srgbClr val="E4EBF3"/>
          </a:solidFill>
          <a:ln w="12700">
            <a:solidFill>
              <a:srgbClr val="E4EBF3"/>
            </a:solidFill>
            <a:prstDash val="solid"/>
          </a:ln>
        </p:spPr>
      </p:sp>
      <p:sp>
        <p:nvSpPr>
          <p:cNvPr id="333" name="Shape 330"/>
          <p:cNvSpPr/>
          <p:nvPr/>
        </p:nvSpPr>
        <p:spPr>
          <a:xfrm>
            <a:off x="9400032" y="4063594"/>
            <a:ext cx="242316" cy="69494"/>
          </a:xfrm>
          <a:prstGeom prst="rect">
            <a:avLst/>
          </a:prstGeom>
          <a:solidFill>
            <a:srgbClr val="8FB0D4"/>
          </a:solidFill>
          <a:ln w="12700">
            <a:solidFill>
              <a:srgbClr val="8FB0D4"/>
            </a:solidFill>
            <a:prstDash val="solid"/>
          </a:ln>
        </p:spPr>
      </p:sp>
      <p:sp>
        <p:nvSpPr>
          <p:cNvPr id="334" name="Shape 331"/>
          <p:cNvSpPr/>
          <p:nvPr/>
        </p:nvSpPr>
        <p:spPr>
          <a:xfrm>
            <a:off x="9665208" y="4063594"/>
            <a:ext cx="242316" cy="69494"/>
          </a:xfrm>
          <a:prstGeom prst="rect">
            <a:avLst/>
          </a:prstGeom>
          <a:solidFill>
            <a:srgbClr val="E4EBF3"/>
          </a:solidFill>
          <a:ln w="12700">
            <a:solidFill>
              <a:srgbClr val="E4EBF3"/>
            </a:solidFill>
            <a:prstDash val="solid"/>
          </a:ln>
        </p:spPr>
      </p:sp>
      <p:sp>
        <p:nvSpPr>
          <p:cNvPr id="335" name="Shape 332"/>
          <p:cNvSpPr/>
          <p:nvPr/>
        </p:nvSpPr>
        <p:spPr>
          <a:xfrm>
            <a:off x="9930384" y="4063594"/>
            <a:ext cx="242316" cy="69494"/>
          </a:xfrm>
          <a:prstGeom prst="rect">
            <a:avLst/>
          </a:prstGeom>
          <a:solidFill>
            <a:srgbClr val="16305B"/>
          </a:solidFill>
          <a:ln w="12700">
            <a:solidFill>
              <a:srgbClr val="16305B"/>
            </a:solidFill>
            <a:prstDash val="solid"/>
          </a:ln>
        </p:spPr>
      </p:sp>
      <p:sp>
        <p:nvSpPr>
          <p:cNvPr id="336" name="Shape 333"/>
          <p:cNvSpPr/>
          <p:nvPr/>
        </p:nvSpPr>
        <p:spPr>
          <a:xfrm>
            <a:off x="10195560" y="4063594"/>
            <a:ext cx="242316" cy="69494"/>
          </a:xfrm>
          <a:prstGeom prst="rect">
            <a:avLst/>
          </a:prstGeom>
          <a:solidFill>
            <a:srgbClr val="E4EBF3"/>
          </a:solidFill>
          <a:ln w="12700">
            <a:solidFill>
              <a:srgbClr val="E4EBF3"/>
            </a:solidFill>
            <a:prstDash val="solid"/>
          </a:ln>
        </p:spPr>
      </p:sp>
      <p:sp>
        <p:nvSpPr>
          <p:cNvPr id="337" name="Shape 334"/>
          <p:cNvSpPr/>
          <p:nvPr/>
        </p:nvSpPr>
        <p:spPr>
          <a:xfrm>
            <a:off x="10460736" y="4063594"/>
            <a:ext cx="242316" cy="69494"/>
          </a:xfrm>
          <a:prstGeom prst="rect">
            <a:avLst/>
          </a:prstGeom>
          <a:solidFill>
            <a:srgbClr val="E2F4F8"/>
          </a:solidFill>
          <a:ln w="12700">
            <a:solidFill>
              <a:srgbClr val="E2F4F8"/>
            </a:solidFill>
            <a:prstDash val="solid"/>
          </a:ln>
        </p:spPr>
      </p:sp>
      <p:sp>
        <p:nvSpPr>
          <p:cNvPr id="338" name="Shape 335"/>
          <p:cNvSpPr/>
          <p:nvPr/>
        </p:nvSpPr>
        <p:spPr>
          <a:xfrm>
            <a:off x="10725912" y="4063594"/>
            <a:ext cx="242316" cy="69494"/>
          </a:xfrm>
          <a:prstGeom prst="rect">
            <a:avLst/>
          </a:prstGeom>
          <a:solidFill>
            <a:srgbClr val="0090B0"/>
          </a:solidFill>
          <a:ln w="12700">
            <a:solidFill>
              <a:srgbClr val="0090B0"/>
            </a:solidFill>
            <a:prstDash val="solid"/>
          </a:ln>
        </p:spPr>
      </p:sp>
      <p:sp>
        <p:nvSpPr>
          <p:cNvPr id="339" name="Shape 336"/>
          <p:cNvSpPr/>
          <p:nvPr/>
        </p:nvSpPr>
        <p:spPr>
          <a:xfrm>
            <a:off x="10991088" y="4063594"/>
            <a:ext cx="242316" cy="69494"/>
          </a:xfrm>
          <a:prstGeom prst="rect">
            <a:avLst/>
          </a:prstGeom>
          <a:solidFill>
            <a:srgbClr val="0090B0"/>
          </a:solidFill>
          <a:ln w="12700">
            <a:solidFill>
              <a:srgbClr val="0090B0"/>
            </a:solidFill>
            <a:prstDash val="solid"/>
          </a:ln>
        </p:spPr>
      </p:sp>
      <p:sp>
        <p:nvSpPr>
          <p:cNvPr id="340" name="Shape 337"/>
          <p:cNvSpPr/>
          <p:nvPr/>
        </p:nvSpPr>
        <p:spPr>
          <a:xfrm>
            <a:off x="7543800" y="4149547"/>
            <a:ext cx="242316" cy="69494"/>
          </a:xfrm>
          <a:prstGeom prst="rect">
            <a:avLst/>
          </a:prstGeom>
          <a:solidFill>
            <a:srgbClr val="E4EBF3"/>
          </a:solidFill>
          <a:ln w="12700">
            <a:solidFill>
              <a:srgbClr val="E4EBF3"/>
            </a:solidFill>
            <a:prstDash val="solid"/>
          </a:ln>
        </p:spPr>
      </p:sp>
      <p:sp>
        <p:nvSpPr>
          <p:cNvPr id="341" name="Shape 338"/>
          <p:cNvSpPr/>
          <p:nvPr/>
        </p:nvSpPr>
        <p:spPr>
          <a:xfrm>
            <a:off x="7808976" y="4149547"/>
            <a:ext cx="242316" cy="69494"/>
          </a:xfrm>
          <a:prstGeom prst="rect">
            <a:avLst/>
          </a:prstGeom>
          <a:solidFill>
            <a:srgbClr val="16305B"/>
          </a:solidFill>
          <a:ln w="12700">
            <a:solidFill>
              <a:srgbClr val="16305B"/>
            </a:solidFill>
            <a:prstDash val="solid"/>
          </a:ln>
        </p:spPr>
      </p:sp>
      <p:sp>
        <p:nvSpPr>
          <p:cNvPr id="342" name="Shape 339"/>
          <p:cNvSpPr/>
          <p:nvPr/>
        </p:nvSpPr>
        <p:spPr>
          <a:xfrm>
            <a:off x="8074152" y="4149547"/>
            <a:ext cx="242316" cy="69494"/>
          </a:xfrm>
          <a:prstGeom prst="rect">
            <a:avLst/>
          </a:prstGeom>
          <a:solidFill>
            <a:srgbClr val="16305B"/>
          </a:solidFill>
          <a:ln w="12700">
            <a:solidFill>
              <a:srgbClr val="16305B"/>
            </a:solidFill>
            <a:prstDash val="solid"/>
          </a:ln>
        </p:spPr>
      </p:sp>
      <p:sp>
        <p:nvSpPr>
          <p:cNvPr id="343" name="Shape 340"/>
          <p:cNvSpPr/>
          <p:nvPr/>
        </p:nvSpPr>
        <p:spPr>
          <a:xfrm>
            <a:off x="8339328" y="4149547"/>
            <a:ext cx="242316" cy="69494"/>
          </a:xfrm>
          <a:prstGeom prst="rect">
            <a:avLst/>
          </a:prstGeom>
          <a:solidFill>
            <a:srgbClr val="16305B"/>
          </a:solidFill>
          <a:ln w="12700">
            <a:solidFill>
              <a:srgbClr val="16305B"/>
            </a:solidFill>
            <a:prstDash val="solid"/>
          </a:ln>
        </p:spPr>
      </p:sp>
      <p:sp>
        <p:nvSpPr>
          <p:cNvPr id="344" name="Shape 341"/>
          <p:cNvSpPr/>
          <p:nvPr/>
        </p:nvSpPr>
        <p:spPr>
          <a:xfrm>
            <a:off x="8604504" y="4149547"/>
            <a:ext cx="242316" cy="69494"/>
          </a:xfrm>
          <a:prstGeom prst="rect">
            <a:avLst/>
          </a:prstGeom>
          <a:solidFill>
            <a:srgbClr val="E4EBF3"/>
          </a:solidFill>
          <a:ln w="12700">
            <a:solidFill>
              <a:srgbClr val="E4EBF3"/>
            </a:solidFill>
            <a:prstDash val="solid"/>
          </a:ln>
        </p:spPr>
      </p:sp>
      <p:sp>
        <p:nvSpPr>
          <p:cNvPr id="345" name="Shape 342"/>
          <p:cNvSpPr/>
          <p:nvPr/>
        </p:nvSpPr>
        <p:spPr>
          <a:xfrm>
            <a:off x="8869680" y="4149547"/>
            <a:ext cx="242316" cy="69494"/>
          </a:xfrm>
          <a:prstGeom prst="rect">
            <a:avLst/>
          </a:prstGeom>
          <a:solidFill>
            <a:srgbClr val="E4EBF3"/>
          </a:solidFill>
          <a:ln w="12700">
            <a:solidFill>
              <a:srgbClr val="E4EBF3"/>
            </a:solidFill>
            <a:prstDash val="solid"/>
          </a:ln>
        </p:spPr>
      </p:sp>
      <p:sp>
        <p:nvSpPr>
          <p:cNvPr id="346" name="Shape 343"/>
          <p:cNvSpPr/>
          <p:nvPr/>
        </p:nvSpPr>
        <p:spPr>
          <a:xfrm>
            <a:off x="9134856" y="4149547"/>
            <a:ext cx="242316" cy="69494"/>
          </a:xfrm>
          <a:prstGeom prst="rect">
            <a:avLst/>
          </a:prstGeom>
          <a:solidFill>
            <a:srgbClr val="16305B"/>
          </a:solidFill>
          <a:ln w="12700">
            <a:solidFill>
              <a:srgbClr val="16305B"/>
            </a:solidFill>
            <a:prstDash val="solid"/>
          </a:ln>
        </p:spPr>
      </p:sp>
      <p:sp>
        <p:nvSpPr>
          <p:cNvPr id="347" name="Shape 344"/>
          <p:cNvSpPr/>
          <p:nvPr/>
        </p:nvSpPr>
        <p:spPr>
          <a:xfrm>
            <a:off x="9400032" y="4149547"/>
            <a:ext cx="242316" cy="69494"/>
          </a:xfrm>
          <a:prstGeom prst="rect">
            <a:avLst/>
          </a:prstGeom>
          <a:solidFill>
            <a:srgbClr val="E4EBF3"/>
          </a:solidFill>
          <a:ln w="12700">
            <a:solidFill>
              <a:srgbClr val="E4EBF3"/>
            </a:solidFill>
            <a:prstDash val="solid"/>
          </a:ln>
        </p:spPr>
      </p:sp>
      <p:sp>
        <p:nvSpPr>
          <p:cNvPr id="348" name="Shape 345"/>
          <p:cNvSpPr/>
          <p:nvPr/>
        </p:nvSpPr>
        <p:spPr>
          <a:xfrm>
            <a:off x="9665208" y="4149547"/>
            <a:ext cx="242316" cy="69494"/>
          </a:xfrm>
          <a:prstGeom prst="rect">
            <a:avLst/>
          </a:prstGeom>
          <a:solidFill>
            <a:srgbClr val="8FB0D4"/>
          </a:solidFill>
          <a:ln w="12700">
            <a:solidFill>
              <a:srgbClr val="8FB0D4"/>
            </a:solidFill>
            <a:prstDash val="solid"/>
          </a:ln>
        </p:spPr>
      </p:sp>
      <p:sp>
        <p:nvSpPr>
          <p:cNvPr id="349" name="Shape 346"/>
          <p:cNvSpPr/>
          <p:nvPr/>
        </p:nvSpPr>
        <p:spPr>
          <a:xfrm>
            <a:off x="9930384" y="4149547"/>
            <a:ext cx="242316" cy="69494"/>
          </a:xfrm>
          <a:prstGeom prst="rect">
            <a:avLst/>
          </a:prstGeom>
          <a:solidFill>
            <a:srgbClr val="E4EBF3"/>
          </a:solidFill>
          <a:ln w="12700">
            <a:solidFill>
              <a:srgbClr val="E4EBF3"/>
            </a:solidFill>
            <a:prstDash val="solid"/>
          </a:ln>
        </p:spPr>
      </p:sp>
      <p:sp>
        <p:nvSpPr>
          <p:cNvPr id="350" name="Shape 347"/>
          <p:cNvSpPr/>
          <p:nvPr/>
        </p:nvSpPr>
        <p:spPr>
          <a:xfrm>
            <a:off x="10195560" y="4149547"/>
            <a:ext cx="242316" cy="69494"/>
          </a:xfrm>
          <a:prstGeom prst="rect">
            <a:avLst/>
          </a:prstGeom>
          <a:solidFill>
            <a:srgbClr val="16305B"/>
          </a:solidFill>
          <a:ln w="12700">
            <a:solidFill>
              <a:srgbClr val="16305B"/>
            </a:solidFill>
            <a:prstDash val="solid"/>
          </a:ln>
        </p:spPr>
      </p:sp>
      <p:sp>
        <p:nvSpPr>
          <p:cNvPr id="351" name="Shape 348"/>
          <p:cNvSpPr/>
          <p:nvPr/>
        </p:nvSpPr>
        <p:spPr>
          <a:xfrm>
            <a:off x="10460736" y="4149547"/>
            <a:ext cx="242316" cy="69494"/>
          </a:xfrm>
          <a:prstGeom prst="rect">
            <a:avLst/>
          </a:prstGeom>
          <a:solidFill>
            <a:srgbClr val="E2F4F8"/>
          </a:solidFill>
          <a:ln w="12700">
            <a:solidFill>
              <a:srgbClr val="E2F4F8"/>
            </a:solidFill>
            <a:prstDash val="solid"/>
          </a:ln>
        </p:spPr>
      </p:sp>
      <p:sp>
        <p:nvSpPr>
          <p:cNvPr id="352" name="Shape 349"/>
          <p:cNvSpPr/>
          <p:nvPr/>
        </p:nvSpPr>
        <p:spPr>
          <a:xfrm>
            <a:off x="10725912" y="4149547"/>
            <a:ext cx="242316" cy="69494"/>
          </a:xfrm>
          <a:prstGeom prst="rect">
            <a:avLst/>
          </a:prstGeom>
          <a:solidFill>
            <a:srgbClr val="E2F4F8"/>
          </a:solidFill>
          <a:ln w="12700">
            <a:solidFill>
              <a:srgbClr val="E2F4F8"/>
            </a:solidFill>
            <a:prstDash val="solid"/>
          </a:ln>
        </p:spPr>
      </p:sp>
      <p:sp>
        <p:nvSpPr>
          <p:cNvPr id="353" name="Shape 350"/>
          <p:cNvSpPr/>
          <p:nvPr/>
        </p:nvSpPr>
        <p:spPr>
          <a:xfrm>
            <a:off x="10991088" y="4149547"/>
            <a:ext cx="242316" cy="69494"/>
          </a:xfrm>
          <a:prstGeom prst="rect">
            <a:avLst/>
          </a:prstGeom>
          <a:solidFill>
            <a:srgbClr val="0090B0"/>
          </a:solidFill>
          <a:ln w="12700">
            <a:solidFill>
              <a:srgbClr val="0090B0"/>
            </a:solidFill>
            <a:prstDash val="solid"/>
          </a:ln>
        </p:spPr>
      </p:sp>
      <p:sp>
        <p:nvSpPr>
          <p:cNvPr id="354" name="Shape 351"/>
          <p:cNvSpPr/>
          <p:nvPr/>
        </p:nvSpPr>
        <p:spPr>
          <a:xfrm>
            <a:off x="7543800" y="4235501"/>
            <a:ext cx="242316" cy="69494"/>
          </a:xfrm>
          <a:prstGeom prst="rect">
            <a:avLst/>
          </a:prstGeom>
          <a:solidFill>
            <a:srgbClr val="E4EBF3"/>
          </a:solidFill>
          <a:ln w="12700">
            <a:solidFill>
              <a:srgbClr val="E4EBF3"/>
            </a:solidFill>
            <a:prstDash val="solid"/>
          </a:ln>
        </p:spPr>
      </p:sp>
      <p:sp>
        <p:nvSpPr>
          <p:cNvPr id="355" name="Shape 352"/>
          <p:cNvSpPr/>
          <p:nvPr/>
        </p:nvSpPr>
        <p:spPr>
          <a:xfrm>
            <a:off x="7808976" y="4235501"/>
            <a:ext cx="242316" cy="69494"/>
          </a:xfrm>
          <a:prstGeom prst="rect">
            <a:avLst/>
          </a:prstGeom>
          <a:solidFill>
            <a:srgbClr val="16305B"/>
          </a:solidFill>
          <a:ln w="12700">
            <a:solidFill>
              <a:srgbClr val="16305B"/>
            </a:solidFill>
            <a:prstDash val="solid"/>
          </a:ln>
        </p:spPr>
      </p:sp>
      <p:sp>
        <p:nvSpPr>
          <p:cNvPr id="356" name="Shape 353"/>
          <p:cNvSpPr/>
          <p:nvPr/>
        </p:nvSpPr>
        <p:spPr>
          <a:xfrm>
            <a:off x="8074152" y="4235501"/>
            <a:ext cx="242316" cy="69494"/>
          </a:xfrm>
          <a:prstGeom prst="rect">
            <a:avLst/>
          </a:prstGeom>
          <a:solidFill>
            <a:srgbClr val="16305B"/>
          </a:solidFill>
          <a:ln w="12700">
            <a:solidFill>
              <a:srgbClr val="16305B"/>
            </a:solidFill>
            <a:prstDash val="solid"/>
          </a:ln>
        </p:spPr>
      </p:sp>
      <p:sp>
        <p:nvSpPr>
          <p:cNvPr id="357" name="Shape 354"/>
          <p:cNvSpPr/>
          <p:nvPr/>
        </p:nvSpPr>
        <p:spPr>
          <a:xfrm>
            <a:off x="8339328" y="4235501"/>
            <a:ext cx="242316" cy="69494"/>
          </a:xfrm>
          <a:prstGeom prst="rect">
            <a:avLst/>
          </a:prstGeom>
          <a:solidFill>
            <a:srgbClr val="16305B"/>
          </a:solidFill>
          <a:ln w="12700">
            <a:solidFill>
              <a:srgbClr val="16305B"/>
            </a:solidFill>
            <a:prstDash val="solid"/>
          </a:ln>
        </p:spPr>
      </p:sp>
      <p:sp>
        <p:nvSpPr>
          <p:cNvPr id="358" name="Shape 355"/>
          <p:cNvSpPr/>
          <p:nvPr/>
        </p:nvSpPr>
        <p:spPr>
          <a:xfrm>
            <a:off x="8604504" y="4235501"/>
            <a:ext cx="242316" cy="69494"/>
          </a:xfrm>
          <a:prstGeom prst="rect">
            <a:avLst/>
          </a:prstGeom>
          <a:solidFill>
            <a:srgbClr val="16305B"/>
          </a:solidFill>
          <a:ln w="12700">
            <a:solidFill>
              <a:srgbClr val="16305B"/>
            </a:solidFill>
            <a:prstDash val="solid"/>
          </a:ln>
        </p:spPr>
      </p:sp>
      <p:sp>
        <p:nvSpPr>
          <p:cNvPr id="359" name="Shape 356"/>
          <p:cNvSpPr/>
          <p:nvPr/>
        </p:nvSpPr>
        <p:spPr>
          <a:xfrm>
            <a:off x="8869680" y="4235501"/>
            <a:ext cx="242316" cy="69494"/>
          </a:xfrm>
          <a:prstGeom prst="rect">
            <a:avLst/>
          </a:prstGeom>
          <a:solidFill>
            <a:srgbClr val="E4EBF3"/>
          </a:solidFill>
          <a:ln w="12700">
            <a:solidFill>
              <a:srgbClr val="E4EBF3"/>
            </a:solidFill>
            <a:prstDash val="solid"/>
          </a:ln>
        </p:spPr>
      </p:sp>
      <p:sp>
        <p:nvSpPr>
          <p:cNvPr id="360" name="Shape 357"/>
          <p:cNvSpPr/>
          <p:nvPr/>
        </p:nvSpPr>
        <p:spPr>
          <a:xfrm>
            <a:off x="9134856" y="4235501"/>
            <a:ext cx="242316" cy="69494"/>
          </a:xfrm>
          <a:prstGeom prst="rect">
            <a:avLst/>
          </a:prstGeom>
          <a:solidFill>
            <a:srgbClr val="E4EBF3"/>
          </a:solidFill>
          <a:ln w="12700">
            <a:solidFill>
              <a:srgbClr val="E4EBF3"/>
            </a:solidFill>
            <a:prstDash val="solid"/>
          </a:ln>
        </p:spPr>
      </p:sp>
      <p:sp>
        <p:nvSpPr>
          <p:cNvPr id="361" name="Shape 358"/>
          <p:cNvSpPr/>
          <p:nvPr/>
        </p:nvSpPr>
        <p:spPr>
          <a:xfrm>
            <a:off x="9400032" y="4235501"/>
            <a:ext cx="242316" cy="69494"/>
          </a:xfrm>
          <a:prstGeom prst="rect">
            <a:avLst/>
          </a:prstGeom>
          <a:solidFill>
            <a:srgbClr val="16305B"/>
          </a:solidFill>
          <a:ln w="12700">
            <a:solidFill>
              <a:srgbClr val="16305B"/>
            </a:solidFill>
            <a:prstDash val="solid"/>
          </a:ln>
        </p:spPr>
      </p:sp>
      <p:sp>
        <p:nvSpPr>
          <p:cNvPr id="362" name="Shape 359"/>
          <p:cNvSpPr/>
          <p:nvPr/>
        </p:nvSpPr>
        <p:spPr>
          <a:xfrm>
            <a:off x="9665208" y="4235501"/>
            <a:ext cx="242316" cy="69494"/>
          </a:xfrm>
          <a:prstGeom prst="rect">
            <a:avLst/>
          </a:prstGeom>
          <a:solidFill>
            <a:srgbClr val="E4EBF3"/>
          </a:solidFill>
          <a:ln w="12700">
            <a:solidFill>
              <a:srgbClr val="E4EBF3"/>
            </a:solidFill>
            <a:prstDash val="solid"/>
          </a:ln>
        </p:spPr>
      </p:sp>
      <p:sp>
        <p:nvSpPr>
          <p:cNvPr id="363" name="Shape 360"/>
          <p:cNvSpPr/>
          <p:nvPr/>
        </p:nvSpPr>
        <p:spPr>
          <a:xfrm>
            <a:off x="9930384" y="4235501"/>
            <a:ext cx="242316" cy="69494"/>
          </a:xfrm>
          <a:prstGeom prst="rect">
            <a:avLst/>
          </a:prstGeom>
          <a:solidFill>
            <a:srgbClr val="8FB0D4"/>
          </a:solidFill>
          <a:ln w="12700">
            <a:solidFill>
              <a:srgbClr val="8FB0D4"/>
            </a:solidFill>
            <a:prstDash val="solid"/>
          </a:ln>
        </p:spPr>
      </p:sp>
      <p:sp>
        <p:nvSpPr>
          <p:cNvPr id="364" name="Shape 361"/>
          <p:cNvSpPr/>
          <p:nvPr/>
        </p:nvSpPr>
        <p:spPr>
          <a:xfrm>
            <a:off x="10195560" y="4235501"/>
            <a:ext cx="242316" cy="69494"/>
          </a:xfrm>
          <a:prstGeom prst="rect">
            <a:avLst/>
          </a:prstGeom>
          <a:solidFill>
            <a:srgbClr val="E4EBF3"/>
          </a:solidFill>
          <a:ln w="12700">
            <a:solidFill>
              <a:srgbClr val="E4EBF3"/>
            </a:solidFill>
            <a:prstDash val="solid"/>
          </a:ln>
        </p:spPr>
      </p:sp>
      <p:sp>
        <p:nvSpPr>
          <p:cNvPr id="365" name="Shape 362"/>
          <p:cNvSpPr/>
          <p:nvPr/>
        </p:nvSpPr>
        <p:spPr>
          <a:xfrm>
            <a:off x="10460736" y="4235501"/>
            <a:ext cx="242316" cy="69494"/>
          </a:xfrm>
          <a:prstGeom prst="rect">
            <a:avLst/>
          </a:prstGeom>
          <a:solidFill>
            <a:srgbClr val="0090B0"/>
          </a:solidFill>
          <a:ln w="12700">
            <a:solidFill>
              <a:srgbClr val="0090B0"/>
            </a:solidFill>
            <a:prstDash val="solid"/>
          </a:ln>
        </p:spPr>
      </p:sp>
      <p:sp>
        <p:nvSpPr>
          <p:cNvPr id="366" name="Shape 363"/>
          <p:cNvSpPr/>
          <p:nvPr/>
        </p:nvSpPr>
        <p:spPr>
          <a:xfrm>
            <a:off x="10725912" y="4235501"/>
            <a:ext cx="242316" cy="69494"/>
          </a:xfrm>
          <a:prstGeom prst="rect">
            <a:avLst/>
          </a:prstGeom>
          <a:solidFill>
            <a:srgbClr val="E2F4F8"/>
          </a:solidFill>
          <a:ln w="12700">
            <a:solidFill>
              <a:srgbClr val="E2F4F8"/>
            </a:solidFill>
            <a:prstDash val="solid"/>
          </a:ln>
        </p:spPr>
      </p:sp>
      <p:sp>
        <p:nvSpPr>
          <p:cNvPr id="367" name="Shape 364"/>
          <p:cNvSpPr/>
          <p:nvPr/>
        </p:nvSpPr>
        <p:spPr>
          <a:xfrm>
            <a:off x="10991088" y="4235501"/>
            <a:ext cx="242316" cy="69494"/>
          </a:xfrm>
          <a:prstGeom prst="rect">
            <a:avLst/>
          </a:prstGeom>
          <a:solidFill>
            <a:srgbClr val="E2F4F8"/>
          </a:solidFill>
          <a:ln w="12700">
            <a:solidFill>
              <a:srgbClr val="E2F4F8"/>
            </a:solidFill>
            <a:prstDash val="solid"/>
          </a:ln>
        </p:spPr>
      </p:sp>
      <p:sp>
        <p:nvSpPr>
          <p:cNvPr id="368" name="Shape 365"/>
          <p:cNvSpPr/>
          <p:nvPr/>
        </p:nvSpPr>
        <p:spPr>
          <a:xfrm>
            <a:off x="7543800" y="4321454"/>
            <a:ext cx="242316" cy="69494"/>
          </a:xfrm>
          <a:prstGeom prst="rect">
            <a:avLst/>
          </a:prstGeom>
          <a:solidFill>
            <a:srgbClr val="E4EBF3"/>
          </a:solidFill>
          <a:ln w="12700">
            <a:solidFill>
              <a:srgbClr val="E4EBF3"/>
            </a:solidFill>
            <a:prstDash val="solid"/>
          </a:ln>
        </p:spPr>
      </p:sp>
      <p:sp>
        <p:nvSpPr>
          <p:cNvPr id="369" name="Shape 366"/>
          <p:cNvSpPr/>
          <p:nvPr/>
        </p:nvSpPr>
        <p:spPr>
          <a:xfrm>
            <a:off x="7808976" y="4321454"/>
            <a:ext cx="242316" cy="69494"/>
          </a:xfrm>
          <a:prstGeom prst="rect">
            <a:avLst/>
          </a:prstGeom>
          <a:solidFill>
            <a:srgbClr val="E4EBF3"/>
          </a:solidFill>
          <a:ln w="12700">
            <a:solidFill>
              <a:srgbClr val="E4EBF3"/>
            </a:solidFill>
            <a:prstDash val="solid"/>
          </a:ln>
        </p:spPr>
      </p:sp>
      <p:sp>
        <p:nvSpPr>
          <p:cNvPr id="370" name="Shape 367"/>
          <p:cNvSpPr/>
          <p:nvPr/>
        </p:nvSpPr>
        <p:spPr>
          <a:xfrm>
            <a:off x="8074152" y="4321454"/>
            <a:ext cx="242316" cy="69494"/>
          </a:xfrm>
          <a:prstGeom prst="rect">
            <a:avLst/>
          </a:prstGeom>
          <a:solidFill>
            <a:srgbClr val="16305B"/>
          </a:solidFill>
          <a:ln w="12700">
            <a:solidFill>
              <a:srgbClr val="16305B"/>
            </a:solidFill>
            <a:prstDash val="solid"/>
          </a:ln>
        </p:spPr>
      </p:sp>
      <p:sp>
        <p:nvSpPr>
          <p:cNvPr id="371" name="Shape 368"/>
          <p:cNvSpPr/>
          <p:nvPr/>
        </p:nvSpPr>
        <p:spPr>
          <a:xfrm>
            <a:off x="8339328" y="4321454"/>
            <a:ext cx="242316" cy="69494"/>
          </a:xfrm>
          <a:prstGeom prst="rect">
            <a:avLst/>
          </a:prstGeom>
          <a:solidFill>
            <a:srgbClr val="16305B"/>
          </a:solidFill>
          <a:ln w="12700">
            <a:solidFill>
              <a:srgbClr val="16305B"/>
            </a:solidFill>
            <a:prstDash val="solid"/>
          </a:ln>
        </p:spPr>
      </p:sp>
      <p:sp>
        <p:nvSpPr>
          <p:cNvPr id="372" name="Shape 369"/>
          <p:cNvSpPr/>
          <p:nvPr/>
        </p:nvSpPr>
        <p:spPr>
          <a:xfrm>
            <a:off x="8604504" y="4321454"/>
            <a:ext cx="242316" cy="69494"/>
          </a:xfrm>
          <a:prstGeom prst="rect">
            <a:avLst/>
          </a:prstGeom>
          <a:solidFill>
            <a:srgbClr val="16305B"/>
          </a:solidFill>
          <a:ln w="12700">
            <a:solidFill>
              <a:srgbClr val="16305B"/>
            </a:solidFill>
            <a:prstDash val="solid"/>
          </a:ln>
        </p:spPr>
      </p:sp>
      <p:sp>
        <p:nvSpPr>
          <p:cNvPr id="373" name="Shape 370"/>
          <p:cNvSpPr/>
          <p:nvPr/>
        </p:nvSpPr>
        <p:spPr>
          <a:xfrm>
            <a:off x="8869680" y="4321454"/>
            <a:ext cx="242316" cy="69494"/>
          </a:xfrm>
          <a:prstGeom prst="rect">
            <a:avLst/>
          </a:prstGeom>
          <a:solidFill>
            <a:srgbClr val="16305B"/>
          </a:solidFill>
          <a:ln w="12700">
            <a:solidFill>
              <a:srgbClr val="16305B"/>
            </a:solidFill>
            <a:prstDash val="solid"/>
          </a:ln>
        </p:spPr>
      </p:sp>
      <p:sp>
        <p:nvSpPr>
          <p:cNvPr id="374" name="Shape 371"/>
          <p:cNvSpPr/>
          <p:nvPr/>
        </p:nvSpPr>
        <p:spPr>
          <a:xfrm>
            <a:off x="9134856" y="4321454"/>
            <a:ext cx="242316" cy="69494"/>
          </a:xfrm>
          <a:prstGeom prst="rect">
            <a:avLst/>
          </a:prstGeom>
          <a:solidFill>
            <a:srgbClr val="E4EBF3"/>
          </a:solidFill>
          <a:ln w="12700">
            <a:solidFill>
              <a:srgbClr val="E4EBF3"/>
            </a:solidFill>
            <a:prstDash val="solid"/>
          </a:ln>
        </p:spPr>
      </p:sp>
      <p:sp>
        <p:nvSpPr>
          <p:cNvPr id="375" name="Shape 372"/>
          <p:cNvSpPr/>
          <p:nvPr/>
        </p:nvSpPr>
        <p:spPr>
          <a:xfrm>
            <a:off x="9400032" y="4321454"/>
            <a:ext cx="242316" cy="69494"/>
          </a:xfrm>
          <a:prstGeom prst="rect">
            <a:avLst/>
          </a:prstGeom>
          <a:solidFill>
            <a:srgbClr val="E4EBF3"/>
          </a:solidFill>
          <a:ln w="12700">
            <a:solidFill>
              <a:srgbClr val="E4EBF3"/>
            </a:solidFill>
            <a:prstDash val="solid"/>
          </a:ln>
        </p:spPr>
      </p:sp>
      <p:sp>
        <p:nvSpPr>
          <p:cNvPr id="376" name="Shape 373"/>
          <p:cNvSpPr/>
          <p:nvPr/>
        </p:nvSpPr>
        <p:spPr>
          <a:xfrm>
            <a:off x="9665208" y="4321454"/>
            <a:ext cx="242316" cy="69494"/>
          </a:xfrm>
          <a:prstGeom prst="rect">
            <a:avLst/>
          </a:prstGeom>
          <a:solidFill>
            <a:srgbClr val="16305B"/>
          </a:solidFill>
          <a:ln w="12700">
            <a:solidFill>
              <a:srgbClr val="16305B"/>
            </a:solidFill>
            <a:prstDash val="solid"/>
          </a:ln>
        </p:spPr>
      </p:sp>
      <p:sp>
        <p:nvSpPr>
          <p:cNvPr id="377" name="Shape 374"/>
          <p:cNvSpPr/>
          <p:nvPr/>
        </p:nvSpPr>
        <p:spPr>
          <a:xfrm>
            <a:off x="9930384" y="4321454"/>
            <a:ext cx="242316" cy="69494"/>
          </a:xfrm>
          <a:prstGeom prst="rect">
            <a:avLst/>
          </a:prstGeom>
          <a:solidFill>
            <a:srgbClr val="E4EBF3"/>
          </a:solidFill>
          <a:ln w="12700">
            <a:solidFill>
              <a:srgbClr val="E4EBF3"/>
            </a:solidFill>
            <a:prstDash val="solid"/>
          </a:ln>
        </p:spPr>
      </p:sp>
      <p:sp>
        <p:nvSpPr>
          <p:cNvPr id="378" name="Shape 375"/>
          <p:cNvSpPr/>
          <p:nvPr/>
        </p:nvSpPr>
        <p:spPr>
          <a:xfrm>
            <a:off x="10195560" y="4321454"/>
            <a:ext cx="242316" cy="69494"/>
          </a:xfrm>
          <a:prstGeom prst="rect">
            <a:avLst/>
          </a:prstGeom>
          <a:solidFill>
            <a:srgbClr val="8FB0D4"/>
          </a:solidFill>
          <a:ln w="12700">
            <a:solidFill>
              <a:srgbClr val="8FB0D4"/>
            </a:solidFill>
            <a:prstDash val="solid"/>
          </a:ln>
        </p:spPr>
      </p:sp>
      <p:sp>
        <p:nvSpPr>
          <p:cNvPr id="379" name="Shape 376"/>
          <p:cNvSpPr/>
          <p:nvPr/>
        </p:nvSpPr>
        <p:spPr>
          <a:xfrm>
            <a:off x="10460736" y="4321454"/>
            <a:ext cx="242316" cy="69494"/>
          </a:xfrm>
          <a:prstGeom prst="rect">
            <a:avLst/>
          </a:prstGeom>
          <a:solidFill>
            <a:srgbClr val="E2F4F8"/>
          </a:solidFill>
          <a:ln w="12700">
            <a:solidFill>
              <a:srgbClr val="E2F4F8"/>
            </a:solidFill>
            <a:prstDash val="solid"/>
          </a:ln>
        </p:spPr>
      </p:sp>
      <p:sp>
        <p:nvSpPr>
          <p:cNvPr id="380" name="Shape 377"/>
          <p:cNvSpPr/>
          <p:nvPr/>
        </p:nvSpPr>
        <p:spPr>
          <a:xfrm>
            <a:off x="10725912" y="4321454"/>
            <a:ext cx="242316" cy="69494"/>
          </a:xfrm>
          <a:prstGeom prst="rect">
            <a:avLst/>
          </a:prstGeom>
          <a:solidFill>
            <a:srgbClr val="0090B0"/>
          </a:solidFill>
          <a:ln w="12700">
            <a:solidFill>
              <a:srgbClr val="0090B0"/>
            </a:solidFill>
            <a:prstDash val="solid"/>
          </a:ln>
        </p:spPr>
      </p:sp>
      <p:sp>
        <p:nvSpPr>
          <p:cNvPr id="381" name="Shape 378"/>
          <p:cNvSpPr/>
          <p:nvPr/>
        </p:nvSpPr>
        <p:spPr>
          <a:xfrm>
            <a:off x="10991088" y="4321454"/>
            <a:ext cx="242316" cy="69494"/>
          </a:xfrm>
          <a:prstGeom prst="rect">
            <a:avLst/>
          </a:prstGeom>
          <a:solidFill>
            <a:srgbClr val="E2F4F8"/>
          </a:solidFill>
          <a:ln w="12700">
            <a:solidFill>
              <a:srgbClr val="E2F4F8"/>
            </a:solidFill>
            <a:prstDash val="solid"/>
          </a:ln>
        </p:spPr>
      </p:sp>
      <p:sp>
        <p:nvSpPr>
          <p:cNvPr id="382" name="Shape 379"/>
          <p:cNvSpPr/>
          <p:nvPr/>
        </p:nvSpPr>
        <p:spPr>
          <a:xfrm>
            <a:off x="7543800" y="4407408"/>
            <a:ext cx="242316" cy="69494"/>
          </a:xfrm>
          <a:prstGeom prst="rect">
            <a:avLst/>
          </a:prstGeom>
          <a:solidFill>
            <a:srgbClr val="E4EBF3"/>
          </a:solidFill>
          <a:ln w="12700">
            <a:solidFill>
              <a:srgbClr val="E4EBF3"/>
            </a:solidFill>
            <a:prstDash val="solid"/>
          </a:ln>
        </p:spPr>
      </p:sp>
      <p:sp>
        <p:nvSpPr>
          <p:cNvPr id="383" name="Shape 380"/>
          <p:cNvSpPr/>
          <p:nvPr/>
        </p:nvSpPr>
        <p:spPr>
          <a:xfrm>
            <a:off x="7808976" y="4407408"/>
            <a:ext cx="242316" cy="69494"/>
          </a:xfrm>
          <a:prstGeom prst="rect">
            <a:avLst/>
          </a:prstGeom>
          <a:solidFill>
            <a:srgbClr val="E4EBF3"/>
          </a:solidFill>
          <a:ln w="12700">
            <a:solidFill>
              <a:srgbClr val="E4EBF3"/>
            </a:solidFill>
            <a:prstDash val="solid"/>
          </a:ln>
        </p:spPr>
      </p:sp>
      <p:sp>
        <p:nvSpPr>
          <p:cNvPr id="384" name="Shape 381"/>
          <p:cNvSpPr/>
          <p:nvPr/>
        </p:nvSpPr>
        <p:spPr>
          <a:xfrm>
            <a:off x="8074152" y="4407408"/>
            <a:ext cx="242316" cy="69494"/>
          </a:xfrm>
          <a:prstGeom prst="rect">
            <a:avLst/>
          </a:prstGeom>
          <a:solidFill>
            <a:srgbClr val="E4EBF3"/>
          </a:solidFill>
          <a:ln w="12700">
            <a:solidFill>
              <a:srgbClr val="E4EBF3"/>
            </a:solidFill>
            <a:prstDash val="solid"/>
          </a:ln>
        </p:spPr>
      </p:sp>
      <p:sp>
        <p:nvSpPr>
          <p:cNvPr id="385" name="Shape 382"/>
          <p:cNvSpPr/>
          <p:nvPr/>
        </p:nvSpPr>
        <p:spPr>
          <a:xfrm>
            <a:off x="8339328" y="4407408"/>
            <a:ext cx="242316" cy="69494"/>
          </a:xfrm>
          <a:prstGeom prst="rect">
            <a:avLst/>
          </a:prstGeom>
          <a:solidFill>
            <a:srgbClr val="16305B"/>
          </a:solidFill>
          <a:ln w="12700">
            <a:solidFill>
              <a:srgbClr val="16305B"/>
            </a:solidFill>
            <a:prstDash val="solid"/>
          </a:ln>
        </p:spPr>
      </p:sp>
      <p:sp>
        <p:nvSpPr>
          <p:cNvPr id="386" name="Shape 383"/>
          <p:cNvSpPr/>
          <p:nvPr/>
        </p:nvSpPr>
        <p:spPr>
          <a:xfrm>
            <a:off x="8604504" y="4407408"/>
            <a:ext cx="242316" cy="69494"/>
          </a:xfrm>
          <a:prstGeom prst="rect">
            <a:avLst/>
          </a:prstGeom>
          <a:solidFill>
            <a:srgbClr val="16305B"/>
          </a:solidFill>
          <a:ln w="12700">
            <a:solidFill>
              <a:srgbClr val="16305B"/>
            </a:solidFill>
            <a:prstDash val="solid"/>
          </a:ln>
        </p:spPr>
      </p:sp>
      <p:sp>
        <p:nvSpPr>
          <p:cNvPr id="387" name="Shape 384"/>
          <p:cNvSpPr/>
          <p:nvPr/>
        </p:nvSpPr>
        <p:spPr>
          <a:xfrm>
            <a:off x="8869680" y="4407408"/>
            <a:ext cx="242316" cy="69494"/>
          </a:xfrm>
          <a:prstGeom prst="rect">
            <a:avLst/>
          </a:prstGeom>
          <a:solidFill>
            <a:srgbClr val="16305B"/>
          </a:solidFill>
          <a:ln w="12700">
            <a:solidFill>
              <a:srgbClr val="16305B"/>
            </a:solidFill>
            <a:prstDash val="solid"/>
          </a:ln>
        </p:spPr>
      </p:sp>
      <p:sp>
        <p:nvSpPr>
          <p:cNvPr id="388" name="Shape 385"/>
          <p:cNvSpPr/>
          <p:nvPr/>
        </p:nvSpPr>
        <p:spPr>
          <a:xfrm>
            <a:off x="9134856" y="4407408"/>
            <a:ext cx="242316" cy="69494"/>
          </a:xfrm>
          <a:prstGeom prst="rect">
            <a:avLst/>
          </a:prstGeom>
          <a:solidFill>
            <a:srgbClr val="16305B"/>
          </a:solidFill>
          <a:ln w="12700">
            <a:solidFill>
              <a:srgbClr val="16305B"/>
            </a:solidFill>
            <a:prstDash val="solid"/>
          </a:ln>
        </p:spPr>
      </p:sp>
      <p:sp>
        <p:nvSpPr>
          <p:cNvPr id="389" name="Shape 386"/>
          <p:cNvSpPr/>
          <p:nvPr/>
        </p:nvSpPr>
        <p:spPr>
          <a:xfrm>
            <a:off x="9400032" y="4407408"/>
            <a:ext cx="242316" cy="69494"/>
          </a:xfrm>
          <a:prstGeom prst="rect">
            <a:avLst/>
          </a:prstGeom>
          <a:solidFill>
            <a:srgbClr val="E4EBF3"/>
          </a:solidFill>
          <a:ln w="12700">
            <a:solidFill>
              <a:srgbClr val="E4EBF3"/>
            </a:solidFill>
            <a:prstDash val="solid"/>
          </a:ln>
        </p:spPr>
      </p:sp>
      <p:sp>
        <p:nvSpPr>
          <p:cNvPr id="390" name="Shape 387"/>
          <p:cNvSpPr/>
          <p:nvPr/>
        </p:nvSpPr>
        <p:spPr>
          <a:xfrm>
            <a:off x="9665208" y="4407408"/>
            <a:ext cx="242316" cy="69494"/>
          </a:xfrm>
          <a:prstGeom prst="rect">
            <a:avLst/>
          </a:prstGeom>
          <a:solidFill>
            <a:srgbClr val="E4EBF3"/>
          </a:solidFill>
          <a:ln w="12700">
            <a:solidFill>
              <a:srgbClr val="E4EBF3"/>
            </a:solidFill>
            <a:prstDash val="solid"/>
          </a:ln>
        </p:spPr>
      </p:sp>
      <p:sp>
        <p:nvSpPr>
          <p:cNvPr id="391" name="Shape 388"/>
          <p:cNvSpPr/>
          <p:nvPr/>
        </p:nvSpPr>
        <p:spPr>
          <a:xfrm>
            <a:off x="9930384" y="4407408"/>
            <a:ext cx="242316" cy="69494"/>
          </a:xfrm>
          <a:prstGeom prst="rect">
            <a:avLst/>
          </a:prstGeom>
          <a:solidFill>
            <a:srgbClr val="16305B"/>
          </a:solidFill>
          <a:ln w="12700">
            <a:solidFill>
              <a:srgbClr val="16305B"/>
            </a:solidFill>
            <a:prstDash val="solid"/>
          </a:ln>
        </p:spPr>
      </p:sp>
      <p:sp>
        <p:nvSpPr>
          <p:cNvPr id="392" name="Shape 389"/>
          <p:cNvSpPr/>
          <p:nvPr/>
        </p:nvSpPr>
        <p:spPr>
          <a:xfrm>
            <a:off x="10195560" y="4407408"/>
            <a:ext cx="242316" cy="69494"/>
          </a:xfrm>
          <a:prstGeom prst="rect">
            <a:avLst/>
          </a:prstGeom>
          <a:solidFill>
            <a:srgbClr val="E4EBF3"/>
          </a:solidFill>
          <a:ln w="12700">
            <a:solidFill>
              <a:srgbClr val="E4EBF3"/>
            </a:solidFill>
            <a:prstDash val="solid"/>
          </a:ln>
        </p:spPr>
      </p:sp>
      <p:sp>
        <p:nvSpPr>
          <p:cNvPr id="393" name="Shape 390"/>
          <p:cNvSpPr/>
          <p:nvPr/>
        </p:nvSpPr>
        <p:spPr>
          <a:xfrm>
            <a:off x="10460736" y="4407408"/>
            <a:ext cx="242316" cy="69494"/>
          </a:xfrm>
          <a:prstGeom prst="rect">
            <a:avLst/>
          </a:prstGeom>
          <a:solidFill>
            <a:srgbClr val="8DD2E2"/>
          </a:solidFill>
          <a:ln w="12700">
            <a:solidFill>
              <a:srgbClr val="8DD2E2"/>
            </a:solidFill>
            <a:prstDash val="solid"/>
          </a:ln>
        </p:spPr>
      </p:sp>
      <p:sp>
        <p:nvSpPr>
          <p:cNvPr id="394" name="Shape 391"/>
          <p:cNvSpPr/>
          <p:nvPr/>
        </p:nvSpPr>
        <p:spPr>
          <a:xfrm>
            <a:off x="10725912" y="4407408"/>
            <a:ext cx="242316" cy="69494"/>
          </a:xfrm>
          <a:prstGeom prst="rect">
            <a:avLst/>
          </a:prstGeom>
          <a:solidFill>
            <a:srgbClr val="E2F4F8"/>
          </a:solidFill>
          <a:ln w="12700">
            <a:solidFill>
              <a:srgbClr val="E2F4F8"/>
            </a:solidFill>
            <a:prstDash val="solid"/>
          </a:ln>
        </p:spPr>
      </p:sp>
      <p:sp>
        <p:nvSpPr>
          <p:cNvPr id="395" name="Shape 392"/>
          <p:cNvSpPr/>
          <p:nvPr/>
        </p:nvSpPr>
        <p:spPr>
          <a:xfrm>
            <a:off x="10991088" y="4407408"/>
            <a:ext cx="242316" cy="69494"/>
          </a:xfrm>
          <a:prstGeom prst="rect">
            <a:avLst/>
          </a:prstGeom>
          <a:solidFill>
            <a:srgbClr val="0090B0"/>
          </a:solidFill>
          <a:ln w="12700">
            <a:solidFill>
              <a:srgbClr val="0090B0"/>
            </a:solidFill>
            <a:prstDash val="solid"/>
          </a:ln>
        </p:spPr>
      </p:sp>
      <p:sp>
        <p:nvSpPr>
          <p:cNvPr id="396" name="Shape 393"/>
          <p:cNvSpPr/>
          <p:nvPr/>
        </p:nvSpPr>
        <p:spPr>
          <a:xfrm>
            <a:off x="7543800" y="4493362"/>
            <a:ext cx="242316" cy="69494"/>
          </a:xfrm>
          <a:prstGeom prst="rect">
            <a:avLst/>
          </a:prstGeom>
          <a:solidFill>
            <a:srgbClr val="E4EBF3"/>
          </a:solidFill>
          <a:ln w="12700">
            <a:solidFill>
              <a:srgbClr val="E4EBF3"/>
            </a:solidFill>
            <a:prstDash val="solid"/>
          </a:ln>
        </p:spPr>
      </p:sp>
      <p:sp>
        <p:nvSpPr>
          <p:cNvPr id="397" name="Shape 394"/>
          <p:cNvSpPr/>
          <p:nvPr/>
        </p:nvSpPr>
        <p:spPr>
          <a:xfrm>
            <a:off x="7808976" y="4493362"/>
            <a:ext cx="242316" cy="69494"/>
          </a:xfrm>
          <a:prstGeom prst="rect">
            <a:avLst/>
          </a:prstGeom>
          <a:solidFill>
            <a:srgbClr val="16305B"/>
          </a:solidFill>
          <a:ln w="12700">
            <a:solidFill>
              <a:srgbClr val="16305B"/>
            </a:solidFill>
            <a:prstDash val="solid"/>
          </a:ln>
        </p:spPr>
      </p:sp>
      <p:sp>
        <p:nvSpPr>
          <p:cNvPr id="398" name="Shape 395"/>
          <p:cNvSpPr/>
          <p:nvPr/>
        </p:nvSpPr>
        <p:spPr>
          <a:xfrm>
            <a:off x="8074152" y="4493362"/>
            <a:ext cx="242316" cy="69494"/>
          </a:xfrm>
          <a:prstGeom prst="rect">
            <a:avLst/>
          </a:prstGeom>
          <a:solidFill>
            <a:srgbClr val="E4EBF3"/>
          </a:solidFill>
          <a:ln w="12700">
            <a:solidFill>
              <a:srgbClr val="E4EBF3"/>
            </a:solidFill>
            <a:prstDash val="solid"/>
          </a:ln>
        </p:spPr>
      </p:sp>
      <p:sp>
        <p:nvSpPr>
          <p:cNvPr id="399" name="Shape 396"/>
          <p:cNvSpPr/>
          <p:nvPr/>
        </p:nvSpPr>
        <p:spPr>
          <a:xfrm>
            <a:off x="8339328" y="4493362"/>
            <a:ext cx="242316" cy="69494"/>
          </a:xfrm>
          <a:prstGeom prst="rect">
            <a:avLst/>
          </a:prstGeom>
          <a:solidFill>
            <a:srgbClr val="E4EBF3"/>
          </a:solidFill>
          <a:ln w="12700">
            <a:solidFill>
              <a:srgbClr val="E4EBF3"/>
            </a:solidFill>
            <a:prstDash val="solid"/>
          </a:ln>
        </p:spPr>
      </p:sp>
      <p:sp>
        <p:nvSpPr>
          <p:cNvPr id="400" name="Shape 397"/>
          <p:cNvSpPr/>
          <p:nvPr/>
        </p:nvSpPr>
        <p:spPr>
          <a:xfrm>
            <a:off x="8604504" y="4493362"/>
            <a:ext cx="242316" cy="69494"/>
          </a:xfrm>
          <a:prstGeom prst="rect">
            <a:avLst/>
          </a:prstGeom>
          <a:solidFill>
            <a:srgbClr val="16305B"/>
          </a:solidFill>
          <a:ln w="12700">
            <a:solidFill>
              <a:srgbClr val="16305B"/>
            </a:solidFill>
            <a:prstDash val="solid"/>
          </a:ln>
        </p:spPr>
      </p:sp>
      <p:sp>
        <p:nvSpPr>
          <p:cNvPr id="401" name="Shape 398"/>
          <p:cNvSpPr/>
          <p:nvPr/>
        </p:nvSpPr>
        <p:spPr>
          <a:xfrm>
            <a:off x="8869680" y="4493362"/>
            <a:ext cx="242316" cy="69494"/>
          </a:xfrm>
          <a:prstGeom prst="rect">
            <a:avLst/>
          </a:prstGeom>
          <a:solidFill>
            <a:srgbClr val="16305B"/>
          </a:solidFill>
          <a:ln w="12700">
            <a:solidFill>
              <a:srgbClr val="16305B"/>
            </a:solidFill>
            <a:prstDash val="solid"/>
          </a:ln>
        </p:spPr>
      </p:sp>
      <p:sp>
        <p:nvSpPr>
          <p:cNvPr id="402" name="Shape 399"/>
          <p:cNvSpPr/>
          <p:nvPr/>
        </p:nvSpPr>
        <p:spPr>
          <a:xfrm>
            <a:off x="9134856" y="4493362"/>
            <a:ext cx="242316" cy="69494"/>
          </a:xfrm>
          <a:prstGeom prst="rect">
            <a:avLst/>
          </a:prstGeom>
          <a:solidFill>
            <a:srgbClr val="16305B"/>
          </a:solidFill>
          <a:ln w="12700">
            <a:solidFill>
              <a:srgbClr val="16305B"/>
            </a:solidFill>
            <a:prstDash val="solid"/>
          </a:ln>
        </p:spPr>
      </p:sp>
      <p:sp>
        <p:nvSpPr>
          <p:cNvPr id="403" name="Shape 400"/>
          <p:cNvSpPr/>
          <p:nvPr/>
        </p:nvSpPr>
        <p:spPr>
          <a:xfrm>
            <a:off x="9400032" y="4493362"/>
            <a:ext cx="242316" cy="69494"/>
          </a:xfrm>
          <a:prstGeom prst="rect">
            <a:avLst/>
          </a:prstGeom>
          <a:solidFill>
            <a:srgbClr val="16305B"/>
          </a:solidFill>
          <a:ln w="12700">
            <a:solidFill>
              <a:srgbClr val="16305B"/>
            </a:solidFill>
            <a:prstDash val="solid"/>
          </a:ln>
        </p:spPr>
      </p:sp>
      <p:sp>
        <p:nvSpPr>
          <p:cNvPr id="404" name="Shape 401"/>
          <p:cNvSpPr/>
          <p:nvPr/>
        </p:nvSpPr>
        <p:spPr>
          <a:xfrm>
            <a:off x="9665208" y="4493362"/>
            <a:ext cx="242316" cy="69494"/>
          </a:xfrm>
          <a:prstGeom prst="rect">
            <a:avLst/>
          </a:prstGeom>
          <a:solidFill>
            <a:srgbClr val="E4EBF3"/>
          </a:solidFill>
          <a:ln w="12700">
            <a:solidFill>
              <a:srgbClr val="E4EBF3"/>
            </a:solidFill>
            <a:prstDash val="solid"/>
          </a:ln>
        </p:spPr>
      </p:sp>
      <p:sp>
        <p:nvSpPr>
          <p:cNvPr id="405" name="Shape 402"/>
          <p:cNvSpPr/>
          <p:nvPr/>
        </p:nvSpPr>
        <p:spPr>
          <a:xfrm>
            <a:off x="9930384" y="4493362"/>
            <a:ext cx="242316" cy="69494"/>
          </a:xfrm>
          <a:prstGeom prst="rect">
            <a:avLst/>
          </a:prstGeom>
          <a:solidFill>
            <a:srgbClr val="E4EBF3"/>
          </a:solidFill>
          <a:ln w="12700">
            <a:solidFill>
              <a:srgbClr val="E4EBF3"/>
            </a:solidFill>
            <a:prstDash val="solid"/>
          </a:ln>
        </p:spPr>
      </p:sp>
      <p:sp>
        <p:nvSpPr>
          <p:cNvPr id="406" name="Shape 403"/>
          <p:cNvSpPr/>
          <p:nvPr/>
        </p:nvSpPr>
        <p:spPr>
          <a:xfrm>
            <a:off x="10195560" y="4493362"/>
            <a:ext cx="242316" cy="69494"/>
          </a:xfrm>
          <a:prstGeom prst="rect">
            <a:avLst/>
          </a:prstGeom>
          <a:solidFill>
            <a:srgbClr val="16305B"/>
          </a:solidFill>
          <a:ln w="12700">
            <a:solidFill>
              <a:srgbClr val="16305B"/>
            </a:solidFill>
            <a:prstDash val="solid"/>
          </a:ln>
        </p:spPr>
      </p:sp>
      <p:sp>
        <p:nvSpPr>
          <p:cNvPr id="407" name="Shape 404"/>
          <p:cNvSpPr/>
          <p:nvPr/>
        </p:nvSpPr>
        <p:spPr>
          <a:xfrm>
            <a:off x="10460736" y="4493362"/>
            <a:ext cx="242316" cy="69494"/>
          </a:xfrm>
          <a:prstGeom prst="rect">
            <a:avLst/>
          </a:prstGeom>
          <a:solidFill>
            <a:srgbClr val="E2F4F8"/>
          </a:solidFill>
          <a:ln w="12700">
            <a:solidFill>
              <a:srgbClr val="E2F4F8"/>
            </a:solidFill>
            <a:prstDash val="solid"/>
          </a:ln>
        </p:spPr>
      </p:sp>
      <p:sp>
        <p:nvSpPr>
          <p:cNvPr id="408" name="Shape 405"/>
          <p:cNvSpPr/>
          <p:nvPr/>
        </p:nvSpPr>
        <p:spPr>
          <a:xfrm>
            <a:off x="10725912" y="4493362"/>
            <a:ext cx="242316" cy="69494"/>
          </a:xfrm>
          <a:prstGeom prst="rect">
            <a:avLst/>
          </a:prstGeom>
          <a:solidFill>
            <a:srgbClr val="8DD2E2"/>
          </a:solidFill>
          <a:ln w="12700">
            <a:solidFill>
              <a:srgbClr val="8DD2E2"/>
            </a:solidFill>
            <a:prstDash val="solid"/>
          </a:ln>
        </p:spPr>
      </p:sp>
      <p:sp>
        <p:nvSpPr>
          <p:cNvPr id="409" name="Shape 406"/>
          <p:cNvSpPr/>
          <p:nvPr/>
        </p:nvSpPr>
        <p:spPr>
          <a:xfrm>
            <a:off x="10991088" y="4493362"/>
            <a:ext cx="242316" cy="69494"/>
          </a:xfrm>
          <a:prstGeom prst="rect">
            <a:avLst/>
          </a:prstGeom>
          <a:solidFill>
            <a:srgbClr val="E2F4F8"/>
          </a:solidFill>
          <a:ln w="12700">
            <a:solidFill>
              <a:srgbClr val="E2F4F8"/>
            </a:solidFill>
            <a:prstDash val="solid"/>
          </a:ln>
        </p:spPr>
      </p:sp>
      <p:sp>
        <p:nvSpPr>
          <p:cNvPr id="410" name="Shape 407"/>
          <p:cNvSpPr/>
          <p:nvPr/>
        </p:nvSpPr>
        <p:spPr>
          <a:xfrm>
            <a:off x="7543800" y="4579315"/>
            <a:ext cx="242316" cy="69494"/>
          </a:xfrm>
          <a:prstGeom prst="rect">
            <a:avLst/>
          </a:prstGeom>
          <a:solidFill>
            <a:srgbClr val="E4EBF3"/>
          </a:solidFill>
          <a:ln w="12700">
            <a:solidFill>
              <a:srgbClr val="E4EBF3"/>
            </a:solidFill>
            <a:prstDash val="solid"/>
          </a:ln>
        </p:spPr>
      </p:sp>
      <p:sp>
        <p:nvSpPr>
          <p:cNvPr id="411" name="Shape 408"/>
          <p:cNvSpPr/>
          <p:nvPr/>
        </p:nvSpPr>
        <p:spPr>
          <a:xfrm>
            <a:off x="7808976" y="4579315"/>
            <a:ext cx="242316" cy="69494"/>
          </a:xfrm>
          <a:prstGeom prst="rect">
            <a:avLst/>
          </a:prstGeom>
          <a:solidFill>
            <a:srgbClr val="E4EBF3"/>
          </a:solidFill>
          <a:ln w="12700">
            <a:solidFill>
              <a:srgbClr val="E4EBF3"/>
            </a:solidFill>
            <a:prstDash val="solid"/>
          </a:ln>
        </p:spPr>
      </p:sp>
      <p:sp>
        <p:nvSpPr>
          <p:cNvPr id="412" name="Shape 409"/>
          <p:cNvSpPr/>
          <p:nvPr/>
        </p:nvSpPr>
        <p:spPr>
          <a:xfrm>
            <a:off x="8074152" y="4579315"/>
            <a:ext cx="242316" cy="69494"/>
          </a:xfrm>
          <a:prstGeom prst="rect">
            <a:avLst/>
          </a:prstGeom>
          <a:solidFill>
            <a:srgbClr val="16305B"/>
          </a:solidFill>
          <a:ln w="12700">
            <a:solidFill>
              <a:srgbClr val="16305B"/>
            </a:solidFill>
            <a:prstDash val="solid"/>
          </a:ln>
        </p:spPr>
      </p:sp>
      <p:sp>
        <p:nvSpPr>
          <p:cNvPr id="413" name="Shape 410"/>
          <p:cNvSpPr/>
          <p:nvPr/>
        </p:nvSpPr>
        <p:spPr>
          <a:xfrm>
            <a:off x="8339328" y="4579315"/>
            <a:ext cx="242316" cy="69494"/>
          </a:xfrm>
          <a:prstGeom prst="rect">
            <a:avLst/>
          </a:prstGeom>
          <a:solidFill>
            <a:srgbClr val="E4EBF3"/>
          </a:solidFill>
          <a:ln w="12700">
            <a:solidFill>
              <a:srgbClr val="E4EBF3"/>
            </a:solidFill>
            <a:prstDash val="solid"/>
          </a:ln>
        </p:spPr>
      </p:sp>
      <p:sp>
        <p:nvSpPr>
          <p:cNvPr id="414" name="Shape 411"/>
          <p:cNvSpPr/>
          <p:nvPr/>
        </p:nvSpPr>
        <p:spPr>
          <a:xfrm>
            <a:off x="8604504" y="4579315"/>
            <a:ext cx="242316" cy="69494"/>
          </a:xfrm>
          <a:prstGeom prst="rect">
            <a:avLst/>
          </a:prstGeom>
          <a:solidFill>
            <a:srgbClr val="E4EBF3"/>
          </a:solidFill>
          <a:ln w="12700">
            <a:solidFill>
              <a:srgbClr val="E4EBF3"/>
            </a:solidFill>
            <a:prstDash val="solid"/>
          </a:ln>
        </p:spPr>
      </p:sp>
      <p:sp>
        <p:nvSpPr>
          <p:cNvPr id="415" name="Shape 412"/>
          <p:cNvSpPr/>
          <p:nvPr/>
        </p:nvSpPr>
        <p:spPr>
          <a:xfrm>
            <a:off x="8869680" y="4579315"/>
            <a:ext cx="242316" cy="69494"/>
          </a:xfrm>
          <a:prstGeom prst="rect">
            <a:avLst/>
          </a:prstGeom>
          <a:solidFill>
            <a:srgbClr val="16305B"/>
          </a:solidFill>
          <a:ln w="12700">
            <a:solidFill>
              <a:srgbClr val="16305B"/>
            </a:solidFill>
            <a:prstDash val="solid"/>
          </a:ln>
        </p:spPr>
      </p:sp>
      <p:sp>
        <p:nvSpPr>
          <p:cNvPr id="416" name="Shape 413"/>
          <p:cNvSpPr/>
          <p:nvPr/>
        </p:nvSpPr>
        <p:spPr>
          <a:xfrm>
            <a:off x="9134856" y="4579315"/>
            <a:ext cx="242316" cy="69494"/>
          </a:xfrm>
          <a:prstGeom prst="rect">
            <a:avLst/>
          </a:prstGeom>
          <a:solidFill>
            <a:srgbClr val="16305B"/>
          </a:solidFill>
          <a:ln w="12700">
            <a:solidFill>
              <a:srgbClr val="16305B"/>
            </a:solidFill>
            <a:prstDash val="solid"/>
          </a:ln>
        </p:spPr>
      </p:sp>
      <p:sp>
        <p:nvSpPr>
          <p:cNvPr id="417" name="Shape 414"/>
          <p:cNvSpPr/>
          <p:nvPr/>
        </p:nvSpPr>
        <p:spPr>
          <a:xfrm>
            <a:off x="9400032" y="4579315"/>
            <a:ext cx="242316" cy="69494"/>
          </a:xfrm>
          <a:prstGeom prst="rect">
            <a:avLst/>
          </a:prstGeom>
          <a:solidFill>
            <a:srgbClr val="16305B"/>
          </a:solidFill>
          <a:ln w="12700">
            <a:solidFill>
              <a:srgbClr val="16305B"/>
            </a:solidFill>
            <a:prstDash val="solid"/>
          </a:ln>
        </p:spPr>
      </p:sp>
      <p:sp>
        <p:nvSpPr>
          <p:cNvPr id="418" name="Shape 415"/>
          <p:cNvSpPr/>
          <p:nvPr/>
        </p:nvSpPr>
        <p:spPr>
          <a:xfrm>
            <a:off x="9665208" y="4579315"/>
            <a:ext cx="242316" cy="69494"/>
          </a:xfrm>
          <a:prstGeom prst="rect">
            <a:avLst/>
          </a:prstGeom>
          <a:solidFill>
            <a:srgbClr val="16305B"/>
          </a:solidFill>
          <a:ln w="12700">
            <a:solidFill>
              <a:srgbClr val="16305B"/>
            </a:solidFill>
            <a:prstDash val="solid"/>
          </a:ln>
        </p:spPr>
      </p:sp>
      <p:sp>
        <p:nvSpPr>
          <p:cNvPr id="419" name="Shape 416"/>
          <p:cNvSpPr/>
          <p:nvPr/>
        </p:nvSpPr>
        <p:spPr>
          <a:xfrm>
            <a:off x="9930384" y="4579315"/>
            <a:ext cx="242316" cy="69494"/>
          </a:xfrm>
          <a:prstGeom prst="rect">
            <a:avLst/>
          </a:prstGeom>
          <a:solidFill>
            <a:srgbClr val="E4EBF3"/>
          </a:solidFill>
          <a:ln w="12700">
            <a:solidFill>
              <a:srgbClr val="E4EBF3"/>
            </a:solidFill>
            <a:prstDash val="solid"/>
          </a:ln>
        </p:spPr>
      </p:sp>
      <p:sp>
        <p:nvSpPr>
          <p:cNvPr id="420" name="Shape 417"/>
          <p:cNvSpPr/>
          <p:nvPr/>
        </p:nvSpPr>
        <p:spPr>
          <a:xfrm>
            <a:off x="10195560" y="4579315"/>
            <a:ext cx="242316" cy="69494"/>
          </a:xfrm>
          <a:prstGeom prst="rect">
            <a:avLst/>
          </a:prstGeom>
          <a:solidFill>
            <a:srgbClr val="E4EBF3"/>
          </a:solidFill>
          <a:ln w="12700">
            <a:solidFill>
              <a:srgbClr val="E4EBF3"/>
            </a:solidFill>
            <a:prstDash val="solid"/>
          </a:ln>
        </p:spPr>
      </p:sp>
      <p:sp>
        <p:nvSpPr>
          <p:cNvPr id="421" name="Shape 418"/>
          <p:cNvSpPr/>
          <p:nvPr/>
        </p:nvSpPr>
        <p:spPr>
          <a:xfrm>
            <a:off x="10460736" y="4579315"/>
            <a:ext cx="242316" cy="69494"/>
          </a:xfrm>
          <a:prstGeom prst="rect">
            <a:avLst/>
          </a:prstGeom>
          <a:solidFill>
            <a:srgbClr val="0090B0"/>
          </a:solidFill>
          <a:ln w="12700">
            <a:solidFill>
              <a:srgbClr val="0090B0"/>
            </a:solidFill>
            <a:prstDash val="solid"/>
          </a:ln>
        </p:spPr>
      </p:sp>
      <p:sp>
        <p:nvSpPr>
          <p:cNvPr id="422" name="Shape 419"/>
          <p:cNvSpPr/>
          <p:nvPr/>
        </p:nvSpPr>
        <p:spPr>
          <a:xfrm>
            <a:off x="10725912" y="4579315"/>
            <a:ext cx="242316" cy="69494"/>
          </a:xfrm>
          <a:prstGeom prst="rect">
            <a:avLst/>
          </a:prstGeom>
          <a:solidFill>
            <a:srgbClr val="E2F4F8"/>
          </a:solidFill>
          <a:ln w="12700">
            <a:solidFill>
              <a:srgbClr val="E2F4F8"/>
            </a:solidFill>
            <a:prstDash val="solid"/>
          </a:ln>
        </p:spPr>
      </p:sp>
      <p:sp>
        <p:nvSpPr>
          <p:cNvPr id="423" name="Shape 420"/>
          <p:cNvSpPr/>
          <p:nvPr/>
        </p:nvSpPr>
        <p:spPr>
          <a:xfrm>
            <a:off x="10991088" y="4579315"/>
            <a:ext cx="242316" cy="69494"/>
          </a:xfrm>
          <a:prstGeom prst="rect">
            <a:avLst/>
          </a:prstGeom>
          <a:solidFill>
            <a:srgbClr val="8DD2E2"/>
          </a:solidFill>
          <a:ln w="12700">
            <a:solidFill>
              <a:srgbClr val="8DD2E2"/>
            </a:solidFill>
            <a:prstDash val="solid"/>
          </a:ln>
        </p:spPr>
      </p:sp>
      <p:sp>
        <p:nvSpPr>
          <p:cNvPr id="424" name="Shape 421"/>
          <p:cNvSpPr/>
          <p:nvPr/>
        </p:nvSpPr>
        <p:spPr>
          <a:xfrm>
            <a:off x="7543800" y="4710989"/>
            <a:ext cx="242316" cy="69494"/>
          </a:xfrm>
          <a:prstGeom prst="rect">
            <a:avLst/>
          </a:prstGeom>
          <a:solidFill>
            <a:srgbClr val="8FB0D4"/>
          </a:solidFill>
          <a:ln w="12700">
            <a:solidFill>
              <a:srgbClr val="8FB0D4"/>
            </a:solidFill>
            <a:prstDash val="solid"/>
          </a:ln>
        </p:spPr>
      </p:sp>
      <p:sp>
        <p:nvSpPr>
          <p:cNvPr id="425" name="Shape 422"/>
          <p:cNvSpPr/>
          <p:nvPr/>
        </p:nvSpPr>
        <p:spPr>
          <a:xfrm>
            <a:off x="7808976" y="4710989"/>
            <a:ext cx="242316" cy="69494"/>
          </a:xfrm>
          <a:prstGeom prst="rect">
            <a:avLst/>
          </a:prstGeom>
          <a:solidFill>
            <a:srgbClr val="8FB0D4"/>
          </a:solidFill>
          <a:ln w="12700">
            <a:solidFill>
              <a:srgbClr val="8FB0D4"/>
            </a:solidFill>
            <a:prstDash val="solid"/>
          </a:ln>
        </p:spPr>
      </p:sp>
      <p:sp>
        <p:nvSpPr>
          <p:cNvPr id="426" name="Shape 423"/>
          <p:cNvSpPr/>
          <p:nvPr/>
        </p:nvSpPr>
        <p:spPr>
          <a:xfrm>
            <a:off x="8074152" y="4710989"/>
            <a:ext cx="242316" cy="69494"/>
          </a:xfrm>
          <a:prstGeom prst="rect">
            <a:avLst/>
          </a:prstGeom>
          <a:solidFill>
            <a:srgbClr val="8FB0D4"/>
          </a:solidFill>
          <a:ln w="12700">
            <a:solidFill>
              <a:srgbClr val="8FB0D4"/>
            </a:solidFill>
            <a:prstDash val="solid"/>
          </a:ln>
        </p:spPr>
      </p:sp>
      <p:sp>
        <p:nvSpPr>
          <p:cNvPr id="427" name="Shape 424"/>
          <p:cNvSpPr/>
          <p:nvPr/>
        </p:nvSpPr>
        <p:spPr>
          <a:xfrm>
            <a:off x="8339328" y="4710989"/>
            <a:ext cx="242316" cy="69494"/>
          </a:xfrm>
          <a:prstGeom prst="rect">
            <a:avLst/>
          </a:prstGeom>
          <a:solidFill>
            <a:srgbClr val="8FB0D4"/>
          </a:solidFill>
          <a:ln w="12700">
            <a:solidFill>
              <a:srgbClr val="8FB0D4"/>
            </a:solidFill>
            <a:prstDash val="solid"/>
          </a:ln>
        </p:spPr>
      </p:sp>
      <p:sp>
        <p:nvSpPr>
          <p:cNvPr id="428" name="Shape 425"/>
          <p:cNvSpPr/>
          <p:nvPr/>
        </p:nvSpPr>
        <p:spPr>
          <a:xfrm>
            <a:off x="8604504" y="4710989"/>
            <a:ext cx="242316" cy="69494"/>
          </a:xfrm>
          <a:prstGeom prst="rect">
            <a:avLst/>
          </a:prstGeom>
          <a:solidFill>
            <a:srgbClr val="8FB0D4"/>
          </a:solidFill>
          <a:ln w="12700">
            <a:solidFill>
              <a:srgbClr val="8FB0D4"/>
            </a:solidFill>
            <a:prstDash val="solid"/>
          </a:ln>
        </p:spPr>
      </p:sp>
      <p:sp>
        <p:nvSpPr>
          <p:cNvPr id="429" name="Shape 426"/>
          <p:cNvSpPr/>
          <p:nvPr/>
        </p:nvSpPr>
        <p:spPr>
          <a:xfrm>
            <a:off x="8869680" y="4710989"/>
            <a:ext cx="242316" cy="69494"/>
          </a:xfrm>
          <a:prstGeom prst="rect">
            <a:avLst/>
          </a:prstGeom>
          <a:solidFill>
            <a:srgbClr val="8FB0D4"/>
          </a:solidFill>
          <a:ln w="12700">
            <a:solidFill>
              <a:srgbClr val="8FB0D4"/>
            </a:solidFill>
            <a:prstDash val="solid"/>
          </a:ln>
        </p:spPr>
      </p:sp>
      <p:sp>
        <p:nvSpPr>
          <p:cNvPr id="430" name="Shape 427"/>
          <p:cNvSpPr/>
          <p:nvPr/>
        </p:nvSpPr>
        <p:spPr>
          <a:xfrm>
            <a:off x="9134856" y="4710989"/>
            <a:ext cx="242316" cy="69494"/>
          </a:xfrm>
          <a:prstGeom prst="rect">
            <a:avLst/>
          </a:prstGeom>
          <a:solidFill>
            <a:srgbClr val="8FB0D4"/>
          </a:solidFill>
          <a:ln w="12700">
            <a:solidFill>
              <a:srgbClr val="8FB0D4"/>
            </a:solidFill>
            <a:prstDash val="solid"/>
          </a:ln>
        </p:spPr>
      </p:sp>
      <p:sp>
        <p:nvSpPr>
          <p:cNvPr id="431" name="Shape 428"/>
          <p:cNvSpPr/>
          <p:nvPr/>
        </p:nvSpPr>
        <p:spPr>
          <a:xfrm>
            <a:off x="9400032" y="4710989"/>
            <a:ext cx="242316" cy="69494"/>
          </a:xfrm>
          <a:prstGeom prst="rect">
            <a:avLst/>
          </a:prstGeom>
          <a:solidFill>
            <a:srgbClr val="8FB0D4"/>
          </a:solidFill>
          <a:ln w="12700">
            <a:solidFill>
              <a:srgbClr val="8FB0D4"/>
            </a:solidFill>
            <a:prstDash val="solid"/>
          </a:ln>
        </p:spPr>
      </p:sp>
      <p:sp>
        <p:nvSpPr>
          <p:cNvPr id="432" name="Shape 429"/>
          <p:cNvSpPr/>
          <p:nvPr/>
        </p:nvSpPr>
        <p:spPr>
          <a:xfrm>
            <a:off x="9665208" y="4710989"/>
            <a:ext cx="242316" cy="69494"/>
          </a:xfrm>
          <a:prstGeom prst="rect">
            <a:avLst/>
          </a:prstGeom>
          <a:solidFill>
            <a:srgbClr val="8FB0D4"/>
          </a:solidFill>
          <a:ln w="12700">
            <a:solidFill>
              <a:srgbClr val="8FB0D4"/>
            </a:solidFill>
            <a:prstDash val="solid"/>
          </a:ln>
        </p:spPr>
      </p:sp>
      <p:sp>
        <p:nvSpPr>
          <p:cNvPr id="433" name="Shape 430"/>
          <p:cNvSpPr/>
          <p:nvPr/>
        </p:nvSpPr>
        <p:spPr>
          <a:xfrm>
            <a:off x="9930384" y="4710989"/>
            <a:ext cx="242316" cy="69494"/>
          </a:xfrm>
          <a:prstGeom prst="rect">
            <a:avLst/>
          </a:prstGeom>
          <a:solidFill>
            <a:srgbClr val="8FB0D4"/>
          </a:solidFill>
          <a:ln w="12700">
            <a:solidFill>
              <a:srgbClr val="8FB0D4"/>
            </a:solidFill>
            <a:prstDash val="solid"/>
          </a:ln>
        </p:spPr>
      </p:sp>
      <p:sp>
        <p:nvSpPr>
          <p:cNvPr id="434" name="Shape 431"/>
          <p:cNvSpPr/>
          <p:nvPr/>
        </p:nvSpPr>
        <p:spPr>
          <a:xfrm>
            <a:off x="10195560" y="4710989"/>
            <a:ext cx="242316" cy="69494"/>
          </a:xfrm>
          <a:prstGeom prst="rect">
            <a:avLst/>
          </a:prstGeom>
          <a:solidFill>
            <a:srgbClr val="8FB0D4"/>
          </a:solidFill>
          <a:ln w="12700">
            <a:solidFill>
              <a:srgbClr val="8FB0D4"/>
            </a:solidFill>
            <a:prstDash val="solid"/>
          </a:ln>
        </p:spPr>
      </p:sp>
      <p:sp>
        <p:nvSpPr>
          <p:cNvPr id="435" name="Shape 432"/>
          <p:cNvSpPr/>
          <p:nvPr/>
        </p:nvSpPr>
        <p:spPr>
          <a:xfrm>
            <a:off x="10460736" y="4710989"/>
            <a:ext cx="242316" cy="69494"/>
          </a:xfrm>
          <a:prstGeom prst="rect">
            <a:avLst/>
          </a:prstGeom>
          <a:solidFill>
            <a:srgbClr val="8DD2E2"/>
          </a:solidFill>
          <a:ln w="12700">
            <a:solidFill>
              <a:srgbClr val="8DD2E2"/>
            </a:solidFill>
            <a:prstDash val="solid"/>
          </a:ln>
        </p:spPr>
      </p:sp>
      <p:sp>
        <p:nvSpPr>
          <p:cNvPr id="436" name="Shape 433"/>
          <p:cNvSpPr/>
          <p:nvPr/>
        </p:nvSpPr>
        <p:spPr>
          <a:xfrm>
            <a:off x="10725912" y="4710989"/>
            <a:ext cx="242316" cy="69494"/>
          </a:xfrm>
          <a:prstGeom prst="rect">
            <a:avLst/>
          </a:prstGeom>
          <a:solidFill>
            <a:srgbClr val="8DD2E2"/>
          </a:solidFill>
          <a:ln w="12700">
            <a:solidFill>
              <a:srgbClr val="8DD2E2"/>
            </a:solidFill>
            <a:prstDash val="solid"/>
          </a:ln>
        </p:spPr>
      </p:sp>
      <p:sp>
        <p:nvSpPr>
          <p:cNvPr id="437" name="Shape 434"/>
          <p:cNvSpPr/>
          <p:nvPr/>
        </p:nvSpPr>
        <p:spPr>
          <a:xfrm>
            <a:off x="10991088" y="4710989"/>
            <a:ext cx="242316" cy="69494"/>
          </a:xfrm>
          <a:prstGeom prst="rect">
            <a:avLst/>
          </a:prstGeom>
          <a:solidFill>
            <a:srgbClr val="8DD2E2"/>
          </a:solidFill>
          <a:ln w="12700">
            <a:solidFill>
              <a:srgbClr val="8DD2E2"/>
            </a:solidFill>
            <a:prstDash val="solid"/>
          </a:ln>
        </p:spPr>
      </p:sp>
      <p:sp>
        <p:nvSpPr>
          <p:cNvPr id="438" name="Shape 435"/>
          <p:cNvSpPr/>
          <p:nvPr/>
        </p:nvSpPr>
        <p:spPr>
          <a:xfrm>
            <a:off x="7452360" y="2221992"/>
            <a:ext cx="0" cy="1175918"/>
          </a:xfrm>
          <a:prstGeom prst="line">
            <a:avLst/>
          </a:prstGeom>
          <a:noFill/>
          <a:ln w="12700">
            <a:solidFill>
              <a:srgbClr val="6B7A8F"/>
            </a:solidFill>
            <a:prstDash val="solid"/>
          </a:ln>
        </p:spPr>
      </p:sp>
      <p:sp>
        <p:nvSpPr>
          <p:cNvPr id="439" name="Text 436"/>
          <p:cNvSpPr txBox="1"/>
          <p:nvPr/>
        </p:nvSpPr>
        <p:spPr>
          <a:xfrm>
            <a:off x="6574536" y="2695651"/>
            <a:ext cx="86868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기본 14회</a:t>
            </a:r>
            <a:endParaRPr lang="en-US" sz="850" dirty="0"/>
          </a:p>
        </p:txBody>
      </p:sp>
      <p:sp>
        <p:nvSpPr>
          <p:cNvPr id="440" name="Shape 437"/>
          <p:cNvSpPr/>
          <p:nvPr/>
        </p:nvSpPr>
        <p:spPr>
          <a:xfrm>
            <a:off x="7452360" y="3471062"/>
            <a:ext cx="0" cy="1175918"/>
          </a:xfrm>
          <a:prstGeom prst="line">
            <a:avLst/>
          </a:prstGeom>
          <a:noFill/>
          <a:ln w="12700">
            <a:solidFill>
              <a:srgbClr val="6B7A8F"/>
            </a:solidFill>
            <a:prstDash val="solid"/>
          </a:ln>
        </p:spPr>
      </p:sp>
      <p:sp>
        <p:nvSpPr>
          <p:cNvPr id="441" name="Text 438"/>
          <p:cNvSpPr txBox="1"/>
          <p:nvPr/>
        </p:nvSpPr>
        <p:spPr>
          <a:xfrm>
            <a:off x="6574536" y="3944722"/>
            <a:ext cx="86868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거울상 14회</a:t>
            </a:r>
            <a:endParaRPr lang="en-US" sz="850" dirty="0"/>
          </a:p>
        </p:txBody>
      </p:sp>
      <p:sp>
        <p:nvSpPr>
          <p:cNvPr id="442" name="Shape 439"/>
          <p:cNvSpPr/>
          <p:nvPr/>
        </p:nvSpPr>
        <p:spPr>
          <a:xfrm>
            <a:off x="7452360" y="4720133"/>
            <a:ext cx="0" cy="58522"/>
          </a:xfrm>
          <a:prstGeom prst="line">
            <a:avLst/>
          </a:prstGeom>
          <a:noFill/>
          <a:ln w="12700">
            <a:solidFill>
              <a:srgbClr val="6B7A8F"/>
            </a:solidFill>
            <a:prstDash val="solid"/>
          </a:ln>
        </p:spPr>
      </p:sp>
      <p:sp>
        <p:nvSpPr>
          <p:cNvPr id="443" name="Text 440"/>
          <p:cNvSpPr txBox="1"/>
          <p:nvPr/>
        </p:nvSpPr>
        <p:spPr>
          <a:xfrm>
            <a:off x="6574536" y="4635094"/>
            <a:ext cx="86868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중심점 1회</a:t>
            </a:r>
            <a:endParaRPr lang="en-US" sz="850" dirty="0"/>
          </a:p>
        </p:txBody>
      </p:sp>
      <p:sp>
        <p:nvSpPr>
          <p:cNvPr id="444" name="Shape 441"/>
          <p:cNvSpPr/>
          <p:nvPr/>
        </p:nvSpPr>
        <p:spPr>
          <a:xfrm>
            <a:off x="7543800" y="4915814"/>
            <a:ext cx="182880" cy="128016"/>
          </a:xfrm>
          <a:prstGeom prst="rect">
            <a:avLst/>
          </a:prstGeom>
          <a:solidFill>
            <a:srgbClr val="E4EBF3"/>
          </a:solidFill>
          <a:ln w="12700">
            <a:solidFill>
              <a:srgbClr val="E4EBF3"/>
            </a:solidFill>
            <a:prstDash val="solid"/>
          </a:ln>
        </p:spPr>
      </p:sp>
      <p:sp>
        <p:nvSpPr>
          <p:cNvPr id="445" name="Text 442"/>
          <p:cNvSpPr txBox="1"/>
          <p:nvPr/>
        </p:nvSpPr>
        <p:spPr>
          <a:xfrm>
            <a:off x="7781544" y="4870094"/>
            <a:ext cx="6400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하한</a:t>
            </a:r>
            <a:endParaRPr lang="en-US" sz="850" dirty="0"/>
          </a:p>
        </p:txBody>
      </p:sp>
      <p:sp>
        <p:nvSpPr>
          <p:cNvPr id="446" name="Shape 443"/>
          <p:cNvSpPr/>
          <p:nvPr/>
        </p:nvSpPr>
        <p:spPr>
          <a:xfrm>
            <a:off x="8503920" y="4915814"/>
            <a:ext cx="182880" cy="128016"/>
          </a:xfrm>
          <a:prstGeom prst="rect">
            <a:avLst/>
          </a:prstGeom>
          <a:solidFill>
            <a:srgbClr val="8FB0D4"/>
          </a:solidFill>
          <a:ln w="12700">
            <a:solidFill>
              <a:srgbClr val="8FB0D4"/>
            </a:solidFill>
            <a:prstDash val="solid"/>
          </a:ln>
        </p:spPr>
      </p:sp>
      <p:sp>
        <p:nvSpPr>
          <p:cNvPr id="447" name="Text 444"/>
          <p:cNvSpPr txBox="1"/>
          <p:nvPr/>
        </p:nvSpPr>
        <p:spPr>
          <a:xfrm>
            <a:off x="8741664" y="4870094"/>
            <a:ext cx="6400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중간</a:t>
            </a:r>
            <a:endParaRPr lang="en-US" sz="850" dirty="0"/>
          </a:p>
        </p:txBody>
      </p:sp>
      <p:sp>
        <p:nvSpPr>
          <p:cNvPr id="448" name="Shape 445"/>
          <p:cNvSpPr/>
          <p:nvPr/>
        </p:nvSpPr>
        <p:spPr>
          <a:xfrm>
            <a:off x="9464040" y="4915814"/>
            <a:ext cx="182880" cy="128016"/>
          </a:xfrm>
          <a:prstGeom prst="rect">
            <a:avLst/>
          </a:prstGeom>
          <a:solidFill>
            <a:srgbClr val="16305B"/>
          </a:solidFill>
          <a:ln w="12700">
            <a:solidFill>
              <a:srgbClr val="16305B"/>
            </a:solidFill>
            <a:prstDash val="solid"/>
          </a:ln>
        </p:spPr>
      </p:sp>
      <p:sp>
        <p:nvSpPr>
          <p:cNvPr id="449" name="Text 446"/>
          <p:cNvSpPr txBox="1"/>
          <p:nvPr/>
        </p:nvSpPr>
        <p:spPr>
          <a:xfrm>
            <a:off x="9701784" y="4870094"/>
            <a:ext cx="6400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상한</a:t>
            </a:r>
            <a:endParaRPr lang="en-US" sz="850" dirty="0"/>
          </a:p>
        </p:txBody>
      </p:sp>
      <p:sp>
        <p:nvSpPr>
          <p:cNvPr id="450" name="Text 447"/>
          <p:cNvSpPr txBox="1"/>
          <p:nvPr/>
        </p:nvSpPr>
        <p:spPr>
          <a:xfrm>
            <a:off x="6647688" y="5162702"/>
            <a:ext cx="4846320" cy="822960"/>
          </a:xfrm>
          <a:prstGeom prst="rect">
            <a:avLst/>
          </a:prstGeom>
          <a:noFill/>
          <a:ln/>
        </p:spPr>
        <p:txBody>
          <a:bodyPr wrap="square" lIns="0" tIns="0" rIns="0" bIns="0" rtlCol="0" anchor="ctr"/>
          <a:lstStyle/>
          <a:p>
            <a:pPr marL="342900" indent="-342900">
              <a:lnSpc>
                <a:spcPct val="110000"/>
              </a:lnSpc>
              <a:spcAft>
                <a:spcPts val="300"/>
              </a:spcAft>
              <a:buSzPct val="100000"/>
              <a:buChar char="•"/>
            </a:pPr>
            <a:r>
              <a:rPr lang="en-US" sz="860" dirty="0">
                <a:solidFill>
                  <a:srgbClr val="1C2733"/>
                </a:solidFill>
                <a:latin typeface="Malgun Gothic" pitchFamily="34" charset="0"/>
                <a:ea typeface="Malgun Gothic" pitchFamily="34" charset="-122"/>
                <a:cs typeface="Malgun Gothic" pitchFamily="34" charset="-120"/>
              </a:rPr>
              <a:t>각 행: 변수 1개만 중간값, 나머지는 하한·상한 → 곡률(중간값이 나은지)까지 확인</a:t>
            </a:r>
            <a:endParaRPr lang="en-US" sz="860" dirty="0"/>
          </a:p>
          <a:p>
            <a:pPr marL="342900" indent="-342900">
              <a:lnSpc>
                <a:spcPct val="110000"/>
              </a:lnSpc>
              <a:spcAft>
                <a:spcPts val="300"/>
              </a:spcAft>
              <a:buSzPct val="100000"/>
              <a:buChar char="•"/>
            </a:pPr>
            <a:r>
              <a:rPr lang="en-US" sz="860" dirty="0">
                <a:solidFill>
                  <a:srgbClr val="1C2733"/>
                </a:solidFill>
                <a:latin typeface="Malgun Gothic" pitchFamily="34" charset="0"/>
                <a:ea typeface="Malgun Gothic" pitchFamily="34" charset="-122"/>
                <a:cs typeface="Malgun Gothic" pitchFamily="34" charset="-120"/>
              </a:rPr>
              <a:t>거울상: 부호를 뒤집은 쌍 → 주효과가 2변수 상호작용과 섞이지 않음</a:t>
            </a:r>
            <a:endParaRPr lang="en-US" sz="860" dirty="0"/>
          </a:p>
          <a:p>
            <a:pPr marL="342900" indent="-342900">
              <a:lnSpc>
                <a:spcPct val="110000"/>
              </a:lnSpc>
              <a:spcAft>
                <a:spcPts val="300"/>
              </a:spcAft>
              <a:buSzPct val="100000"/>
              <a:buChar char="•"/>
            </a:pPr>
            <a:r>
              <a:rPr lang="en-US" sz="860" dirty="0">
                <a:solidFill>
                  <a:srgbClr val="1C2733"/>
                </a:solidFill>
                <a:latin typeface="Malgun Gothic" pitchFamily="34" charset="0"/>
                <a:ea typeface="Malgun Gothic" pitchFamily="34" charset="-122"/>
                <a:cs typeface="Malgun Gothic" pitchFamily="34" charset="-120"/>
              </a:rPr>
              <a:t>가짜 인자: 어떤 치수와도 연결하지 않은 빈 열 → '효과 없음' 기준선</a:t>
            </a:r>
            <a:endParaRPr lang="en-US" sz="8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결과 및 활성 변수 확정</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변수별 분산 기여율 (%)  —  DSD 29회</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3816" y="1810512"/>
          <a:ext cx="10561320" cy="914400"/>
        </p:xfrm>
        <a:graphic>
          <a:graphicData uri="http://schemas.openxmlformats.org/drawingml/2006/table">
            <a:tbl>
              <a:tblPr/>
              <a:tblGrid>
                <a:gridCol w="1600200"/>
                <a:gridCol w="1051560"/>
                <a:gridCol w="1051560"/>
                <a:gridCol w="1051560"/>
                <a:gridCol w="1051560"/>
                <a:gridCol w="1051560"/>
                <a:gridCol w="1051560"/>
                <a:gridCol w="1051560"/>
                <a:gridCol w="1600200"/>
              </a:tblGrid>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입구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3C8D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1D6E3"/>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입구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150°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CC1D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FD4E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DC2D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84.2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4D8E5"/>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3.5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7DBE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ADEEA"/>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중간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5.6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0D5E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8.0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8CCD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BE0E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899FB6"/>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출구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9.8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35 mm</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CB2C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7E94AD"/>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0396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F3962"/>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A729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3D7E4"/>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37.0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46C8C"/>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18.8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2A8B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43E6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4C9D8"/>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6F86A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5010912"/>
            <a:ext cx="10561320" cy="237744"/>
          </a:xfrm>
          <a:prstGeom prst="rect">
            <a:avLst/>
          </a:prstGeom>
          <a:noFill/>
          <a:ln/>
        </p:spPr>
        <p:txBody>
          <a:bodyPr wrap="square" lIns="0" tIns="0" rIns="0" bIns="0" rtlCol="0" anchor="ctr"/>
          <a:lstStyle/>
          <a:p>
            <a:pPr indent="0" marL="0">
              <a:buNone/>
            </a:pPr>
            <a:r>
              <a:rPr lang="en-US" sz="880" i="1" dirty="0">
                <a:solidFill>
                  <a:srgbClr val="6B7A8F"/>
                </a:solidFill>
                <a:latin typeface="Malgun Gothic" pitchFamily="34" charset="0"/>
                <a:ea typeface="Malgun Gothic" pitchFamily="34" charset="-122"/>
                <a:cs typeface="Malgun Gothic" pitchFamily="34" charset="-120"/>
              </a:rPr>
              <a:t>색 칸 = 영향 인정 (p ≤ 0.05 그리고 기여율 ≥ 2%)  ·  회색 숫자 = 영향 없음  ·  고정값: 유의한 목적함수가 유리한 끝값, 없으면 범위 중앙</a:t>
            </a:r>
            <a:endParaRPr lang="en-US" sz="880" dirty="0"/>
          </a:p>
        </p:txBody>
      </p:sp>
      <p:sp>
        <p:nvSpPr>
          <p:cNvPr id="11" name="Shape 8"/>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2" name="Shape 9"/>
          <p:cNvSpPr/>
          <p:nvPr/>
        </p:nvSpPr>
        <p:spPr>
          <a:xfrm>
            <a:off x="832104" y="5724144"/>
            <a:ext cx="64008" cy="164592"/>
          </a:xfrm>
          <a:prstGeom prst="rect">
            <a:avLst/>
          </a:prstGeom>
          <a:solidFill>
            <a:srgbClr val="00A3C4"/>
          </a:solidFill>
          <a:ln w="12700">
            <a:solidFill>
              <a:srgbClr val="00A3C4"/>
            </a:solidFill>
            <a:prstDash val="solid"/>
          </a:ln>
        </p:spPr>
      </p:sp>
      <p:sp>
        <p:nvSpPr>
          <p:cNvPr id="13" name="Text 10"/>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1차 핀 개수</a:t>
            </a:r>
            <a:endParaRPr lang="en-US" sz="1050" dirty="0"/>
          </a:p>
        </p:txBody>
      </p:sp>
      <p:sp>
        <p:nvSpPr>
          <p:cNvPr id="14" name="Text 11"/>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차압 56% · 최고온도 52% · 1차 균일도 52%</a:t>
            </a:r>
            <a:endParaRPr lang="en-US" sz="950" dirty="0"/>
          </a:p>
        </p:txBody>
      </p:sp>
      <p:sp>
        <p:nvSpPr>
          <p:cNvPr id="15" name="Shape 12"/>
          <p:cNvSpPr/>
          <p:nvPr/>
        </p:nvSpPr>
        <p:spPr>
          <a:xfrm>
            <a:off x="4489704" y="5724144"/>
            <a:ext cx="64008" cy="164592"/>
          </a:xfrm>
          <a:prstGeom prst="rect">
            <a:avLst/>
          </a:prstGeom>
          <a:solidFill>
            <a:srgbClr val="00A3C4"/>
          </a:solidFill>
          <a:ln w="12700">
            <a:solidFill>
              <a:srgbClr val="00A3C4"/>
            </a:solidFill>
            <a:prstDash val="solid"/>
          </a:ln>
        </p:spPr>
      </p:sp>
      <p:sp>
        <p:nvSpPr>
          <p:cNvPr id="16" name="Text 13"/>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2차 핀 개수</a:t>
            </a:r>
            <a:endParaRPr lang="en-US" sz="1050" dirty="0"/>
          </a:p>
        </p:txBody>
      </p:sp>
      <p:sp>
        <p:nvSpPr>
          <p:cNvPr id="17" name="Text 14"/>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온도편차 37% · 2차 균일도 51%</a:t>
            </a:r>
            <a:endParaRPr lang="en-US" sz="950" dirty="0"/>
          </a:p>
        </p:txBody>
      </p:sp>
      <p:sp>
        <p:nvSpPr>
          <p:cNvPr id="18" name="Shape 15"/>
          <p:cNvSpPr/>
          <p:nvPr/>
        </p:nvSpPr>
        <p:spPr>
          <a:xfrm>
            <a:off x="8147304" y="5724144"/>
            <a:ext cx="64008" cy="164592"/>
          </a:xfrm>
          <a:prstGeom prst="rect">
            <a:avLst/>
          </a:prstGeom>
          <a:solidFill>
            <a:srgbClr val="00A3C4"/>
          </a:solidFill>
          <a:ln w="12700">
            <a:solidFill>
              <a:srgbClr val="00A3C4"/>
            </a:solidFill>
            <a:prstDash val="solid"/>
          </a:ln>
        </p:spPr>
      </p:sp>
      <p:sp>
        <p:nvSpPr>
          <p:cNvPr id="19" name="Text 16"/>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 입구 두께</a:t>
            </a:r>
            <a:endParaRPr lang="en-US" sz="1050" dirty="0"/>
          </a:p>
        </p:txBody>
      </p:sp>
      <p:sp>
        <p:nvSpPr>
          <p:cNvPr id="20" name="Text 17"/>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분기비 84% — 분기 유량을 사실상 결정</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활성 변수 실험계획 (OLHD)</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실험점 분포  —  80점</a:t>
            </a:r>
            <a:endParaRPr lang="en-US" sz="1300" dirty="0"/>
          </a:p>
        </p:txBody>
      </p:sp>
      <p:sp>
        <p:nvSpPr>
          <p:cNvPr id="9" name="Text 7"/>
          <p:cNvSpPr txBox="1"/>
          <p:nvPr/>
        </p:nvSpPr>
        <p:spPr>
          <a:xfrm>
            <a:off x="667512"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핀 개수 × 두께</a:t>
            </a:r>
            <a:endParaRPr lang="en-US" sz="950" dirty="0"/>
          </a:p>
        </p:txBody>
      </p:sp>
      <p:graphicFrame>
        <p:nvGraphicFramePr>
          <p:cNvPr id="10" name="Chart 0" descr=""/>
          <p:cNvGraphicFramePr/>
          <p:nvPr/>
        </p:nvGraphicFramePr>
        <p:xfrm>
          <a:off x="667512" y="2103120"/>
          <a:ext cx="2514600" cy="28346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3246120"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입구 유로 × 분기 입구 두께</a:t>
            </a:r>
            <a:endParaRPr lang="en-US" sz="950" dirty="0"/>
          </a:p>
        </p:txBody>
      </p:sp>
      <p:graphicFrame>
        <p:nvGraphicFramePr>
          <p:cNvPr id="12" name="Chart 1" descr=""/>
          <p:cNvGraphicFramePr/>
          <p:nvPr/>
        </p:nvGraphicFramePr>
        <p:xfrm>
          <a:off x="3246120" y="2103120"/>
          <a:ext cx="2514600" cy="28346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813816" y="5138928"/>
            <a:ext cx="4846320" cy="822960"/>
          </a:xfrm>
          <a:prstGeom prst="rect">
            <a:avLst/>
          </a:prstGeom>
          <a:noFill/>
          <a:ln/>
        </p:spPr>
        <p:txBody>
          <a:bodyPr wrap="square" lIns="0" tIns="0" rIns="0" bIns="0" rtlCol="0" anchor="ctr"/>
          <a:lstStyle/>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왼쪽: 핀이 많을수록 가능한 두께가 줄어드는 가공 제약 영역 안에 분포</a:t>
            </a:r>
            <a:endParaRPr lang="en-US" sz="900" dirty="0"/>
          </a:p>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오른쪽: 제약이 없는 변수 쌍은 설계공간 전체에 고르게 분포</a:t>
            </a:r>
            <a:endParaRPr lang="en-US" sz="900" dirty="0"/>
          </a:p>
        </p:txBody>
      </p:sp>
      <p:sp>
        <p:nvSpPr>
          <p:cNvPr id="14" name="Shape 10"/>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1"/>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2"/>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실험계획 요약</a:t>
            </a:r>
            <a:endParaRPr lang="en-US" sz="1300" dirty="0"/>
          </a:p>
        </p:txBody>
      </p:sp>
      <p:sp>
        <p:nvSpPr>
          <p:cNvPr id="17" name="Shape 13"/>
          <p:cNvSpPr/>
          <p:nvPr/>
        </p:nvSpPr>
        <p:spPr>
          <a:xfrm>
            <a:off x="6647688" y="1883664"/>
            <a:ext cx="1481328" cy="914400"/>
          </a:xfrm>
          <a:prstGeom prst="roundRect">
            <a:avLst>
              <a:gd name="adj" fmla="val 7000"/>
            </a:avLst>
          </a:prstGeom>
          <a:solidFill>
            <a:srgbClr val="EEF2F7"/>
          </a:solidFill>
          <a:ln w="12700">
            <a:solidFill>
              <a:srgbClr val="EEF2F7"/>
            </a:solidFill>
            <a:prstDash val="solid"/>
          </a:ln>
        </p:spPr>
      </p:sp>
      <p:sp>
        <p:nvSpPr>
          <p:cNvPr id="18" name="Text 14"/>
          <p:cNvSpPr txBox="1"/>
          <p:nvPr/>
        </p:nvSpPr>
        <p:spPr>
          <a:xfrm>
            <a:off x="664768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8</a:t>
            </a:r>
            <a:endParaRPr lang="en-US" sz="2600" dirty="0"/>
          </a:p>
        </p:txBody>
      </p:sp>
      <p:sp>
        <p:nvSpPr>
          <p:cNvPr id="19" name="Text 15"/>
          <p:cNvSpPr txBox="1"/>
          <p:nvPr/>
        </p:nvSpPr>
        <p:spPr>
          <a:xfrm>
            <a:off x="664768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활성 변수</a:t>
            </a:r>
            <a:endParaRPr lang="en-US" sz="900" dirty="0"/>
          </a:p>
        </p:txBody>
      </p:sp>
      <p:sp>
        <p:nvSpPr>
          <p:cNvPr id="20" name="Shape 16"/>
          <p:cNvSpPr/>
          <p:nvPr/>
        </p:nvSpPr>
        <p:spPr>
          <a:xfrm>
            <a:off x="8293608" y="1883664"/>
            <a:ext cx="1481328" cy="914400"/>
          </a:xfrm>
          <a:prstGeom prst="roundRect">
            <a:avLst>
              <a:gd name="adj" fmla="val 7000"/>
            </a:avLst>
          </a:prstGeom>
          <a:solidFill>
            <a:srgbClr val="16305B"/>
          </a:solidFill>
          <a:ln w="12700">
            <a:solidFill>
              <a:srgbClr val="16305B"/>
            </a:solidFill>
            <a:prstDash val="solid"/>
          </a:ln>
        </p:spPr>
      </p:sp>
      <p:sp>
        <p:nvSpPr>
          <p:cNvPr id="21" name="Text 17"/>
          <p:cNvSpPr txBox="1"/>
          <p:nvPr/>
        </p:nvSpPr>
        <p:spPr>
          <a:xfrm>
            <a:off x="8293608" y="1920240"/>
            <a:ext cx="1481328" cy="530352"/>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80</a:t>
            </a:r>
            <a:endParaRPr lang="en-US" sz="2600" dirty="0"/>
          </a:p>
        </p:txBody>
      </p:sp>
      <p:sp>
        <p:nvSpPr>
          <p:cNvPr id="22" name="Text 18"/>
          <p:cNvSpPr txBox="1"/>
          <p:nvPr/>
        </p:nvSpPr>
        <p:spPr>
          <a:xfrm>
            <a:off x="8293608" y="2450592"/>
            <a:ext cx="1481328" cy="274320"/>
          </a:xfrm>
          <a:prstGeom prst="rect">
            <a:avLst/>
          </a:prstGeom>
          <a:noFill/>
          <a:ln/>
        </p:spPr>
        <p:txBody>
          <a:bodyPr wrap="square" lIns="0" tIns="0" rIns="0" bIns="0" rtlCol="0" anchor="ctr"/>
          <a:lstStyle/>
          <a:p>
            <a:pPr algn="ctr" indent="0" marL="0">
              <a:buNone/>
            </a:pPr>
            <a:r>
              <a:rPr lang="en-US" sz="900" dirty="0">
                <a:solidFill>
                  <a:srgbClr val="CFE0F2"/>
                </a:solidFill>
                <a:latin typeface="Malgun Gothic" pitchFamily="34" charset="0"/>
                <a:ea typeface="Malgun Gothic" pitchFamily="34" charset="-122"/>
                <a:cs typeface="Malgun Gothic" pitchFamily="34" charset="-120"/>
              </a:rPr>
              <a:t>실험점 (10 × 8)</a:t>
            </a:r>
            <a:endParaRPr lang="en-US" sz="900" dirty="0"/>
          </a:p>
        </p:txBody>
      </p:sp>
      <p:sp>
        <p:nvSpPr>
          <p:cNvPr id="23" name="Shape 19"/>
          <p:cNvSpPr/>
          <p:nvPr/>
        </p:nvSpPr>
        <p:spPr>
          <a:xfrm>
            <a:off x="9939528" y="1883664"/>
            <a:ext cx="1481328" cy="914400"/>
          </a:xfrm>
          <a:prstGeom prst="roundRect">
            <a:avLst>
              <a:gd name="adj" fmla="val 7000"/>
            </a:avLst>
          </a:prstGeom>
          <a:solidFill>
            <a:srgbClr val="EEF2F7"/>
          </a:solidFill>
          <a:ln w="12700">
            <a:solidFill>
              <a:srgbClr val="EEF2F7"/>
            </a:solidFill>
            <a:prstDash val="solid"/>
          </a:ln>
        </p:spPr>
      </p:sp>
      <p:sp>
        <p:nvSpPr>
          <p:cNvPr id="24" name="Text 20"/>
          <p:cNvSpPr txBox="1"/>
          <p:nvPr/>
        </p:nvSpPr>
        <p:spPr>
          <a:xfrm>
            <a:off x="993952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3</a:t>
            </a:r>
            <a:endParaRPr lang="en-US" sz="2600" dirty="0"/>
          </a:p>
        </p:txBody>
      </p:sp>
      <p:sp>
        <p:nvSpPr>
          <p:cNvPr id="25" name="Text 21"/>
          <p:cNvSpPr txBox="1"/>
          <p:nvPr/>
        </p:nvSpPr>
        <p:spPr>
          <a:xfrm>
            <a:off x="993952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고정 변수</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47688" y="29992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유로 · 분기 입구 · 중간 유로 · 중간 입구 두께</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1차 · 2차 핀 두께 ·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각도 150° · 중간 각도 115° · 출구 유로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실험계획법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최적라틴방격법(OLHD) — 적은 점으로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7" name="Shape 22"/>
          <p:cNvSpPr/>
          <p:nvPr/>
        </p:nvSpPr>
        <p:spPr>
          <a:xfrm>
            <a:off x="6647688" y="4773168"/>
            <a:ext cx="4846320" cy="1188720"/>
          </a:xfrm>
          <a:prstGeom prst="roundRect">
            <a:avLst>
              <a:gd name="adj" fmla="val 4615"/>
            </a:avLst>
          </a:prstGeom>
          <a:solidFill>
            <a:srgbClr val="E8F6FA"/>
          </a:solidFill>
          <a:ln w="9525">
            <a:solidFill>
              <a:srgbClr val="00A3C4"/>
            </a:solidFill>
            <a:prstDash val="solid"/>
          </a:ln>
        </p:spPr>
      </p:sp>
      <p:sp>
        <p:nvSpPr>
          <p:cNvPr id="28" name="Text 23"/>
          <p:cNvSpPr txBox="1"/>
          <p:nvPr/>
        </p:nvSpPr>
        <p:spPr>
          <a:xfrm>
            <a:off x="6793992" y="4773168"/>
            <a:ext cx="4572000" cy="1188720"/>
          </a:xfrm>
          <a:prstGeom prst="rect">
            <a:avLst/>
          </a:prstGeom>
          <a:noFill/>
          <a:ln/>
        </p:spPr>
        <p:txBody>
          <a:bodyPr wrap="square" lIns="0" tIns="0" rIns="0" bIns="0" rtlCol="0" anchor="ctr"/>
          <a:lstStyle/>
          <a:p>
            <a:pPr indent="0" marL="0">
              <a:lnSpc>
                <a:spcPct val="120000"/>
              </a:lnSpc>
              <a:spcAft>
                <a:spcPts val="200"/>
              </a:spcAft>
              <a:buNone/>
            </a:pPr>
            <a:r>
              <a:rPr lang="en-US" sz="930" b="1" dirty="0">
                <a:solidFill>
                  <a:srgbClr val="16305B"/>
                </a:solidFill>
                <a:latin typeface="Malgun Gothic" pitchFamily="34" charset="0"/>
                <a:ea typeface="Malgun Gothic" pitchFamily="34" charset="-122"/>
                <a:cs typeface="Malgun Gothic" pitchFamily="34" charset="-120"/>
              </a:rPr>
              <a:t>핀 개수를 먼저 고르게 배치</a:t>
            </a:r>
            <a:endParaRPr lang="en-US" sz="930" dirty="0"/>
          </a:p>
          <a:p>
            <a:pPr indent="0" marL="0">
              <a:lnSpc>
                <a:spcPct val="120000"/>
              </a:lnSpc>
              <a:spcAft>
                <a:spcPts val="200"/>
              </a:spcAft>
              <a:buNone/>
            </a:pPr>
            <a:r>
              <a:rPr lang="en-US" sz="930" dirty="0">
                <a:solidFill>
                  <a:srgbClr val="1C2733"/>
                </a:solidFill>
                <a:latin typeface="Malgun Gothic" pitchFamily="34" charset="0"/>
                <a:ea typeface="Malgun Gothic" pitchFamily="34" charset="-122"/>
                <a:cs typeface="Malgun Gothic" pitchFamily="34" charset="-120"/>
              </a:rPr>
              <a:t>핀 개수가 지배 변수로 확인되어 10~24개 전 범위에 고르게 배치하고, 두께는 그 개수에서 가능한 범위로 맞춤</a:t>
            </a:r>
            <a:endParaRPr lang="en-US" sz="930" dirty="0"/>
          </a:p>
          <a:p>
            <a:pPr indent="0" marL="0">
              <a:lnSpc>
                <a:spcPct val="120000"/>
              </a:lnSpc>
              <a:spcAft>
                <a:spcPts val="200"/>
              </a:spcAft>
              <a:buNone/>
            </a:pPr>
            <a:r>
              <a:rPr lang="en-US" sz="930" dirty="0">
                <a:solidFill>
                  <a:srgbClr val="6B7A8F"/>
                </a:solidFill>
                <a:latin typeface="Malgun Gothic" pitchFamily="34" charset="0"/>
                <a:ea typeface="Malgun Gothic" pitchFamily="34" charset="-122"/>
                <a:cs typeface="Malgun Gothic" pitchFamily="34" charset="-120"/>
              </a:rPr>
              <a:t>두께를 먼저 뽑으면 22~24개 구간이 80점 중 1~2점에 그침</a:t>
            </a:r>
            <a:endParaRPr lang="en-US" sz="9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가우시안 프로세스 회귀 (GPR)</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개념  —  예측값과 불확실성을 함께 제공</a:t>
            </a:r>
            <a:endParaRPr lang="en-US" sz="1300" dirty="0"/>
          </a:p>
        </p:txBody>
      </p:sp>
      <p:sp>
        <p:nvSpPr>
          <p:cNvPr id="9" name="Shape 7"/>
          <p:cNvSpPr/>
          <p:nvPr/>
        </p:nvSpPr>
        <p:spPr>
          <a:xfrm>
            <a:off x="1005840" y="2057400"/>
            <a:ext cx="4480560" cy="2514600"/>
          </a:xfrm>
          <a:prstGeom prst="rect">
            <a:avLst/>
          </a:prstGeom>
          <a:solidFill>
            <a:srgbClr val="FAFBFD"/>
          </a:solidFill>
          <a:ln w="9525">
            <a:solidFill>
              <a:srgbClr val="DDE3EB"/>
            </a:solidFill>
            <a:prstDash val="solid"/>
          </a:ln>
        </p:spPr>
      </p:sp>
      <p:sp>
        <p:nvSpPr>
          <p:cNvPr id="10" name="Shape 8"/>
          <p:cNvSpPr/>
          <p:nvPr/>
        </p:nvSpPr>
        <p:spPr>
          <a:xfrm>
            <a:off x="1005840" y="2057400"/>
            <a:ext cx="4480560" cy="2514600"/>
          </a:xfrm>
          <a:custGeom>
            <a:avLst/>
            <a:gdLst/>
            <a:ahLst/>
            <a:cxnLst/>
            <a:rect l="l" t="t" r="r" b="b"/>
            <a:pathLst>
              <a:path w="4480560" h="2514600">
                <a:moveTo>
                  <a:pt x="0" y="1105074"/>
                </a:moveTo>
                <a:lnTo>
                  <a:pt x="56007" y="1213199"/>
                </a:lnTo>
                <a:lnTo>
                  <a:pt x="112014" y="1320925"/>
                </a:lnTo>
                <a:lnTo>
                  <a:pt x="168021" y="1424712"/>
                </a:lnTo>
                <a:lnTo>
                  <a:pt x="224028" y="1520172"/>
                </a:lnTo>
                <a:lnTo>
                  <a:pt x="280035" y="1386990"/>
                </a:lnTo>
                <a:lnTo>
                  <a:pt x="336042" y="1257524"/>
                </a:lnTo>
                <a:lnTo>
                  <a:pt x="392049" y="1136714"/>
                </a:lnTo>
                <a:lnTo>
                  <a:pt x="448056" y="1028762"/>
                </a:lnTo>
                <a:lnTo>
                  <a:pt x="504063" y="937158"/>
                </a:lnTo>
                <a:lnTo>
                  <a:pt x="560070" y="864720"/>
                </a:lnTo>
                <a:lnTo>
                  <a:pt x="616077" y="813620"/>
                </a:lnTo>
                <a:lnTo>
                  <a:pt x="672084" y="785388"/>
                </a:lnTo>
                <a:lnTo>
                  <a:pt x="728091" y="780880"/>
                </a:lnTo>
                <a:lnTo>
                  <a:pt x="784098" y="800197"/>
                </a:lnTo>
                <a:lnTo>
                  <a:pt x="840105" y="842546"/>
                </a:lnTo>
                <a:lnTo>
                  <a:pt x="896112" y="906037"/>
                </a:lnTo>
                <a:lnTo>
                  <a:pt x="952119" y="987421"/>
                </a:lnTo>
                <a:lnTo>
                  <a:pt x="1008126" y="1005237"/>
                </a:lnTo>
                <a:lnTo>
                  <a:pt x="1064133" y="923038"/>
                </a:lnTo>
                <a:lnTo>
                  <a:pt x="1120140" y="862076"/>
                </a:lnTo>
                <a:lnTo>
                  <a:pt x="1176147" y="826137"/>
                </a:lnTo>
                <a:lnTo>
                  <a:pt x="1232154" y="817439"/>
                </a:lnTo>
                <a:lnTo>
                  <a:pt x="1288161" y="836889"/>
                </a:lnTo>
                <a:lnTo>
                  <a:pt x="1344168" y="884243"/>
                </a:lnTo>
                <a:lnTo>
                  <a:pt x="1400175" y="958189"/>
                </a:lnTo>
                <a:lnTo>
                  <a:pt x="1456182" y="1056356"/>
                </a:lnTo>
                <a:lnTo>
                  <a:pt x="1512189" y="1175251"/>
                </a:lnTo>
                <a:lnTo>
                  <a:pt x="1568196" y="1310141"/>
                </a:lnTo>
                <a:lnTo>
                  <a:pt x="1624203" y="1454902"/>
                </a:lnTo>
                <a:lnTo>
                  <a:pt x="1680210" y="1601853"/>
                </a:lnTo>
                <a:lnTo>
                  <a:pt x="1736217" y="1655180"/>
                </a:lnTo>
                <a:lnTo>
                  <a:pt x="1792224" y="1657313"/>
                </a:lnTo>
                <a:lnTo>
                  <a:pt x="1848231" y="1674708"/>
                </a:lnTo>
                <a:lnTo>
                  <a:pt x="1904238" y="1709987"/>
                </a:lnTo>
                <a:lnTo>
                  <a:pt x="1960245" y="1763408"/>
                </a:lnTo>
                <a:lnTo>
                  <a:pt x="2016252" y="1833013"/>
                </a:lnTo>
                <a:lnTo>
                  <a:pt x="2072259" y="1914790"/>
                </a:lnTo>
                <a:lnTo>
                  <a:pt x="2128266" y="1934481"/>
                </a:lnTo>
                <a:lnTo>
                  <a:pt x="2184273" y="1835888"/>
                </a:lnTo>
                <a:lnTo>
                  <a:pt x="2240280" y="1719351"/>
                </a:lnTo>
                <a:lnTo>
                  <a:pt x="2296287" y="1591132"/>
                </a:lnTo>
                <a:lnTo>
                  <a:pt x="2352294" y="1456538"/>
                </a:lnTo>
                <a:lnTo>
                  <a:pt x="2408301" y="1319897"/>
                </a:lnTo>
                <a:lnTo>
                  <a:pt x="2464308" y="1184619"/>
                </a:lnTo>
                <a:lnTo>
                  <a:pt x="2520315" y="1053297"/>
                </a:lnTo>
                <a:lnTo>
                  <a:pt x="2576322" y="927834"/>
                </a:lnTo>
                <a:lnTo>
                  <a:pt x="2632329" y="809576"/>
                </a:lnTo>
                <a:lnTo>
                  <a:pt x="2688336" y="699433"/>
                </a:lnTo>
                <a:lnTo>
                  <a:pt x="2744343" y="597994"/>
                </a:lnTo>
                <a:lnTo>
                  <a:pt x="2800350" y="505625"/>
                </a:lnTo>
                <a:lnTo>
                  <a:pt x="2856357" y="422557"/>
                </a:lnTo>
                <a:lnTo>
                  <a:pt x="2912364" y="348954"/>
                </a:lnTo>
                <a:lnTo>
                  <a:pt x="2968371" y="284966"/>
                </a:lnTo>
                <a:lnTo>
                  <a:pt x="3024378" y="230775"/>
                </a:lnTo>
                <a:lnTo>
                  <a:pt x="3080385" y="186613"/>
                </a:lnTo>
                <a:lnTo>
                  <a:pt x="3136392" y="152779"/>
                </a:lnTo>
                <a:lnTo>
                  <a:pt x="3192399" y="129630"/>
                </a:lnTo>
                <a:lnTo>
                  <a:pt x="3248406" y="117554"/>
                </a:lnTo>
                <a:lnTo>
                  <a:pt x="3304413" y="116931"/>
                </a:lnTo>
                <a:lnTo>
                  <a:pt x="3360420" y="128059"/>
                </a:lnTo>
                <a:lnTo>
                  <a:pt x="3416427" y="151065"/>
                </a:lnTo>
                <a:lnTo>
                  <a:pt x="3472434" y="185772"/>
                </a:lnTo>
                <a:lnTo>
                  <a:pt x="3528441" y="231540"/>
                </a:lnTo>
                <a:lnTo>
                  <a:pt x="3584448" y="287065"/>
                </a:lnTo>
                <a:lnTo>
                  <a:pt x="3640455" y="350135"/>
                </a:lnTo>
                <a:lnTo>
                  <a:pt x="3696462" y="417337"/>
                </a:lnTo>
                <a:lnTo>
                  <a:pt x="3752469" y="370188"/>
                </a:lnTo>
                <a:lnTo>
                  <a:pt x="3808476" y="263714"/>
                </a:lnTo>
                <a:lnTo>
                  <a:pt x="3864483" y="182621"/>
                </a:lnTo>
                <a:lnTo>
                  <a:pt x="3920490" y="130079"/>
                </a:lnTo>
                <a:lnTo>
                  <a:pt x="3976497" y="107874"/>
                </a:lnTo>
                <a:lnTo>
                  <a:pt x="4032504" y="116581"/>
                </a:lnTo>
                <a:lnTo>
                  <a:pt x="4088511" y="155639"/>
                </a:lnTo>
                <a:lnTo>
                  <a:pt x="4144518" y="223332"/>
                </a:lnTo>
                <a:lnTo>
                  <a:pt x="4200525" y="316679"/>
                </a:lnTo>
                <a:lnTo>
                  <a:pt x="4256532" y="431228"/>
                </a:lnTo>
                <a:lnTo>
                  <a:pt x="4312539" y="355739"/>
                </a:lnTo>
                <a:lnTo>
                  <a:pt x="4368546" y="279962"/>
                </a:lnTo>
                <a:lnTo>
                  <a:pt x="4424553" y="207683"/>
                </a:lnTo>
                <a:lnTo>
                  <a:pt x="4480560" y="141382"/>
                </a:lnTo>
                <a:lnTo>
                  <a:pt x="4480560" y="981540"/>
                </a:lnTo>
                <a:lnTo>
                  <a:pt x="4424553" y="840944"/>
                </a:lnTo>
                <a:lnTo>
                  <a:pt x="4368546" y="699317"/>
                </a:lnTo>
                <a:lnTo>
                  <a:pt x="4312539" y="560941"/>
                </a:lnTo>
                <a:lnTo>
                  <a:pt x="4256532" y="431251"/>
                </a:lnTo>
                <a:lnTo>
                  <a:pt x="4200525" y="501223"/>
                </a:lnTo>
                <a:lnTo>
                  <a:pt x="4144518" y="560234"/>
                </a:lnTo>
                <a:lnTo>
                  <a:pt x="4088511" y="604058"/>
                </a:lnTo>
                <a:lnTo>
                  <a:pt x="4032504" y="629854"/>
                </a:lnTo>
                <a:lnTo>
                  <a:pt x="3976497" y="636140"/>
                </a:lnTo>
                <a:lnTo>
                  <a:pt x="3920490" y="622788"/>
                </a:lnTo>
                <a:lnTo>
                  <a:pt x="3864483" y="591012"/>
                </a:lnTo>
                <a:lnTo>
                  <a:pt x="3808476" y="543367"/>
                </a:lnTo>
                <a:lnTo>
                  <a:pt x="3752469" y="483742"/>
                </a:lnTo>
                <a:lnTo>
                  <a:pt x="3696462" y="497220"/>
                </a:lnTo>
                <a:lnTo>
                  <a:pt x="3640455" y="638482"/>
                </a:lnTo>
                <a:lnTo>
                  <a:pt x="3584448" y="787897"/>
                </a:lnTo>
                <a:lnTo>
                  <a:pt x="3528441" y="940455"/>
                </a:lnTo>
                <a:lnTo>
                  <a:pt x="3472434" y="1092192"/>
                </a:lnTo>
                <a:lnTo>
                  <a:pt x="3416427" y="1240096"/>
                </a:lnTo>
                <a:lnTo>
                  <a:pt x="3360420" y="1381973"/>
                </a:lnTo>
                <a:lnTo>
                  <a:pt x="3304413" y="1516314"/>
                </a:lnTo>
                <a:lnTo>
                  <a:pt x="3248406" y="1642144"/>
                </a:lnTo>
                <a:lnTo>
                  <a:pt x="3192399" y="1758897"/>
                </a:lnTo>
                <a:lnTo>
                  <a:pt x="3136392" y="1866293"/>
                </a:lnTo>
                <a:lnTo>
                  <a:pt x="3080385" y="1964235"/>
                </a:lnTo>
                <a:lnTo>
                  <a:pt x="3024378" y="2052723"/>
                </a:lnTo>
                <a:lnTo>
                  <a:pt x="2968371" y="2131776"/>
                </a:lnTo>
                <a:lnTo>
                  <a:pt x="2912364" y="2201379"/>
                </a:lnTo>
                <a:lnTo>
                  <a:pt x="2856357" y="2261434"/>
                </a:lnTo>
                <a:lnTo>
                  <a:pt x="2800350" y="2311731"/>
                </a:lnTo>
                <a:lnTo>
                  <a:pt x="2744343" y="2351931"/>
                </a:lnTo>
                <a:lnTo>
                  <a:pt x="2688336" y="2381567"/>
                </a:lnTo>
                <a:lnTo>
                  <a:pt x="2632329" y="2400054"/>
                </a:lnTo>
                <a:lnTo>
                  <a:pt x="2576322" y="2406726"/>
                </a:lnTo>
                <a:lnTo>
                  <a:pt x="2520315" y="2400896"/>
                </a:lnTo>
                <a:lnTo>
                  <a:pt x="2464308" y="2381933"/>
                </a:lnTo>
                <a:lnTo>
                  <a:pt x="2408301" y="2349385"/>
                </a:lnTo>
                <a:lnTo>
                  <a:pt x="2352294" y="2303132"/>
                </a:lnTo>
                <a:lnTo>
                  <a:pt x="2296287" y="2243585"/>
                </a:lnTo>
                <a:lnTo>
                  <a:pt x="2240280" y="2171936"/>
                </a:lnTo>
                <a:lnTo>
                  <a:pt x="2184273" y="2090463"/>
                </a:lnTo>
                <a:lnTo>
                  <a:pt x="2128266" y="2002891"/>
                </a:lnTo>
                <a:lnTo>
                  <a:pt x="2072259" y="2008097"/>
                </a:lnTo>
                <a:lnTo>
                  <a:pt x="2016252" y="2050146"/>
                </a:lnTo>
                <a:lnTo>
                  <a:pt x="1960245" y="2056679"/>
                </a:lnTo>
                <a:lnTo>
                  <a:pt x="1904238" y="2026558"/>
                </a:lnTo>
                <a:lnTo>
                  <a:pt x="1848231" y="1961152"/>
                </a:lnTo>
                <a:lnTo>
                  <a:pt x="1792224" y="1864177"/>
                </a:lnTo>
                <a:lnTo>
                  <a:pt x="1736217" y="1741636"/>
                </a:lnTo>
                <a:lnTo>
                  <a:pt x="1680210" y="1663196"/>
                </a:lnTo>
                <a:lnTo>
                  <a:pt x="1624203" y="1674293"/>
                </a:lnTo>
                <a:lnTo>
                  <a:pt x="1568196" y="1681918"/>
                </a:lnTo>
                <a:lnTo>
                  <a:pt x="1512189" y="1681016"/>
                </a:lnTo>
                <a:lnTo>
                  <a:pt x="1456182" y="1667950"/>
                </a:lnTo>
                <a:lnTo>
                  <a:pt x="1400175" y="1640386"/>
                </a:lnTo>
                <a:lnTo>
                  <a:pt x="1344168" y="1597184"/>
                </a:lnTo>
                <a:lnTo>
                  <a:pt x="1288161" y="1538313"/>
                </a:lnTo>
                <a:lnTo>
                  <a:pt x="1232154" y="1464803"/>
                </a:lnTo>
                <a:lnTo>
                  <a:pt x="1176147" y="1378726"/>
                </a:lnTo>
                <a:lnTo>
                  <a:pt x="1120140" y="1283208"/>
                </a:lnTo>
                <a:lnTo>
                  <a:pt x="1064133" y="1182450"/>
                </a:lnTo>
                <a:lnTo>
                  <a:pt x="1008126" y="1081741"/>
                </a:lnTo>
                <a:lnTo>
                  <a:pt x="952119" y="1102987"/>
                </a:lnTo>
                <a:lnTo>
                  <a:pt x="896112" y="1209130"/>
                </a:lnTo>
                <a:lnTo>
                  <a:pt x="840105" y="1316882"/>
                </a:lnTo>
                <a:lnTo>
                  <a:pt x="784098" y="1420384"/>
                </a:lnTo>
                <a:lnTo>
                  <a:pt x="728091" y="1514682"/>
                </a:lnTo>
                <a:lnTo>
                  <a:pt x="672084" y="1595675"/>
                </a:lnTo>
                <a:lnTo>
                  <a:pt x="616077" y="1660043"/>
                </a:lnTo>
                <a:lnTo>
                  <a:pt x="560070" y="1705191"/>
                </a:lnTo>
                <a:lnTo>
                  <a:pt x="504063" y="1729212"/>
                </a:lnTo>
                <a:lnTo>
                  <a:pt x="448056" y="1730904"/>
                </a:lnTo>
                <a:lnTo>
                  <a:pt x="392049" y="1709827"/>
                </a:lnTo>
                <a:lnTo>
                  <a:pt x="336042" y="1666434"/>
                </a:lnTo>
                <a:lnTo>
                  <a:pt x="280035" y="1602256"/>
                </a:lnTo>
                <a:lnTo>
                  <a:pt x="224028" y="1520195"/>
                </a:lnTo>
                <a:lnTo>
                  <a:pt x="168021" y="1651567"/>
                </a:lnTo>
                <a:lnTo>
                  <a:pt x="112014" y="1776273"/>
                </a:lnTo>
                <a:lnTo>
                  <a:pt x="56007" y="1891088"/>
                </a:lnTo>
                <a:lnTo>
                  <a:pt x="0" y="1994170"/>
                </a:lnTo>
                <a:close/>
              </a:path>
            </a:pathLst>
          </a:custGeom>
          <a:solidFill>
            <a:srgbClr val="00A3C4">
              <a:alpha val="28000"/>
            </a:srgbClr>
          </a:solidFill>
          <a:ln w="12700">
            <a:solidFill>
              <a:srgbClr val="00A3C4">
                <a:alpha val="0"/>
              </a:srgbClr>
            </a:solidFill>
            <a:prstDash val="solid"/>
          </a:ln>
        </p:spPr>
      </p:sp>
      <p:sp>
        <p:nvSpPr>
          <p:cNvPr id="11" name="Shape 9"/>
          <p:cNvSpPr/>
          <p:nvPr/>
        </p:nvSpPr>
        <p:spPr>
          <a:xfrm>
            <a:off x="1005840" y="2057400"/>
            <a:ext cx="4480560" cy="2514600"/>
          </a:xfrm>
          <a:custGeom>
            <a:avLst/>
            <a:gdLst/>
            <a:ahLst/>
            <a:cxnLst/>
            <a:rect l="l" t="t" r="r" b="b"/>
            <a:pathLst>
              <a:path w="4480560" h="2514600">
                <a:moveTo>
                  <a:pt x="0" y="1549622"/>
                </a:moveTo>
                <a:lnTo>
                  <a:pt x="56007" y="1552144"/>
                </a:lnTo>
                <a:lnTo>
                  <a:pt x="112014" y="1548599"/>
                </a:lnTo>
                <a:lnTo>
                  <a:pt x="168021" y="1538139"/>
                </a:lnTo>
                <a:lnTo>
                  <a:pt x="224028" y="1520183"/>
                </a:lnTo>
                <a:lnTo>
                  <a:pt x="280035" y="1494623"/>
                </a:lnTo>
                <a:lnTo>
                  <a:pt x="336042" y="1461979"/>
                </a:lnTo>
                <a:lnTo>
                  <a:pt x="392049" y="1423271"/>
                </a:lnTo>
                <a:lnTo>
                  <a:pt x="448056" y="1379833"/>
                </a:lnTo>
                <a:lnTo>
                  <a:pt x="504063" y="1333185"/>
                </a:lnTo>
                <a:lnTo>
                  <a:pt x="560070" y="1284955"/>
                </a:lnTo>
                <a:lnTo>
                  <a:pt x="616077" y="1236831"/>
                </a:lnTo>
                <a:lnTo>
                  <a:pt x="672084" y="1190531"/>
                </a:lnTo>
                <a:lnTo>
                  <a:pt x="728091" y="1147781"/>
                </a:lnTo>
                <a:lnTo>
                  <a:pt x="784098" y="1110290"/>
                </a:lnTo>
                <a:lnTo>
                  <a:pt x="840105" y="1079714"/>
                </a:lnTo>
                <a:lnTo>
                  <a:pt x="896112" y="1057583"/>
                </a:lnTo>
                <a:lnTo>
                  <a:pt x="952119" y="1045204"/>
                </a:lnTo>
                <a:lnTo>
                  <a:pt x="1008126" y="1043489"/>
                </a:lnTo>
                <a:lnTo>
                  <a:pt x="1064133" y="1052744"/>
                </a:lnTo>
                <a:lnTo>
                  <a:pt x="1120140" y="1072642"/>
                </a:lnTo>
                <a:lnTo>
                  <a:pt x="1176147" y="1102431"/>
                </a:lnTo>
                <a:lnTo>
                  <a:pt x="1232154" y="1141121"/>
                </a:lnTo>
                <a:lnTo>
                  <a:pt x="1288161" y="1187601"/>
                </a:lnTo>
                <a:lnTo>
                  <a:pt x="1344168" y="1240714"/>
                </a:lnTo>
                <a:lnTo>
                  <a:pt x="1400175" y="1299288"/>
                </a:lnTo>
                <a:lnTo>
                  <a:pt x="1456182" y="1362153"/>
                </a:lnTo>
                <a:lnTo>
                  <a:pt x="1512189" y="1428133"/>
                </a:lnTo>
                <a:lnTo>
                  <a:pt x="1568196" y="1496029"/>
                </a:lnTo>
                <a:lnTo>
                  <a:pt x="1624203" y="1564598"/>
                </a:lnTo>
                <a:lnTo>
                  <a:pt x="1680210" y="1632524"/>
                </a:lnTo>
                <a:lnTo>
                  <a:pt x="1736217" y="1698408"/>
                </a:lnTo>
                <a:lnTo>
                  <a:pt x="1792224" y="1760745"/>
                </a:lnTo>
                <a:lnTo>
                  <a:pt x="1848231" y="1817930"/>
                </a:lnTo>
                <a:lnTo>
                  <a:pt x="1904238" y="1868272"/>
                </a:lnTo>
                <a:lnTo>
                  <a:pt x="1960245" y="1910043"/>
                </a:lnTo>
                <a:lnTo>
                  <a:pt x="2016252" y="1941579"/>
                </a:lnTo>
                <a:lnTo>
                  <a:pt x="2072259" y="1961443"/>
                </a:lnTo>
                <a:lnTo>
                  <a:pt x="2128266" y="1968686"/>
                </a:lnTo>
                <a:lnTo>
                  <a:pt x="2184273" y="1963175"/>
                </a:lnTo>
                <a:lnTo>
                  <a:pt x="2240280" y="1945643"/>
                </a:lnTo>
                <a:lnTo>
                  <a:pt x="2296287" y="1917358"/>
                </a:lnTo>
                <a:lnTo>
                  <a:pt x="2352294" y="1879835"/>
                </a:lnTo>
                <a:lnTo>
                  <a:pt x="2408301" y="1834641"/>
                </a:lnTo>
                <a:lnTo>
                  <a:pt x="2464308" y="1783276"/>
                </a:lnTo>
                <a:lnTo>
                  <a:pt x="2520315" y="1727096"/>
                </a:lnTo>
                <a:lnTo>
                  <a:pt x="2576322" y="1667280"/>
                </a:lnTo>
                <a:lnTo>
                  <a:pt x="2632329" y="1604815"/>
                </a:lnTo>
                <a:lnTo>
                  <a:pt x="2688336" y="1540500"/>
                </a:lnTo>
                <a:lnTo>
                  <a:pt x="2744343" y="1474962"/>
                </a:lnTo>
                <a:lnTo>
                  <a:pt x="2800350" y="1408678"/>
                </a:lnTo>
                <a:lnTo>
                  <a:pt x="2856357" y="1341996"/>
                </a:lnTo>
                <a:lnTo>
                  <a:pt x="2912364" y="1275167"/>
                </a:lnTo>
                <a:lnTo>
                  <a:pt x="2968371" y="1208371"/>
                </a:lnTo>
                <a:lnTo>
                  <a:pt x="3024378" y="1141749"/>
                </a:lnTo>
                <a:lnTo>
                  <a:pt x="3080385" y="1075424"/>
                </a:lnTo>
                <a:lnTo>
                  <a:pt x="3136392" y="1009536"/>
                </a:lnTo>
                <a:lnTo>
                  <a:pt x="3192399" y="944264"/>
                </a:lnTo>
                <a:lnTo>
                  <a:pt x="3248406" y="879849"/>
                </a:lnTo>
                <a:lnTo>
                  <a:pt x="3304413" y="816622"/>
                </a:lnTo>
                <a:lnTo>
                  <a:pt x="3360420" y="755016"/>
                </a:lnTo>
                <a:lnTo>
                  <a:pt x="3416427" y="695580"/>
                </a:lnTo>
                <a:lnTo>
                  <a:pt x="3472434" y="638982"/>
                </a:lnTo>
                <a:lnTo>
                  <a:pt x="3528441" y="585997"/>
                </a:lnTo>
                <a:lnTo>
                  <a:pt x="3584448" y="537481"/>
                </a:lnTo>
                <a:lnTo>
                  <a:pt x="3640455" y="494309"/>
                </a:lnTo>
                <a:lnTo>
                  <a:pt x="3696462" y="457279"/>
                </a:lnTo>
                <a:lnTo>
                  <a:pt x="3752469" y="426965"/>
                </a:lnTo>
                <a:lnTo>
                  <a:pt x="3808476" y="403541"/>
                </a:lnTo>
                <a:lnTo>
                  <a:pt x="3864483" y="386817"/>
                </a:lnTo>
                <a:lnTo>
                  <a:pt x="3920490" y="376433"/>
                </a:lnTo>
                <a:lnTo>
                  <a:pt x="3976497" y="372007"/>
                </a:lnTo>
                <a:lnTo>
                  <a:pt x="4032504" y="373217"/>
                </a:lnTo>
                <a:lnTo>
                  <a:pt x="4088511" y="379849"/>
                </a:lnTo>
                <a:lnTo>
                  <a:pt x="4144518" y="391783"/>
                </a:lnTo>
                <a:lnTo>
                  <a:pt x="4200525" y="408951"/>
                </a:lnTo>
                <a:lnTo>
                  <a:pt x="4256532" y="431240"/>
                </a:lnTo>
                <a:lnTo>
                  <a:pt x="4312539" y="458340"/>
                </a:lnTo>
                <a:lnTo>
                  <a:pt x="4368546" y="489640"/>
                </a:lnTo>
                <a:lnTo>
                  <a:pt x="4424553" y="524314"/>
                </a:lnTo>
                <a:lnTo>
                  <a:pt x="4480560" y="561461"/>
                </a:lnTo>
              </a:path>
            </a:pathLst>
          </a:custGeom>
          <a:noFill/>
          <a:ln w="25400">
            <a:solidFill>
              <a:srgbClr val="16305B"/>
            </a:solidFill>
            <a:prstDash val="solid"/>
          </a:ln>
        </p:spPr>
      </p:sp>
      <p:sp>
        <p:nvSpPr>
          <p:cNvPr id="12" name="Shape 10"/>
          <p:cNvSpPr/>
          <p:nvPr/>
        </p:nvSpPr>
        <p:spPr>
          <a:xfrm>
            <a:off x="1165860" y="3513575"/>
            <a:ext cx="128016" cy="128016"/>
          </a:xfrm>
          <a:prstGeom prst="ellipse">
            <a:avLst/>
          </a:prstGeom>
          <a:solidFill>
            <a:srgbClr val="FFFFFF"/>
          </a:solidFill>
          <a:ln w="19050">
            <a:solidFill>
              <a:srgbClr val="16305B"/>
            </a:solidFill>
            <a:prstDash val="solid"/>
          </a:ln>
        </p:spPr>
      </p:sp>
      <p:sp>
        <p:nvSpPr>
          <p:cNvPr id="13" name="Shape 11"/>
          <p:cNvSpPr/>
          <p:nvPr/>
        </p:nvSpPr>
        <p:spPr>
          <a:xfrm>
            <a:off x="1927555" y="3036252"/>
            <a:ext cx="128016" cy="128016"/>
          </a:xfrm>
          <a:prstGeom prst="ellipse">
            <a:avLst/>
          </a:prstGeom>
          <a:solidFill>
            <a:srgbClr val="FFFFFF"/>
          </a:solidFill>
          <a:ln w="19050">
            <a:solidFill>
              <a:srgbClr val="16305B"/>
            </a:solidFill>
            <a:prstDash val="solid"/>
          </a:ln>
        </p:spPr>
      </p:sp>
      <p:sp>
        <p:nvSpPr>
          <p:cNvPr id="14" name="Shape 12"/>
          <p:cNvSpPr/>
          <p:nvPr/>
        </p:nvSpPr>
        <p:spPr>
          <a:xfrm>
            <a:off x="2644445" y="3652597"/>
            <a:ext cx="128016" cy="128016"/>
          </a:xfrm>
          <a:prstGeom prst="ellipse">
            <a:avLst/>
          </a:prstGeom>
          <a:solidFill>
            <a:srgbClr val="FFFFFF"/>
          </a:solidFill>
          <a:ln w="19050">
            <a:solidFill>
              <a:srgbClr val="16305B"/>
            </a:solidFill>
            <a:prstDash val="solid"/>
          </a:ln>
        </p:spPr>
      </p:sp>
      <p:sp>
        <p:nvSpPr>
          <p:cNvPr id="15" name="Shape 13"/>
          <p:cNvSpPr/>
          <p:nvPr/>
        </p:nvSpPr>
        <p:spPr>
          <a:xfrm>
            <a:off x="3047695" y="3960726"/>
            <a:ext cx="128016" cy="128016"/>
          </a:xfrm>
          <a:prstGeom prst="ellipse">
            <a:avLst/>
          </a:prstGeom>
          <a:solidFill>
            <a:srgbClr val="FFFFFF"/>
          </a:solidFill>
          <a:ln w="19050">
            <a:solidFill>
              <a:srgbClr val="16305B"/>
            </a:solidFill>
            <a:prstDash val="solid"/>
          </a:ln>
        </p:spPr>
      </p:sp>
      <p:sp>
        <p:nvSpPr>
          <p:cNvPr id="16" name="Shape 14"/>
          <p:cNvSpPr/>
          <p:nvPr/>
        </p:nvSpPr>
        <p:spPr>
          <a:xfrm>
            <a:off x="4660697" y="2437719"/>
            <a:ext cx="128016" cy="128016"/>
          </a:xfrm>
          <a:prstGeom prst="ellipse">
            <a:avLst/>
          </a:prstGeom>
          <a:solidFill>
            <a:srgbClr val="FFFFFF"/>
          </a:solidFill>
          <a:ln w="19050">
            <a:solidFill>
              <a:srgbClr val="16305B"/>
            </a:solidFill>
            <a:prstDash val="solid"/>
          </a:ln>
        </p:spPr>
      </p:sp>
      <p:sp>
        <p:nvSpPr>
          <p:cNvPr id="17" name="Shape 15"/>
          <p:cNvSpPr/>
          <p:nvPr/>
        </p:nvSpPr>
        <p:spPr>
          <a:xfrm>
            <a:off x="5198364" y="2424632"/>
            <a:ext cx="128016" cy="128016"/>
          </a:xfrm>
          <a:prstGeom prst="ellipse">
            <a:avLst/>
          </a:prstGeom>
          <a:solidFill>
            <a:srgbClr val="FFFFFF"/>
          </a:solidFill>
          <a:ln w="19050">
            <a:solidFill>
              <a:srgbClr val="16305B"/>
            </a:solidFill>
            <a:prstDash val="solid"/>
          </a:ln>
        </p:spPr>
      </p:sp>
      <p:sp>
        <p:nvSpPr>
          <p:cNvPr id="18" name="Text 16"/>
          <p:cNvSpPr txBox="1"/>
          <p:nvPr/>
        </p:nvSpPr>
        <p:spPr>
          <a:xfrm>
            <a:off x="3514954" y="2148840"/>
            <a:ext cx="1463040" cy="402336"/>
          </a:xfrm>
          <a:prstGeom prst="rect">
            <a:avLst/>
          </a:prstGeom>
          <a:noFill/>
          <a:ln/>
        </p:spPr>
        <p:txBody>
          <a:bodyPr wrap="square" lIns="0" tIns="0" rIns="0" bIns="0" rtlCol="0" anchor="ctr"/>
          <a:lstStyle/>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해석점 사이가 멀수록</a:t>
            </a:r>
            <a:endParaRPr lang="en-US" sz="850" dirty="0"/>
          </a:p>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불확실성이 커짐</a:t>
            </a:r>
            <a:endParaRPr lang="en-US" sz="850" dirty="0"/>
          </a:p>
        </p:txBody>
      </p:sp>
      <p:sp>
        <p:nvSpPr>
          <p:cNvPr id="19" name="Text 17"/>
          <p:cNvSpPr txBox="1"/>
          <p:nvPr/>
        </p:nvSpPr>
        <p:spPr>
          <a:xfrm>
            <a:off x="1005840" y="4608576"/>
            <a:ext cx="4480560" cy="201168"/>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설계변수</a:t>
            </a:r>
            <a:endParaRPr lang="en-US" sz="850" dirty="0"/>
          </a:p>
        </p:txBody>
      </p:sp>
      <p:sp>
        <p:nvSpPr>
          <p:cNvPr id="20" name="Shape 18"/>
          <p:cNvSpPr/>
          <p:nvPr/>
        </p:nvSpPr>
        <p:spPr>
          <a:xfrm>
            <a:off x="1005840" y="5001768"/>
            <a:ext cx="118872" cy="118872"/>
          </a:xfrm>
          <a:prstGeom prst="ellipse">
            <a:avLst/>
          </a:prstGeom>
          <a:solidFill>
            <a:srgbClr val="FFFFFF"/>
          </a:solidFill>
          <a:ln w="19050">
            <a:solidFill>
              <a:srgbClr val="16305B"/>
            </a:solidFill>
            <a:prstDash val="solid"/>
          </a:ln>
        </p:spPr>
      </p:sp>
      <p:sp>
        <p:nvSpPr>
          <p:cNvPr id="21" name="Text 19"/>
          <p:cNvSpPr txBox="1"/>
          <p:nvPr/>
        </p:nvSpPr>
        <p:spPr>
          <a:xfrm>
            <a:off x="1188720" y="4956048"/>
            <a:ext cx="15544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해석 결과 (학습 데이터)</a:t>
            </a:r>
            <a:endParaRPr lang="en-US" sz="850" dirty="0"/>
          </a:p>
        </p:txBody>
      </p:sp>
      <p:sp>
        <p:nvSpPr>
          <p:cNvPr id="22" name="Shape 20"/>
          <p:cNvSpPr/>
          <p:nvPr/>
        </p:nvSpPr>
        <p:spPr>
          <a:xfrm>
            <a:off x="2743200" y="5065776"/>
            <a:ext cx="274320" cy="0"/>
          </a:xfrm>
          <a:prstGeom prst="line">
            <a:avLst/>
          </a:prstGeom>
          <a:noFill/>
          <a:ln w="25400">
            <a:solidFill>
              <a:srgbClr val="16305B"/>
            </a:solidFill>
            <a:prstDash val="solid"/>
          </a:ln>
        </p:spPr>
      </p:sp>
      <p:sp>
        <p:nvSpPr>
          <p:cNvPr id="23" name="Text 21"/>
          <p:cNvSpPr txBox="1"/>
          <p:nvPr/>
        </p:nvSpPr>
        <p:spPr>
          <a:xfrm>
            <a:off x="3081528" y="4956048"/>
            <a:ext cx="82296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예측 평균</a:t>
            </a:r>
            <a:endParaRPr lang="en-US" sz="850" dirty="0"/>
          </a:p>
        </p:txBody>
      </p:sp>
      <p:sp>
        <p:nvSpPr>
          <p:cNvPr id="24" name="Shape 22"/>
          <p:cNvSpPr/>
          <p:nvPr/>
        </p:nvSpPr>
        <p:spPr>
          <a:xfrm>
            <a:off x="3886200" y="4992624"/>
            <a:ext cx="274320" cy="146304"/>
          </a:xfrm>
          <a:prstGeom prst="rect">
            <a:avLst/>
          </a:prstGeom>
          <a:solidFill>
            <a:srgbClr val="00A3C4">
              <a:alpha val="28000"/>
            </a:srgbClr>
          </a:solidFill>
          <a:ln w="12700">
            <a:solidFill>
              <a:srgbClr val="00A3C4">
                <a:alpha val="0"/>
              </a:srgbClr>
            </a:solidFill>
            <a:prstDash val="solid"/>
          </a:ln>
        </p:spPr>
      </p:sp>
      <p:sp>
        <p:nvSpPr>
          <p:cNvPr id="25" name="Text 23"/>
          <p:cNvSpPr txBox="1"/>
          <p:nvPr/>
        </p:nvSpPr>
        <p:spPr>
          <a:xfrm>
            <a:off x="4224528" y="4956048"/>
            <a:ext cx="118872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불확실성 (±2σ)</a:t>
            </a:r>
            <a:endParaRPr lang="en-US" sz="850" dirty="0"/>
          </a:p>
        </p:txBody>
      </p:sp>
      <p:sp>
        <p:nvSpPr>
          <p:cNvPr id="26" name="Shape 24"/>
          <p:cNvSpPr/>
          <p:nvPr/>
        </p:nvSpPr>
        <p:spPr>
          <a:xfrm>
            <a:off x="813816" y="5321808"/>
            <a:ext cx="4846320" cy="658368"/>
          </a:xfrm>
          <a:prstGeom prst="roundRect">
            <a:avLst>
              <a:gd name="adj" fmla="val 8333"/>
            </a:avLst>
          </a:prstGeom>
          <a:solidFill>
            <a:srgbClr val="EEF2F7"/>
          </a:solidFill>
          <a:ln w="12700">
            <a:solidFill>
              <a:srgbClr val="EEF2F7"/>
            </a:solidFill>
            <a:prstDash val="solid"/>
          </a:ln>
        </p:spPr>
      </p:sp>
      <p:sp>
        <p:nvSpPr>
          <p:cNvPr id="27" name="Text 25"/>
          <p:cNvSpPr txBox="1"/>
          <p:nvPr/>
        </p:nvSpPr>
        <p:spPr>
          <a:xfrm>
            <a:off x="960120" y="5321808"/>
            <a:ext cx="457200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해석 없이도 임의의 설계에 대해 성능을 수 초 안에 예측하고,</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그 예측을 얼마나 믿을 수 있는지까지 함께 알려줌</a:t>
            </a:r>
            <a:endParaRPr lang="en-US" sz="950" dirty="0"/>
          </a:p>
        </p:txBody>
      </p:sp>
      <p:sp>
        <p:nvSpPr>
          <p:cNvPr id="28" name="Shape 26"/>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6592824" y="1463040"/>
            <a:ext cx="82296" cy="182880"/>
          </a:xfrm>
          <a:prstGeom prst="rect">
            <a:avLst/>
          </a:prstGeom>
          <a:solidFill>
            <a:srgbClr val="00A3C4"/>
          </a:solidFill>
          <a:ln w="12700">
            <a:solidFill>
              <a:srgbClr val="00A3C4"/>
            </a:solidFill>
            <a:prstDash val="solid"/>
          </a:ln>
        </p:spPr>
      </p:sp>
      <p:sp>
        <p:nvSpPr>
          <p:cNvPr id="30" name="Text 28"/>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GPR을 택한 이유</a:t>
            </a:r>
            <a:endParaRPr lang="en-US" sz="1300" dirty="0"/>
          </a:p>
        </p:txBody>
      </p:sp>
      <p:sp>
        <p:nvSpPr>
          <p:cNvPr id="31" name="Shape 29"/>
          <p:cNvSpPr/>
          <p:nvPr/>
        </p:nvSpPr>
        <p:spPr>
          <a:xfrm>
            <a:off x="6665976" y="1956816"/>
            <a:ext cx="64008" cy="237744"/>
          </a:xfrm>
          <a:prstGeom prst="rect">
            <a:avLst/>
          </a:prstGeom>
          <a:solidFill>
            <a:srgbClr val="16305B"/>
          </a:solidFill>
          <a:ln w="12700">
            <a:solidFill>
              <a:srgbClr val="16305B"/>
            </a:solidFill>
            <a:prstDash val="solid"/>
          </a:ln>
        </p:spPr>
      </p:sp>
      <p:sp>
        <p:nvSpPr>
          <p:cNvPr id="32" name="Text 30"/>
          <p:cNvSpPr txBox="1"/>
          <p:nvPr/>
        </p:nvSpPr>
        <p:spPr>
          <a:xfrm>
            <a:off x="6839712" y="18653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예측값 + 불확실성</a:t>
            </a:r>
            <a:endParaRPr lang="en-US" sz="1000" dirty="0"/>
          </a:p>
        </p:txBody>
      </p:sp>
      <p:sp>
        <p:nvSpPr>
          <p:cNvPr id="33" name="Text 31"/>
          <p:cNvSpPr txBox="1"/>
          <p:nvPr/>
        </p:nvSpPr>
        <p:spPr>
          <a:xfrm>
            <a:off x="8531352" y="18653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예측과 함께 신뢰 구간을 제공</a:t>
            </a:r>
            <a:endParaRPr lang="en-US" sz="930" dirty="0"/>
          </a:p>
        </p:txBody>
      </p:sp>
      <p:sp>
        <p:nvSpPr>
          <p:cNvPr id="34" name="Shape 32"/>
          <p:cNvSpPr/>
          <p:nvPr/>
        </p:nvSpPr>
        <p:spPr>
          <a:xfrm>
            <a:off x="6665976" y="2414016"/>
            <a:ext cx="64008" cy="237744"/>
          </a:xfrm>
          <a:prstGeom prst="rect">
            <a:avLst/>
          </a:prstGeom>
          <a:solidFill>
            <a:srgbClr val="16305B"/>
          </a:solidFill>
          <a:ln w="12700">
            <a:solidFill>
              <a:srgbClr val="16305B"/>
            </a:solidFill>
            <a:prstDash val="solid"/>
          </a:ln>
        </p:spPr>
      </p:sp>
      <p:sp>
        <p:nvSpPr>
          <p:cNvPr id="35" name="Text 33"/>
          <p:cNvSpPr txBox="1"/>
          <p:nvPr/>
        </p:nvSpPr>
        <p:spPr>
          <a:xfrm>
            <a:off x="6839712" y="23225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적은 데이터로 학습</a:t>
            </a:r>
            <a:endParaRPr lang="en-US" sz="1000" dirty="0"/>
          </a:p>
        </p:txBody>
      </p:sp>
      <p:sp>
        <p:nvSpPr>
          <p:cNvPr id="36" name="Text 34"/>
          <p:cNvSpPr txBox="1"/>
          <p:nvPr/>
        </p:nvSpPr>
        <p:spPr>
          <a:xfrm>
            <a:off x="8531352" y="23225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해석 수십 ~ 수백 점 규모에 적합</a:t>
            </a:r>
            <a:endParaRPr lang="en-US" sz="930" dirty="0"/>
          </a:p>
        </p:txBody>
      </p:sp>
      <p:sp>
        <p:nvSpPr>
          <p:cNvPr id="37" name="Shape 35"/>
          <p:cNvSpPr/>
          <p:nvPr/>
        </p:nvSpPr>
        <p:spPr>
          <a:xfrm>
            <a:off x="6665976" y="2871216"/>
            <a:ext cx="64008" cy="237744"/>
          </a:xfrm>
          <a:prstGeom prst="rect">
            <a:avLst/>
          </a:prstGeom>
          <a:solidFill>
            <a:srgbClr val="16305B"/>
          </a:solidFill>
          <a:ln w="12700">
            <a:solidFill>
              <a:srgbClr val="16305B"/>
            </a:solidFill>
            <a:prstDash val="solid"/>
          </a:ln>
        </p:spPr>
      </p:sp>
      <p:sp>
        <p:nvSpPr>
          <p:cNvPr id="38" name="Text 36"/>
          <p:cNvSpPr txBox="1"/>
          <p:nvPr/>
        </p:nvSpPr>
        <p:spPr>
          <a:xfrm>
            <a:off x="6839712" y="27797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변수 중요도 산출</a:t>
            </a:r>
            <a:endParaRPr lang="en-US" sz="1000" dirty="0"/>
          </a:p>
        </p:txBody>
      </p:sp>
      <p:sp>
        <p:nvSpPr>
          <p:cNvPr id="39" name="Text 37"/>
          <p:cNvSpPr txBox="1"/>
          <p:nvPr/>
        </p:nvSpPr>
        <p:spPr>
          <a:xfrm>
            <a:off x="8531352" y="27797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변수별 길이척도(ARD)로 영향도 확인</a:t>
            </a:r>
            <a:endParaRPr lang="en-US" sz="930" dirty="0"/>
          </a:p>
        </p:txBody>
      </p:sp>
      <p:sp>
        <p:nvSpPr>
          <p:cNvPr id="40" name="Shape 38"/>
          <p:cNvSpPr/>
          <p:nvPr/>
        </p:nvSpPr>
        <p:spPr>
          <a:xfrm>
            <a:off x="6665976" y="3328416"/>
            <a:ext cx="64008" cy="237744"/>
          </a:xfrm>
          <a:prstGeom prst="rect">
            <a:avLst/>
          </a:prstGeom>
          <a:solidFill>
            <a:srgbClr val="00A3C4"/>
          </a:solidFill>
          <a:ln w="12700">
            <a:solidFill>
              <a:srgbClr val="00A3C4"/>
            </a:solidFill>
            <a:prstDash val="solid"/>
          </a:ln>
        </p:spPr>
      </p:sp>
      <p:sp>
        <p:nvSpPr>
          <p:cNvPr id="41" name="Text 39"/>
          <p:cNvSpPr txBox="1"/>
          <p:nvPr/>
        </p:nvSpPr>
        <p:spPr>
          <a:xfrm>
            <a:off x="6839712" y="32369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추가 해석 위치 선정</a:t>
            </a:r>
            <a:endParaRPr lang="en-US" sz="1000" dirty="0"/>
          </a:p>
        </p:txBody>
      </p:sp>
      <p:sp>
        <p:nvSpPr>
          <p:cNvPr id="42" name="Text 40"/>
          <p:cNvSpPr txBox="1"/>
          <p:nvPr/>
        </p:nvSpPr>
        <p:spPr>
          <a:xfrm>
            <a:off x="8531352" y="32369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불확실성이 큰 곳을 다음 해석 후보로 (차월)</a:t>
            </a:r>
            <a:endParaRPr lang="en-US" sz="930" dirty="0"/>
          </a:p>
        </p:txBody>
      </p:sp>
      <p:sp>
        <p:nvSpPr>
          <p:cNvPr id="43" name="Text 41"/>
          <p:cNvSpPr txBox="1"/>
          <p:nvPr/>
        </p:nvSpPr>
        <p:spPr>
          <a:xfrm>
            <a:off x="6647688" y="3803904"/>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학습 구성</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4114800"/>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 8개 (0 ~ 1 정규화)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7개 → 응답별 모델 1개</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(목적함수 5 + 제약조건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커널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Matern(ν = 2.5) + 변수별 길이척도(ARD)</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차압은 로그 변환 (값의 범위가 넓음)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코드 구성 갱신</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모듈 구성 및 실행 흐름  —  선별 단계 · 학습 모듈 추가</a:t>
            </a:r>
            <a:endParaRPr lang="en-US" sz="1300" dirty="0"/>
          </a:p>
        </p:txBody>
      </p:sp>
      <p:sp>
        <p:nvSpPr>
          <p:cNvPr id="9" name="Shape 7"/>
          <p:cNvSpPr/>
          <p:nvPr/>
        </p:nvSpPr>
        <p:spPr>
          <a:xfrm>
            <a:off x="813816" y="1847088"/>
            <a:ext cx="10561320" cy="512064"/>
          </a:xfrm>
          <a:prstGeom prst="roundRect">
            <a:avLst>
              <a:gd name="adj" fmla="val 12500"/>
            </a:avLst>
          </a:prstGeom>
          <a:solidFill>
            <a:srgbClr val="16305B"/>
          </a:solidFill>
          <a:ln w="12700">
            <a:solidFill>
              <a:srgbClr val="16305B"/>
            </a:solidFill>
            <a:prstDash val="solid"/>
          </a:ln>
        </p:spPr>
      </p:sp>
      <p:sp>
        <p:nvSpPr>
          <p:cNvPr id="10" name="Text 8"/>
          <p:cNvSpPr txBox="1"/>
          <p:nvPr/>
        </p:nvSpPr>
        <p:spPr>
          <a:xfrm>
            <a:off x="1042416" y="1847088"/>
            <a:ext cx="8641080" cy="512064"/>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main.py</a:t>
            </a:r>
            <a:pPr indent="0" marL="0">
              <a:buNone/>
            </a:pPr>
            <a:r>
              <a:rPr lang="en-US" sz="1000" dirty="0">
                <a:solidFill>
                  <a:srgbClr val="CFE0F2"/>
                </a:solidFill>
                <a:latin typeface="Malgun Gothic" pitchFamily="34" charset="0"/>
                <a:ea typeface="Malgun Gothic" pitchFamily="34" charset="-122"/>
                <a:cs typeface="Malgun Gothic" pitchFamily="34" charset="-120"/>
              </a:rPr>
              <a:t>     단계 관리  —  선별 29회 → 판정 확인 → 실험계획 80점, 실험점마다 아래 단계를 순서대로 호출</a:t>
            </a:r>
            <a:endParaRPr lang="en-US" sz="1250" dirty="0"/>
          </a:p>
        </p:txBody>
      </p:sp>
      <p:sp>
        <p:nvSpPr>
          <p:cNvPr id="11" name="Shape 9"/>
          <p:cNvSpPr/>
          <p:nvPr/>
        </p:nvSpPr>
        <p:spPr>
          <a:xfrm>
            <a:off x="9866376" y="1947672"/>
            <a:ext cx="1325880" cy="310896"/>
          </a:xfrm>
          <a:prstGeom prst="roundRect">
            <a:avLst>
              <a:gd name="adj" fmla="val 29412"/>
            </a:avLst>
          </a:prstGeom>
          <a:solidFill>
            <a:srgbClr val="00A3C4"/>
          </a:solidFill>
          <a:ln w="12700">
            <a:solidFill>
              <a:srgbClr val="00A3C4"/>
            </a:solidFill>
            <a:prstDash val="solid"/>
          </a:ln>
        </p:spPr>
      </p:sp>
      <p:sp>
        <p:nvSpPr>
          <p:cNvPr id="12" name="Text 10"/>
          <p:cNvSpPr txBox="1"/>
          <p:nvPr/>
        </p:nvSpPr>
        <p:spPr>
          <a:xfrm>
            <a:off x="9866376" y="1947672"/>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2단계 운영</a:t>
            </a:r>
            <a:endParaRPr lang="en-US" sz="950" dirty="0"/>
          </a:p>
        </p:txBody>
      </p:sp>
      <p:sp>
        <p:nvSpPr>
          <p:cNvPr id="13" name="Shape 11"/>
          <p:cNvSpPr/>
          <p:nvPr/>
        </p:nvSpPr>
        <p:spPr>
          <a:xfrm>
            <a:off x="1751076" y="2359152"/>
            <a:ext cx="0" cy="310896"/>
          </a:xfrm>
          <a:prstGeom prst="line">
            <a:avLst/>
          </a:prstGeom>
          <a:noFill/>
          <a:ln w="12700">
            <a:solidFill>
              <a:srgbClr val="9FB0C6"/>
            </a:solidFill>
            <a:prstDash val="solid"/>
            <a:tailEnd type="triangle"/>
          </a:ln>
        </p:spPr>
      </p:sp>
      <p:sp>
        <p:nvSpPr>
          <p:cNvPr id="14" name="Shape 12"/>
          <p:cNvSpPr/>
          <p:nvPr/>
        </p:nvSpPr>
        <p:spPr>
          <a:xfrm>
            <a:off x="8138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923544" y="2779776"/>
            <a:ext cx="256032" cy="256032"/>
          </a:xfrm>
          <a:prstGeom prst="ellipse">
            <a:avLst/>
          </a:prstGeom>
          <a:solidFill>
            <a:srgbClr val="00A3C4"/>
          </a:solidFill>
          <a:ln w="12700">
            <a:solidFill>
              <a:srgbClr val="00A3C4"/>
            </a:solidFill>
            <a:prstDash val="solid"/>
          </a:ln>
        </p:spPr>
      </p:sp>
      <p:sp>
        <p:nvSpPr>
          <p:cNvPr id="16" name="Text 14"/>
          <p:cNvSpPr txBox="1"/>
          <p:nvPr/>
        </p:nvSpPr>
        <p:spPr>
          <a:xfrm>
            <a:off x="9235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7" name="Text 15"/>
          <p:cNvSpPr txBox="1"/>
          <p:nvPr/>
        </p:nvSpPr>
        <p:spPr>
          <a:xfrm>
            <a:off x="12344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실험점 생성</a:t>
            </a:r>
            <a:endParaRPr lang="en-US" sz="1050" dirty="0"/>
          </a:p>
        </p:txBody>
      </p:sp>
      <p:sp>
        <p:nvSpPr>
          <p:cNvPr id="18" name="Text 16"/>
          <p:cNvSpPr txBox="1"/>
          <p:nvPr/>
        </p:nvSpPr>
        <p:spPr>
          <a:xfrm>
            <a:off x="9235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DSD.py · OLHD.py</a:t>
            </a:r>
            <a:endParaRPr lang="en-US" sz="850" dirty="0"/>
          </a:p>
        </p:txBody>
      </p:sp>
      <p:sp>
        <p:nvSpPr>
          <p:cNvPr id="19" name="Text 17"/>
          <p:cNvSpPr txBox="1"/>
          <p:nvPr/>
        </p:nvSpPr>
        <p:spPr>
          <a:xfrm>
            <a:off x="9235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실험표 29회</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활성 변수 80점</a:t>
            </a:r>
            <a:endParaRPr lang="en-US" sz="850" dirty="0"/>
          </a:p>
        </p:txBody>
      </p:sp>
      <p:sp>
        <p:nvSpPr>
          <p:cNvPr id="20" name="Shape 18"/>
          <p:cNvSpPr/>
          <p:nvPr/>
        </p:nvSpPr>
        <p:spPr>
          <a:xfrm>
            <a:off x="2212848" y="2560320"/>
            <a:ext cx="438912" cy="201168"/>
          </a:xfrm>
          <a:prstGeom prst="roundRect">
            <a:avLst>
              <a:gd name="adj" fmla="val 36364"/>
            </a:avLst>
          </a:prstGeom>
          <a:solidFill>
            <a:srgbClr val="00A3C4"/>
          </a:solidFill>
          <a:ln w="12700">
            <a:solidFill>
              <a:srgbClr val="00A3C4"/>
            </a:solidFill>
            <a:prstDash val="solid"/>
          </a:ln>
        </p:spPr>
      </p:sp>
      <p:sp>
        <p:nvSpPr>
          <p:cNvPr id="21" name="Text 19"/>
          <p:cNvSpPr txBox="1"/>
          <p:nvPr/>
        </p:nvSpPr>
        <p:spPr>
          <a:xfrm>
            <a:off x="2212848" y="2560320"/>
            <a:ext cx="438912"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Malgun Gothic" pitchFamily="34" charset="0"/>
                <a:ea typeface="Malgun Gothic" pitchFamily="34" charset="-122"/>
                <a:cs typeface="Malgun Gothic" pitchFamily="34" charset="-120"/>
              </a:rPr>
              <a:t>NEW</a:t>
            </a:r>
            <a:endParaRPr lang="en-US" sz="750" dirty="0"/>
          </a:p>
        </p:txBody>
      </p:sp>
      <p:sp>
        <p:nvSpPr>
          <p:cNvPr id="22" name="Shape 20"/>
          <p:cNvSpPr/>
          <p:nvPr/>
        </p:nvSpPr>
        <p:spPr>
          <a:xfrm>
            <a:off x="3922776" y="2359152"/>
            <a:ext cx="0" cy="310896"/>
          </a:xfrm>
          <a:prstGeom prst="line">
            <a:avLst/>
          </a:prstGeom>
          <a:noFill/>
          <a:ln w="12700">
            <a:solidFill>
              <a:srgbClr val="9FB0C6"/>
            </a:solidFill>
            <a:prstDash val="solid"/>
            <a:tailEnd type="triangle"/>
          </a:ln>
        </p:spPr>
      </p:sp>
      <p:sp>
        <p:nvSpPr>
          <p:cNvPr id="23" name="Shape 21"/>
          <p:cNvSpPr/>
          <p:nvPr/>
        </p:nvSpPr>
        <p:spPr>
          <a:xfrm>
            <a:off x="29855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4" name="Shape 22"/>
          <p:cNvSpPr/>
          <p:nvPr/>
        </p:nvSpPr>
        <p:spPr>
          <a:xfrm>
            <a:off x="3095244" y="2779776"/>
            <a:ext cx="256032" cy="256032"/>
          </a:xfrm>
          <a:prstGeom prst="ellipse">
            <a:avLst/>
          </a:prstGeom>
          <a:solidFill>
            <a:srgbClr val="16305B"/>
          </a:solidFill>
          <a:ln w="12700">
            <a:solidFill>
              <a:srgbClr val="16305B"/>
            </a:solidFill>
            <a:prstDash val="solid"/>
          </a:ln>
        </p:spPr>
      </p:sp>
      <p:sp>
        <p:nvSpPr>
          <p:cNvPr id="25" name="Text 23"/>
          <p:cNvSpPr txBox="1"/>
          <p:nvPr/>
        </p:nvSpPr>
        <p:spPr>
          <a:xfrm>
            <a:off x="30952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6" name="Text 24"/>
          <p:cNvSpPr txBox="1"/>
          <p:nvPr/>
        </p:nvSpPr>
        <p:spPr>
          <a:xfrm>
            <a:off x="34061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형상 빌드</a:t>
            </a:r>
            <a:endParaRPr lang="en-US" sz="1050" dirty="0"/>
          </a:p>
        </p:txBody>
      </p:sp>
      <p:sp>
        <p:nvSpPr>
          <p:cNvPr id="27" name="Text 25"/>
          <p:cNvSpPr txBox="1"/>
          <p:nvPr/>
        </p:nvSpPr>
        <p:spPr>
          <a:xfrm>
            <a:off x="30952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Solidworks.py</a:t>
            </a:r>
            <a:endParaRPr lang="en-US" sz="850" dirty="0"/>
          </a:p>
        </p:txBody>
      </p:sp>
      <p:sp>
        <p:nvSpPr>
          <p:cNvPr id="28" name="Text 26"/>
          <p:cNvSpPr txBox="1"/>
          <p:nvPr/>
        </p:nvSpPr>
        <p:spPr>
          <a:xfrm>
            <a:off x="30952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전역변수 11개 갱신</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리빌드 · STEP</a:t>
            </a:r>
            <a:endParaRPr lang="en-US" sz="850" dirty="0"/>
          </a:p>
        </p:txBody>
      </p:sp>
      <p:sp>
        <p:nvSpPr>
          <p:cNvPr id="29" name="Shape 27"/>
          <p:cNvSpPr/>
          <p:nvPr/>
        </p:nvSpPr>
        <p:spPr>
          <a:xfrm>
            <a:off x="6094476" y="2359152"/>
            <a:ext cx="0" cy="310896"/>
          </a:xfrm>
          <a:prstGeom prst="line">
            <a:avLst/>
          </a:prstGeom>
          <a:noFill/>
          <a:ln w="12700">
            <a:solidFill>
              <a:srgbClr val="9FB0C6"/>
            </a:solidFill>
            <a:prstDash val="solid"/>
            <a:tailEnd type="triangle"/>
          </a:ln>
        </p:spPr>
      </p:sp>
      <p:sp>
        <p:nvSpPr>
          <p:cNvPr id="30" name="Shape 28"/>
          <p:cNvSpPr/>
          <p:nvPr/>
        </p:nvSpPr>
        <p:spPr>
          <a:xfrm>
            <a:off x="51572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1" name="Shape 29"/>
          <p:cNvSpPr/>
          <p:nvPr/>
        </p:nvSpPr>
        <p:spPr>
          <a:xfrm>
            <a:off x="5266944" y="2779776"/>
            <a:ext cx="256032" cy="256032"/>
          </a:xfrm>
          <a:prstGeom prst="ellipse">
            <a:avLst/>
          </a:prstGeom>
          <a:solidFill>
            <a:srgbClr val="16305B"/>
          </a:solidFill>
          <a:ln w="12700">
            <a:solidFill>
              <a:srgbClr val="16305B"/>
            </a:solidFill>
            <a:prstDash val="solid"/>
          </a:ln>
        </p:spPr>
      </p:sp>
      <p:sp>
        <p:nvSpPr>
          <p:cNvPr id="32" name="Text 30"/>
          <p:cNvSpPr txBox="1"/>
          <p:nvPr/>
        </p:nvSpPr>
        <p:spPr>
          <a:xfrm>
            <a:off x="52669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3" name="Text 31"/>
          <p:cNvSpPr txBox="1"/>
          <p:nvPr/>
        </p:nvSpPr>
        <p:spPr>
          <a:xfrm>
            <a:off x="55778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34" name="Text 32"/>
          <p:cNvSpPr txBox="1"/>
          <p:nvPr/>
        </p:nvSpPr>
        <p:spPr>
          <a:xfrm>
            <a:off x="52669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icepak.py</a:t>
            </a:r>
            <a:endParaRPr lang="en-US" sz="850" dirty="0"/>
          </a:p>
        </p:txBody>
      </p:sp>
      <p:sp>
        <p:nvSpPr>
          <p:cNvPr id="35" name="Text 33"/>
          <p:cNvSpPr txBox="1"/>
          <p:nvPr/>
        </p:nvSpPr>
        <p:spPr>
          <a:xfrm>
            <a:off x="52669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해석 모델 구성</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결과 추출</a:t>
            </a:r>
            <a:endParaRPr lang="en-US" sz="850" dirty="0"/>
          </a:p>
        </p:txBody>
      </p:sp>
      <p:sp>
        <p:nvSpPr>
          <p:cNvPr id="36" name="Shape 34"/>
          <p:cNvSpPr/>
          <p:nvPr/>
        </p:nvSpPr>
        <p:spPr>
          <a:xfrm>
            <a:off x="8266176" y="2359152"/>
            <a:ext cx="0" cy="310896"/>
          </a:xfrm>
          <a:prstGeom prst="line">
            <a:avLst/>
          </a:prstGeom>
          <a:noFill/>
          <a:ln w="12700">
            <a:solidFill>
              <a:srgbClr val="9FB0C6"/>
            </a:solidFill>
            <a:prstDash val="solid"/>
            <a:tailEnd type="triangle"/>
          </a:ln>
        </p:spPr>
      </p:sp>
      <p:sp>
        <p:nvSpPr>
          <p:cNvPr id="37" name="Shape 35"/>
          <p:cNvSpPr/>
          <p:nvPr/>
        </p:nvSpPr>
        <p:spPr>
          <a:xfrm>
            <a:off x="73289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8" name="Shape 36"/>
          <p:cNvSpPr/>
          <p:nvPr/>
        </p:nvSpPr>
        <p:spPr>
          <a:xfrm>
            <a:off x="7438644" y="2779776"/>
            <a:ext cx="256032" cy="256032"/>
          </a:xfrm>
          <a:prstGeom prst="ellipse">
            <a:avLst/>
          </a:prstGeom>
          <a:solidFill>
            <a:srgbClr val="16305B"/>
          </a:solidFill>
          <a:ln w="12700">
            <a:solidFill>
              <a:srgbClr val="16305B"/>
            </a:solidFill>
            <a:prstDash val="solid"/>
          </a:ln>
        </p:spPr>
      </p:sp>
      <p:sp>
        <p:nvSpPr>
          <p:cNvPr id="39" name="Text 37"/>
          <p:cNvSpPr txBox="1"/>
          <p:nvPr/>
        </p:nvSpPr>
        <p:spPr>
          <a:xfrm>
            <a:off x="74386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40" name="Text 38"/>
          <p:cNvSpPr txBox="1"/>
          <p:nvPr/>
        </p:nvSpPr>
        <p:spPr>
          <a:xfrm>
            <a:off x="77495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결과 저장</a:t>
            </a:r>
            <a:endParaRPr lang="en-US" sz="1050" dirty="0"/>
          </a:p>
        </p:txBody>
      </p:sp>
      <p:sp>
        <p:nvSpPr>
          <p:cNvPr id="41" name="Text 39"/>
          <p:cNvSpPr txBox="1"/>
          <p:nvPr/>
        </p:nvSpPr>
        <p:spPr>
          <a:xfrm>
            <a:off x="74386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result_parser.py</a:t>
            </a:r>
            <a:endParaRPr lang="en-US" sz="850" dirty="0"/>
          </a:p>
        </p:txBody>
      </p:sp>
      <p:sp>
        <p:nvSpPr>
          <p:cNvPr id="42" name="Text 40"/>
          <p:cNvSpPr txBox="1"/>
          <p:nvPr/>
        </p:nvSpPr>
        <p:spPr>
          <a:xfrm>
            <a:off x="74386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응답 7개 산출</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결과 누적</a:t>
            </a:r>
            <a:endParaRPr lang="en-US" sz="850" dirty="0"/>
          </a:p>
        </p:txBody>
      </p:sp>
      <p:sp>
        <p:nvSpPr>
          <p:cNvPr id="43" name="Shape 41"/>
          <p:cNvSpPr/>
          <p:nvPr/>
        </p:nvSpPr>
        <p:spPr>
          <a:xfrm>
            <a:off x="10437876" y="2359152"/>
            <a:ext cx="0" cy="310896"/>
          </a:xfrm>
          <a:prstGeom prst="line">
            <a:avLst/>
          </a:prstGeom>
          <a:noFill/>
          <a:ln w="12700">
            <a:solidFill>
              <a:srgbClr val="9FB0C6"/>
            </a:solidFill>
            <a:prstDash val="solid"/>
            <a:tailEnd type="triangle"/>
          </a:ln>
        </p:spPr>
      </p:sp>
      <p:sp>
        <p:nvSpPr>
          <p:cNvPr id="44" name="Shape 42"/>
          <p:cNvSpPr/>
          <p:nvPr/>
        </p:nvSpPr>
        <p:spPr>
          <a:xfrm>
            <a:off x="95006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45" name="Shape 43"/>
          <p:cNvSpPr/>
          <p:nvPr/>
        </p:nvSpPr>
        <p:spPr>
          <a:xfrm>
            <a:off x="9610344" y="2779776"/>
            <a:ext cx="256032" cy="256032"/>
          </a:xfrm>
          <a:prstGeom prst="ellipse">
            <a:avLst/>
          </a:prstGeom>
          <a:solidFill>
            <a:srgbClr val="00A3C4"/>
          </a:solidFill>
          <a:ln w="12700">
            <a:solidFill>
              <a:srgbClr val="00A3C4"/>
            </a:solidFill>
            <a:prstDash val="solid"/>
          </a:ln>
        </p:spPr>
      </p:sp>
      <p:sp>
        <p:nvSpPr>
          <p:cNvPr id="46" name="Text 44"/>
          <p:cNvSpPr txBox="1"/>
          <p:nvPr/>
        </p:nvSpPr>
        <p:spPr>
          <a:xfrm>
            <a:off x="96103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47" name="Text 45"/>
          <p:cNvSpPr txBox="1"/>
          <p:nvPr/>
        </p:nvSpPr>
        <p:spPr>
          <a:xfrm>
            <a:off x="99212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 학습</a:t>
            </a:r>
            <a:endParaRPr lang="en-US" sz="1050" dirty="0"/>
          </a:p>
        </p:txBody>
      </p:sp>
      <p:sp>
        <p:nvSpPr>
          <p:cNvPr id="48" name="Text 46"/>
          <p:cNvSpPr txBox="1"/>
          <p:nvPr/>
        </p:nvSpPr>
        <p:spPr>
          <a:xfrm>
            <a:off x="96103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DSD_analysis.py</a:t>
            </a:r>
            <a:endParaRPr lang="en-US" sz="850" dirty="0"/>
          </a:p>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ML.py</a:t>
            </a:r>
            <a:endParaRPr lang="en-US" sz="850" dirty="0"/>
          </a:p>
        </p:txBody>
      </p:sp>
      <p:sp>
        <p:nvSpPr>
          <p:cNvPr id="49" name="Text 47"/>
          <p:cNvSpPr txBox="1"/>
          <p:nvPr/>
        </p:nvSpPr>
        <p:spPr>
          <a:xfrm>
            <a:off x="96103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판정</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GPR 모델 7개</a:t>
            </a:r>
            <a:endParaRPr lang="en-US" sz="850" dirty="0"/>
          </a:p>
        </p:txBody>
      </p:sp>
      <p:sp>
        <p:nvSpPr>
          <p:cNvPr id="50" name="Shape 48"/>
          <p:cNvSpPr/>
          <p:nvPr/>
        </p:nvSpPr>
        <p:spPr>
          <a:xfrm>
            <a:off x="10899648" y="2560320"/>
            <a:ext cx="438912" cy="201168"/>
          </a:xfrm>
          <a:prstGeom prst="roundRect">
            <a:avLst>
              <a:gd name="adj" fmla="val 36364"/>
            </a:avLst>
          </a:prstGeom>
          <a:solidFill>
            <a:srgbClr val="00A3C4"/>
          </a:solidFill>
          <a:ln w="12700">
            <a:solidFill>
              <a:srgbClr val="00A3C4"/>
            </a:solidFill>
            <a:prstDash val="solid"/>
          </a:ln>
        </p:spPr>
      </p:sp>
      <p:sp>
        <p:nvSpPr>
          <p:cNvPr id="51" name="Text 49"/>
          <p:cNvSpPr txBox="1"/>
          <p:nvPr/>
        </p:nvSpPr>
        <p:spPr>
          <a:xfrm>
            <a:off x="10899648" y="2560320"/>
            <a:ext cx="438912"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Malgun Gothic" pitchFamily="34" charset="0"/>
                <a:ea typeface="Malgun Gothic" pitchFamily="34" charset="-122"/>
                <a:cs typeface="Malgun Gothic" pitchFamily="34" charset="-120"/>
              </a:rPr>
              <a:t>NEW</a:t>
            </a:r>
            <a:endParaRPr lang="en-US" sz="750" dirty="0"/>
          </a:p>
        </p:txBody>
      </p:sp>
      <p:sp>
        <p:nvSpPr>
          <p:cNvPr id="52" name="Shape 50"/>
          <p:cNvSpPr/>
          <p:nvPr/>
        </p:nvSpPr>
        <p:spPr>
          <a:xfrm>
            <a:off x="2724912" y="3392424"/>
            <a:ext cx="224028" cy="0"/>
          </a:xfrm>
          <a:prstGeom prst="line">
            <a:avLst/>
          </a:prstGeom>
          <a:noFill/>
          <a:ln w="19050">
            <a:solidFill>
              <a:srgbClr val="00A3C4"/>
            </a:solidFill>
            <a:prstDash val="solid"/>
            <a:tailEnd type="triangle"/>
          </a:ln>
        </p:spPr>
      </p:sp>
      <p:sp>
        <p:nvSpPr>
          <p:cNvPr id="53" name="Text 51"/>
          <p:cNvSpPr txBox="1"/>
          <p:nvPr/>
        </p:nvSpPr>
        <p:spPr>
          <a:xfrm>
            <a:off x="25054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설계값</a:t>
            </a:r>
            <a:endParaRPr lang="en-US" sz="700" dirty="0"/>
          </a:p>
        </p:txBody>
      </p:sp>
      <p:sp>
        <p:nvSpPr>
          <p:cNvPr id="54" name="Shape 52"/>
          <p:cNvSpPr/>
          <p:nvPr/>
        </p:nvSpPr>
        <p:spPr>
          <a:xfrm>
            <a:off x="4896612" y="3392424"/>
            <a:ext cx="224028" cy="0"/>
          </a:xfrm>
          <a:prstGeom prst="line">
            <a:avLst/>
          </a:prstGeom>
          <a:noFill/>
          <a:ln w="19050">
            <a:solidFill>
              <a:srgbClr val="00A3C4"/>
            </a:solidFill>
            <a:prstDash val="solid"/>
            <a:tailEnd type="triangle"/>
          </a:ln>
        </p:spPr>
      </p:sp>
      <p:sp>
        <p:nvSpPr>
          <p:cNvPr id="55" name="Text 53"/>
          <p:cNvSpPr txBox="1"/>
          <p:nvPr/>
        </p:nvSpPr>
        <p:spPr>
          <a:xfrm>
            <a:off x="46771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STEP</a:t>
            </a:r>
            <a:endParaRPr lang="en-US" sz="700" dirty="0"/>
          </a:p>
        </p:txBody>
      </p:sp>
      <p:sp>
        <p:nvSpPr>
          <p:cNvPr id="56" name="Shape 54"/>
          <p:cNvSpPr/>
          <p:nvPr/>
        </p:nvSpPr>
        <p:spPr>
          <a:xfrm>
            <a:off x="7068312" y="3392424"/>
            <a:ext cx="224028" cy="0"/>
          </a:xfrm>
          <a:prstGeom prst="line">
            <a:avLst/>
          </a:prstGeom>
          <a:noFill/>
          <a:ln w="19050">
            <a:solidFill>
              <a:srgbClr val="00A3C4"/>
            </a:solidFill>
            <a:prstDash val="solid"/>
            <a:tailEnd type="triangle"/>
          </a:ln>
        </p:spPr>
      </p:sp>
      <p:sp>
        <p:nvSpPr>
          <p:cNvPr id="57" name="Text 55"/>
          <p:cNvSpPr txBox="1"/>
          <p:nvPr/>
        </p:nvSpPr>
        <p:spPr>
          <a:xfrm>
            <a:off x="68488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CSV</a:t>
            </a:r>
            <a:endParaRPr lang="en-US" sz="700" dirty="0"/>
          </a:p>
        </p:txBody>
      </p:sp>
      <p:sp>
        <p:nvSpPr>
          <p:cNvPr id="58" name="Shape 56"/>
          <p:cNvSpPr/>
          <p:nvPr/>
        </p:nvSpPr>
        <p:spPr>
          <a:xfrm>
            <a:off x="9240012" y="3392424"/>
            <a:ext cx="224028" cy="0"/>
          </a:xfrm>
          <a:prstGeom prst="line">
            <a:avLst/>
          </a:prstGeom>
          <a:noFill/>
          <a:ln w="19050">
            <a:solidFill>
              <a:srgbClr val="00A3C4"/>
            </a:solidFill>
            <a:prstDash val="solid"/>
            <a:tailEnd type="triangle"/>
          </a:ln>
        </p:spPr>
      </p:sp>
      <p:sp>
        <p:nvSpPr>
          <p:cNvPr id="59" name="Text 57"/>
          <p:cNvSpPr txBox="1"/>
          <p:nvPr/>
        </p:nvSpPr>
        <p:spPr>
          <a:xfrm>
            <a:off x="90205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결과표</a:t>
            </a:r>
            <a:endParaRPr lang="en-US" sz="700" dirty="0"/>
          </a:p>
        </p:txBody>
      </p:sp>
      <p:sp>
        <p:nvSpPr>
          <p:cNvPr id="60" name="Shape 58"/>
          <p:cNvSpPr/>
          <p:nvPr/>
        </p:nvSpPr>
        <p:spPr>
          <a:xfrm>
            <a:off x="1751076" y="3968496"/>
            <a:ext cx="0" cy="256032"/>
          </a:xfrm>
          <a:prstGeom prst="line">
            <a:avLst/>
          </a:prstGeom>
          <a:noFill/>
          <a:ln w="12700">
            <a:solidFill>
              <a:srgbClr val="C3CDDA"/>
            </a:solidFill>
            <a:prstDash val="dash"/>
            <a:tailEnd type="triangle"/>
          </a:ln>
        </p:spPr>
      </p:sp>
      <p:sp>
        <p:nvSpPr>
          <p:cNvPr id="61" name="Shape 59"/>
          <p:cNvSpPr/>
          <p:nvPr/>
        </p:nvSpPr>
        <p:spPr>
          <a:xfrm>
            <a:off x="923544" y="4224528"/>
            <a:ext cx="1655064" cy="402336"/>
          </a:xfrm>
          <a:prstGeom prst="roundRect">
            <a:avLst>
              <a:gd name="adj" fmla="val 18182"/>
            </a:avLst>
          </a:prstGeom>
          <a:solidFill>
            <a:srgbClr val="F7F9FC"/>
          </a:solidFill>
          <a:ln w="9525">
            <a:solidFill>
              <a:srgbClr val="DDE3EB"/>
            </a:solidFill>
            <a:prstDash val="dash"/>
          </a:ln>
        </p:spPr>
      </p:sp>
      <p:sp>
        <p:nvSpPr>
          <p:cNvPr id="62" name="Text 60"/>
          <p:cNvSpPr txBox="1"/>
          <p:nvPr/>
        </p:nvSpPr>
        <p:spPr>
          <a:xfrm>
            <a:off x="9235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params.py · 변수 정의</a:t>
            </a:r>
            <a:endParaRPr lang="en-US" sz="880" dirty="0"/>
          </a:p>
        </p:txBody>
      </p:sp>
      <p:sp>
        <p:nvSpPr>
          <p:cNvPr id="63" name="Shape 61"/>
          <p:cNvSpPr/>
          <p:nvPr/>
        </p:nvSpPr>
        <p:spPr>
          <a:xfrm>
            <a:off x="3922776" y="3968496"/>
            <a:ext cx="0" cy="256032"/>
          </a:xfrm>
          <a:prstGeom prst="line">
            <a:avLst/>
          </a:prstGeom>
          <a:noFill/>
          <a:ln w="12700">
            <a:solidFill>
              <a:srgbClr val="16305B"/>
            </a:solidFill>
            <a:prstDash val="solid"/>
            <a:headEnd type="triangle"/>
            <a:tailEnd type="triangle"/>
          </a:ln>
        </p:spPr>
      </p:sp>
      <p:sp>
        <p:nvSpPr>
          <p:cNvPr id="64" name="Text 62"/>
          <p:cNvSpPr txBox="1"/>
          <p:nvPr/>
        </p:nvSpPr>
        <p:spPr>
          <a:xfrm>
            <a:off x="39867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COM API</a:t>
            </a:r>
            <a:endParaRPr lang="en-US" sz="750" dirty="0"/>
          </a:p>
        </p:txBody>
      </p:sp>
      <p:sp>
        <p:nvSpPr>
          <p:cNvPr id="65" name="Shape 63"/>
          <p:cNvSpPr/>
          <p:nvPr/>
        </p:nvSpPr>
        <p:spPr>
          <a:xfrm>
            <a:off x="3095244" y="4224528"/>
            <a:ext cx="1655064" cy="402336"/>
          </a:xfrm>
          <a:prstGeom prst="roundRect">
            <a:avLst>
              <a:gd name="adj" fmla="val 18182"/>
            </a:avLst>
          </a:prstGeom>
          <a:solidFill>
            <a:srgbClr val="E4EAF2"/>
          </a:solidFill>
          <a:ln w="9525">
            <a:solidFill>
              <a:srgbClr val="B9C7D8"/>
            </a:solidFill>
            <a:prstDash val="solid"/>
          </a:ln>
        </p:spPr>
      </p:sp>
      <p:sp>
        <p:nvSpPr>
          <p:cNvPr id="66" name="Text 64"/>
          <p:cNvSpPr txBox="1"/>
          <p:nvPr/>
        </p:nvSpPr>
        <p:spPr>
          <a:xfrm>
            <a:off x="30952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SolidWorks</a:t>
            </a:r>
            <a:endParaRPr lang="en-US" sz="880" dirty="0"/>
          </a:p>
        </p:txBody>
      </p:sp>
      <p:sp>
        <p:nvSpPr>
          <p:cNvPr id="67" name="Shape 65"/>
          <p:cNvSpPr/>
          <p:nvPr/>
        </p:nvSpPr>
        <p:spPr>
          <a:xfrm>
            <a:off x="6094476" y="3968496"/>
            <a:ext cx="0" cy="256032"/>
          </a:xfrm>
          <a:prstGeom prst="line">
            <a:avLst/>
          </a:prstGeom>
          <a:noFill/>
          <a:ln w="12700">
            <a:solidFill>
              <a:srgbClr val="16305B"/>
            </a:solidFill>
            <a:prstDash val="solid"/>
            <a:headEnd type="triangle"/>
            <a:tailEnd type="triangle"/>
          </a:ln>
        </p:spPr>
      </p:sp>
      <p:sp>
        <p:nvSpPr>
          <p:cNvPr id="68" name="Text 66"/>
          <p:cNvSpPr txBox="1"/>
          <p:nvPr/>
        </p:nvSpPr>
        <p:spPr>
          <a:xfrm>
            <a:off x="61584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PyAEDT</a:t>
            </a:r>
            <a:endParaRPr lang="en-US" sz="750" dirty="0"/>
          </a:p>
        </p:txBody>
      </p:sp>
      <p:sp>
        <p:nvSpPr>
          <p:cNvPr id="69" name="Shape 67"/>
          <p:cNvSpPr/>
          <p:nvPr/>
        </p:nvSpPr>
        <p:spPr>
          <a:xfrm>
            <a:off x="5266944" y="4224528"/>
            <a:ext cx="1655064" cy="402336"/>
          </a:xfrm>
          <a:prstGeom prst="roundRect">
            <a:avLst>
              <a:gd name="adj" fmla="val 18182"/>
            </a:avLst>
          </a:prstGeom>
          <a:solidFill>
            <a:srgbClr val="E4EAF2"/>
          </a:solidFill>
          <a:ln w="9525">
            <a:solidFill>
              <a:srgbClr val="B9C7D8"/>
            </a:solidFill>
            <a:prstDash val="solid"/>
          </a:ln>
        </p:spPr>
      </p:sp>
      <p:sp>
        <p:nvSpPr>
          <p:cNvPr id="70" name="Text 68"/>
          <p:cNvSpPr txBox="1"/>
          <p:nvPr/>
        </p:nvSpPr>
        <p:spPr>
          <a:xfrm>
            <a:off x="52669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Ansys Icepak</a:t>
            </a:r>
            <a:endParaRPr lang="en-US" sz="880" dirty="0"/>
          </a:p>
        </p:txBody>
      </p:sp>
      <p:sp>
        <p:nvSpPr>
          <p:cNvPr id="71" name="Shape 69"/>
          <p:cNvSpPr/>
          <p:nvPr/>
        </p:nvSpPr>
        <p:spPr>
          <a:xfrm>
            <a:off x="8266176" y="3968496"/>
            <a:ext cx="0" cy="256032"/>
          </a:xfrm>
          <a:prstGeom prst="line">
            <a:avLst/>
          </a:prstGeom>
          <a:noFill/>
          <a:ln w="12700">
            <a:solidFill>
              <a:srgbClr val="C3CDDA"/>
            </a:solidFill>
            <a:prstDash val="dash"/>
            <a:tailEnd type="triangle"/>
          </a:ln>
        </p:spPr>
      </p:sp>
      <p:sp>
        <p:nvSpPr>
          <p:cNvPr id="72" name="Shape 70"/>
          <p:cNvSpPr/>
          <p:nvPr/>
        </p:nvSpPr>
        <p:spPr>
          <a:xfrm>
            <a:off x="7438644" y="4224528"/>
            <a:ext cx="1655064" cy="402336"/>
          </a:xfrm>
          <a:prstGeom prst="roundRect">
            <a:avLst>
              <a:gd name="adj" fmla="val 18182"/>
            </a:avLst>
          </a:prstGeom>
          <a:solidFill>
            <a:srgbClr val="F7F9FC"/>
          </a:solidFill>
          <a:ln w="9525">
            <a:solidFill>
              <a:srgbClr val="DDE3EB"/>
            </a:solidFill>
            <a:prstDash val="dash"/>
          </a:ln>
        </p:spPr>
      </p:sp>
      <p:sp>
        <p:nvSpPr>
          <p:cNvPr id="73" name="Text 71"/>
          <p:cNvSpPr txBox="1"/>
          <p:nvPr/>
        </p:nvSpPr>
        <p:spPr>
          <a:xfrm>
            <a:off x="74386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결과 데이터셋</a:t>
            </a:r>
            <a:endParaRPr lang="en-US" sz="880" dirty="0"/>
          </a:p>
        </p:txBody>
      </p:sp>
      <p:sp>
        <p:nvSpPr>
          <p:cNvPr id="74" name="Shape 72"/>
          <p:cNvSpPr/>
          <p:nvPr/>
        </p:nvSpPr>
        <p:spPr>
          <a:xfrm>
            <a:off x="10437876" y="3968496"/>
            <a:ext cx="0" cy="256032"/>
          </a:xfrm>
          <a:prstGeom prst="line">
            <a:avLst/>
          </a:prstGeom>
          <a:noFill/>
          <a:ln w="12700">
            <a:solidFill>
              <a:srgbClr val="C3CDDA"/>
            </a:solidFill>
            <a:prstDash val="dash"/>
            <a:tailEnd type="triangle"/>
          </a:ln>
        </p:spPr>
      </p:sp>
      <p:sp>
        <p:nvSpPr>
          <p:cNvPr id="75" name="Shape 73"/>
          <p:cNvSpPr/>
          <p:nvPr/>
        </p:nvSpPr>
        <p:spPr>
          <a:xfrm>
            <a:off x="9610344" y="4224528"/>
            <a:ext cx="1655064" cy="402336"/>
          </a:xfrm>
          <a:prstGeom prst="roundRect">
            <a:avLst>
              <a:gd name="adj" fmla="val 18182"/>
            </a:avLst>
          </a:prstGeom>
          <a:solidFill>
            <a:srgbClr val="E8F6FA"/>
          </a:solidFill>
          <a:ln w="9525">
            <a:solidFill>
              <a:srgbClr val="00A3C4"/>
            </a:solidFill>
            <a:prstDash val="dash"/>
          </a:ln>
        </p:spPr>
      </p:sp>
      <p:sp>
        <p:nvSpPr>
          <p:cNvPr id="76" name="Text 74"/>
          <p:cNvSpPr txBox="1"/>
          <p:nvPr/>
        </p:nvSpPr>
        <p:spPr>
          <a:xfrm>
            <a:off x="9610344" y="4224528"/>
            <a:ext cx="1655064" cy="402336"/>
          </a:xfrm>
          <a:prstGeom prst="rect">
            <a:avLst/>
          </a:prstGeom>
          <a:noFill/>
          <a:ln/>
        </p:spPr>
        <p:txBody>
          <a:bodyPr wrap="square" lIns="0" tIns="0" rIns="0" bIns="0" rtlCol="0" anchor="ctr"/>
          <a:lstStyle/>
          <a:p>
            <a:pPr algn="ctr" indent="0" marL="0">
              <a:buNone/>
            </a:pPr>
            <a:r>
              <a:rPr lang="en-US" sz="880" b="1" dirty="0">
                <a:solidFill>
                  <a:srgbClr val="0088A6"/>
                </a:solidFill>
                <a:latin typeface="Malgun Gothic" pitchFamily="34" charset="0"/>
                <a:ea typeface="Malgun Gothic" pitchFamily="34" charset="-122"/>
                <a:cs typeface="Malgun Gothic" pitchFamily="34" charset="-120"/>
              </a:rPr>
              <a:t>활성 변수 · 대리모델</a:t>
            </a:r>
            <a:endParaRPr lang="en-US" sz="880" dirty="0"/>
          </a:p>
        </p:txBody>
      </p:sp>
      <p:sp>
        <p:nvSpPr>
          <p:cNvPr id="77" name="Shape 75"/>
          <p:cNvSpPr/>
          <p:nvPr/>
        </p:nvSpPr>
        <p:spPr>
          <a:xfrm>
            <a:off x="813816" y="4818888"/>
            <a:ext cx="10561320" cy="0"/>
          </a:xfrm>
          <a:prstGeom prst="line">
            <a:avLst/>
          </a:prstGeom>
          <a:noFill/>
          <a:ln w="9525">
            <a:solidFill>
              <a:srgbClr val="DDE3EB"/>
            </a:solidFill>
            <a:prstDash val="solid"/>
          </a:ln>
        </p:spPr>
      </p:sp>
      <p:sp>
        <p:nvSpPr>
          <p:cNvPr id="78" name="Text 76"/>
          <p:cNvSpPr txBox="1"/>
          <p:nvPr/>
        </p:nvSpPr>
        <p:spPr>
          <a:xfrm>
            <a:off x="813816" y="4892040"/>
            <a:ext cx="10561320" cy="274320"/>
          </a:xfrm>
          <a:prstGeom prst="rect">
            <a:avLst/>
          </a:prstGeom>
          <a:noFill/>
          <a:ln/>
        </p:spPr>
        <p:txBody>
          <a:bodyPr wrap="square" lIns="0" tIns="0" rIns="0" bIns="0" rtlCol="0" anchor="ctr"/>
          <a:lstStyle/>
          <a:p>
            <a:pPr indent="0" marL="0">
              <a:buNone/>
            </a:pPr>
            <a:r>
              <a:rPr lang="en-US" sz="930" b="1" dirty="0">
                <a:solidFill>
                  <a:srgbClr val="16305B"/>
                </a:solidFill>
                <a:latin typeface="Consolas" pitchFamily="34" charset="0"/>
                <a:ea typeface="Consolas" pitchFamily="34" charset="-122"/>
                <a:cs typeface="Consolas" pitchFamily="34" charset="-120"/>
              </a:rPr>
              <a:t>paths.py</a:t>
            </a:r>
            <a:pPr indent="0" marL="0">
              <a:buNone/>
            </a:pPr>
            <a:r>
              <a:rPr lang="en-US" sz="930" dirty="0">
                <a:solidFill>
                  <a:srgbClr val="6B7A8F"/>
                </a:solidFill>
                <a:latin typeface="Malgun Gothic" pitchFamily="34" charset="0"/>
                <a:ea typeface="Malgun Gothic" pitchFamily="34" charset="-122"/>
                <a:cs typeface="Malgun Gothic" pitchFamily="34" charset="-120"/>
              </a:rPr>
              <a:t>   경로 일원화      </a:t>
            </a:r>
            <a:pPr indent="0" marL="0">
              <a:buNone/>
            </a:pPr>
            <a:r>
              <a:rPr lang="en-US" sz="930" b="1" dirty="0">
                <a:solidFill>
                  <a:srgbClr val="16305B"/>
                </a:solidFill>
                <a:latin typeface="Consolas" pitchFamily="34" charset="0"/>
                <a:ea typeface="Consolas" pitchFamily="34" charset="-122"/>
                <a:cs typeface="Consolas" pitchFamily="34" charset="-120"/>
              </a:rPr>
              <a:t>responses.py</a:t>
            </a:r>
            <a:pPr indent="0" marL="0">
              <a:buNone/>
            </a:pPr>
            <a:r>
              <a:rPr lang="en-US" sz="930" dirty="0">
                <a:solidFill>
                  <a:srgbClr val="6B7A8F"/>
                </a:solidFill>
                <a:latin typeface="Malgun Gothic" pitchFamily="34" charset="0"/>
                <a:ea typeface="Malgun Gothic" pitchFamily="34" charset="-122"/>
                <a:cs typeface="Malgun Gothic" pitchFamily="34" charset="-120"/>
              </a:rPr>
              <a:t>   목적함수 · 제약조건 목록 일원화</a:t>
            </a:r>
            <a:endParaRPr lang="en-US" sz="930" dirty="0"/>
          </a:p>
        </p:txBody>
      </p:sp>
      <p:sp>
        <p:nvSpPr>
          <p:cNvPr id="79" name="Shape 77"/>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80" name="Shape 78"/>
          <p:cNvSpPr/>
          <p:nvPr/>
        </p:nvSpPr>
        <p:spPr>
          <a:xfrm>
            <a:off x="832104" y="5724144"/>
            <a:ext cx="64008" cy="164592"/>
          </a:xfrm>
          <a:prstGeom prst="rect">
            <a:avLst/>
          </a:prstGeom>
          <a:solidFill>
            <a:srgbClr val="00A3C4"/>
          </a:solidFill>
          <a:ln w="12700">
            <a:solidFill>
              <a:srgbClr val="00A3C4"/>
            </a:solidFill>
            <a:prstDash val="solid"/>
          </a:ln>
        </p:spPr>
      </p:sp>
      <p:sp>
        <p:nvSpPr>
          <p:cNvPr id="81" name="Text 79"/>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단계별 자동 진행</a:t>
            </a:r>
            <a:endParaRPr lang="en-US" sz="1050" dirty="0"/>
          </a:p>
        </p:txBody>
      </p:sp>
      <p:sp>
        <p:nvSpPr>
          <p:cNvPr id="82" name="Text 80"/>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선별이 끝나면 판정을 확인한 뒤 2단계로 진행</a:t>
            </a:r>
            <a:endParaRPr lang="en-US" sz="950" dirty="0"/>
          </a:p>
        </p:txBody>
      </p:sp>
      <p:sp>
        <p:nvSpPr>
          <p:cNvPr id="83" name="Shape 81"/>
          <p:cNvSpPr/>
          <p:nvPr/>
        </p:nvSpPr>
        <p:spPr>
          <a:xfrm>
            <a:off x="4489704" y="5724144"/>
            <a:ext cx="64008" cy="164592"/>
          </a:xfrm>
          <a:prstGeom prst="rect">
            <a:avLst/>
          </a:prstGeom>
          <a:solidFill>
            <a:srgbClr val="00A3C4"/>
          </a:solidFill>
          <a:ln w="12700">
            <a:solidFill>
              <a:srgbClr val="00A3C4"/>
            </a:solidFill>
            <a:prstDash val="solid"/>
          </a:ln>
        </p:spPr>
      </p:sp>
      <p:sp>
        <p:nvSpPr>
          <p:cNvPr id="84" name="Text 82"/>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판정 규칙 코드화</a:t>
            </a:r>
            <a:endParaRPr lang="en-US" sz="1050" dirty="0"/>
          </a:p>
        </p:txBody>
      </p:sp>
      <p:sp>
        <p:nvSpPr>
          <p:cNvPr id="85" name="Text 83"/>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사전 고정 규칙을 코드에 명시 — 임의 변경 차단</a:t>
            </a:r>
            <a:endParaRPr lang="en-US" sz="950" dirty="0"/>
          </a:p>
        </p:txBody>
      </p:sp>
      <p:sp>
        <p:nvSpPr>
          <p:cNvPr id="86" name="Shape 84"/>
          <p:cNvSpPr/>
          <p:nvPr/>
        </p:nvSpPr>
        <p:spPr>
          <a:xfrm>
            <a:off x="8147304" y="5724144"/>
            <a:ext cx="64008" cy="164592"/>
          </a:xfrm>
          <a:prstGeom prst="rect">
            <a:avLst/>
          </a:prstGeom>
          <a:solidFill>
            <a:srgbClr val="00A3C4"/>
          </a:solidFill>
          <a:ln w="12700">
            <a:solidFill>
              <a:srgbClr val="00A3C4"/>
            </a:solidFill>
            <a:prstDash val="solid"/>
          </a:ln>
        </p:spPr>
      </p:sp>
      <p:sp>
        <p:nvSpPr>
          <p:cNvPr id="87" name="Text 85"/>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기존 모듈 재사용</a:t>
            </a:r>
            <a:endParaRPr lang="en-US" sz="1050" dirty="0"/>
          </a:p>
        </p:txBody>
      </p:sp>
      <p:sp>
        <p:nvSpPr>
          <p:cNvPr id="88" name="Text 86"/>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 해석 · 결과 모듈은 변수 수만 확장</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예측값 · 실측값 비교  —  교차검증</a:t>
            </a:r>
            <a:endParaRPr lang="en-US" sz="2200" dirty="0"/>
          </a:p>
        </p:txBody>
      </p:sp>
      <p:sp>
        <p:nvSpPr>
          <p:cNvPr id="6" name="Shape 4"/>
          <p:cNvSpPr/>
          <p:nvPr/>
        </p:nvSpPr>
        <p:spPr>
          <a:xfrm>
            <a:off x="502920"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30936"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차압</a:t>
            </a:r>
            <a:pPr indent="0" marL="0">
              <a:buNone/>
            </a:pPr>
            <a:r>
              <a:rPr lang="en-US" sz="800" dirty="0">
                <a:solidFill>
                  <a:srgbClr val="6B7A8F"/>
                </a:solidFill>
                <a:latin typeface="Malgun Gothic" pitchFamily="34" charset="0"/>
                <a:ea typeface="Malgun Gothic" pitchFamily="34" charset="-122"/>
                <a:cs typeface="Malgun Gothic" pitchFamily="34" charset="-120"/>
              </a:rPr>
              <a:t>  [Pa]</a:t>
            </a:r>
            <a:endParaRPr lang="en-US" sz="1000" dirty="0"/>
          </a:p>
        </p:txBody>
      </p:sp>
      <p:sp>
        <p:nvSpPr>
          <p:cNvPr id="8" name="Text 6"/>
          <p:cNvSpPr txBox="1"/>
          <p:nvPr/>
        </p:nvSpPr>
        <p:spPr>
          <a:xfrm>
            <a:off x="2103120"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0.972</a:t>
            </a:r>
            <a:endParaRPr lang="en-US" sz="1000" dirty="0"/>
          </a:p>
        </p:txBody>
      </p:sp>
      <p:graphicFrame>
        <p:nvGraphicFramePr>
          <p:cNvPr id="9" name="Chart 0" descr=""/>
          <p:cNvGraphicFramePr/>
          <p:nvPr/>
        </p:nvGraphicFramePr>
        <p:xfrm>
          <a:off x="539496" y="1463040"/>
          <a:ext cx="2578608" cy="19476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3346704"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1" name="Text 8"/>
          <p:cNvSpPr txBox="1"/>
          <p:nvPr/>
        </p:nvSpPr>
        <p:spPr>
          <a:xfrm>
            <a:off x="3474720"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2" name="Text 9"/>
          <p:cNvSpPr txBox="1"/>
          <p:nvPr/>
        </p:nvSpPr>
        <p:spPr>
          <a:xfrm>
            <a:off x="4946904"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0.989</a:t>
            </a:r>
            <a:endParaRPr lang="en-US" sz="1000" dirty="0"/>
          </a:p>
        </p:txBody>
      </p:sp>
      <p:graphicFrame>
        <p:nvGraphicFramePr>
          <p:cNvPr id="13" name="Chart 1" descr=""/>
          <p:cNvGraphicFramePr/>
          <p:nvPr/>
        </p:nvGraphicFramePr>
        <p:xfrm>
          <a:off x="3383280" y="1463040"/>
          <a:ext cx="2578608" cy="1947672"/>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0488"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Text 11"/>
          <p:cNvSpPr txBox="1"/>
          <p:nvPr/>
        </p:nvSpPr>
        <p:spPr>
          <a:xfrm>
            <a:off x="6318504"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6" name="Text 12"/>
          <p:cNvSpPr txBox="1"/>
          <p:nvPr/>
        </p:nvSpPr>
        <p:spPr>
          <a:xfrm>
            <a:off x="7790688"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0.971</a:t>
            </a:r>
            <a:endParaRPr lang="en-US" sz="1000" dirty="0"/>
          </a:p>
        </p:txBody>
      </p:sp>
      <p:graphicFrame>
        <p:nvGraphicFramePr>
          <p:cNvPr id="17" name="Chart 2" descr=""/>
          <p:cNvGraphicFramePr/>
          <p:nvPr/>
        </p:nvGraphicFramePr>
        <p:xfrm>
          <a:off x="6227064" y="1463040"/>
          <a:ext cx="2578608" cy="1947672"/>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9034272"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4"/>
          <p:cNvSpPr txBox="1"/>
          <p:nvPr/>
        </p:nvSpPr>
        <p:spPr>
          <a:xfrm>
            <a:off x="9162288"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1차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0" name="Text 15"/>
          <p:cNvSpPr txBox="1"/>
          <p:nvPr/>
        </p:nvSpPr>
        <p:spPr>
          <a:xfrm>
            <a:off x="10634472"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0.977</a:t>
            </a:r>
            <a:endParaRPr lang="en-US" sz="1000" dirty="0"/>
          </a:p>
        </p:txBody>
      </p:sp>
      <p:graphicFrame>
        <p:nvGraphicFramePr>
          <p:cNvPr id="21" name="Chart 3" descr=""/>
          <p:cNvGraphicFramePr/>
          <p:nvPr/>
        </p:nvGraphicFramePr>
        <p:xfrm>
          <a:off x="9070848" y="1463040"/>
          <a:ext cx="2578608" cy="1947672"/>
        </p:xfrm>
        <a:graphic xmlns:a="http://schemas.openxmlformats.org/drawingml/2006/main">
          <a:graphicData uri="http://schemas.openxmlformats.org/drawingml/2006/chart">
            <c:chart xmlns:c="http://schemas.openxmlformats.org/drawingml/2006/chart" r:id="rId4"/>
          </a:graphicData>
        </a:graphic>
      </p:graphicFrame>
      <p:sp>
        <p:nvSpPr>
          <p:cNvPr id="22" name="Shape 16"/>
          <p:cNvSpPr/>
          <p:nvPr/>
        </p:nvSpPr>
        <p:spPr>
          <a:xfrm>
            <a:off x="502920" y="3611880"/>
            <a:ext cx="2651760" cy="2331720"/>
          </a:xfrm>
          <a:prstGeom prst="roundRect">
            <a:avLst>
              <a:gd name="adj" fmla="val 1961"/>
            </a:avLst>
          </a:prstGeom>
          <a:solidFill>
            <a:srgbClr val="FFFFFF"/>
          </a:solidFill>
          <a:ln w="15875">
            <a:solidFill>
              <a:srgbClr val="00A3C4"/>
            </a:solidFill>
            <a:prstDash val="solid"/>
          </a:ln>
          <a:effectLst>
            <a:outerShdw sx="100000" sy="100000" kx="0" ky="0" algn="bl" rotWithShape="0" blurRad="101600" dist="12700" dir="5400000">
              <a:srgbClr val="9AA8BC">
                <a:alpha val="18000"/>
              </a:srgbClr>
            </a:outerShdw>
          </a:effectLst>
        </p:spPr>
      </p:sp>
      <p:sp>
        <p:nvSpPr>
          <p:cNvPr id="23" name="Text 17"/>
          <p:cNvSpPr txBox="1"/>
          <p:nvPr/>
        </p:nvSpPr>
        <p:spPr>
          <a:xfrm>
            <a:off x="630936"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2차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4" name="Text 18"/>
          <p:cNvSpPr txBox="1"/>
          <p:nvPr/>
        </p:nvSpPr>
        <p:spPr>
          <a:xfrm>
            <a:off x="2103120" y="3685032"/>
            <a:ext cx="914400" cy="256032"/>
          </a:xfrm>
          <a:prstGeom prst="rect">
            <a:avLst/>
          </a:prstGeom>
          <a:noFill/>
          <a:ln/>
        </p:spPr>
        <p:txBody>
          <a:bodyPr wrap="square" lIns="0" tIns="0" rIns="0" bIns="0" rtlCol="0" anchor="ctr"/>
          <a:lstStyle/>
          <a:p>
            <a:pPr algn="r" indent="0" marL="0">
              <a:buNone/>
            </a:pPr>
            <a:r>
              <a:rPr lang="en-US" sz="1000" b="1" dirty="0">
                <a:solidFill>
                  <a:srgbClr val="0088A6"/>
                </a:solidFill>
                <a:latin typeface="Malgun Gothic" pitchFamily="34" charset="0"/>
                <a:ea typeface="Malgun Gothic" pitchFamily="34" charset="-122"/>
                <a:cs typeface="Malgun Gothic" pitchFamily="34" charset="-120"/>
              </a:rPr>
              <a:t>R² 0.893</a:t>
            </a:r>
            <a:endParaRPr lang="en-US" sz="1000" dirty="0"/>
          </a:p>
        </p:txBody>
      </p:sp>
      <p:graphicFrame>
        <p:nvGraphicFramePr>
          <p:cNvPr id="25" name="Chart 4" descr=""/>
          <p:cNvGraphicFramePr/>
          <p:nvPr/>
        </p:nvGraphicFramePr>
        <p:xfrm>
          <a:off x="539496" y="3941064"/>
          <a:ext cx="2578608" cy="1947672"/>
        </p:xfrm>
        <a:graphic xmlns:a="http://schemas.openxmlformats.org/drawingml/2006/main">
          <a:graphicData uri="http://schemas.openxmlformats.org/drawingml/2006/chart">
            <c:chart xmlns:c="http://schemas.openxmlformats.org/drawingml/2006/chart" r:id="rId5"/>
          </a:graphicData>
        </a:graphic>
      </p:graphicFrame>
      <p:sp>
        <p:nvSpPr>
          <p:cNvPr id="26" name="Shape 19"/>
          <p:cNvSpPr/>
          <p:nvPr/>
        </p:nvSpPr>
        <p:spPr>
          <a:xfrm>
            <a:off x="3346704"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Text 20"/>
          <p:cNvSpPr txBox="1"/>
          <p:nvPr/>
        </p:nvSpPr>
        <p:spPr>
          <a:xfrm>
            <a:off x="3474720"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pPr indent="0" marL="0">
              <a:buNone/>
            </a:pPr>
            <a:r>
              <a:rPr lang="en-US" sz="800" dirty="0">
                <a:solidFill>
                  <a:srgbClr val="6B7A8F"/>
                </a:solidFill>
                <a:latin typeface="Malgun Gothic" pitchFamily="34" charset="0"/>
                <a:ea typeface="Malgun Gothic" pitchFamily="34" charset="-122"/>
                <a:cs typeface="Malgun Gothic" pitchFamily="34" charset="-120"/>
              </a:rPr>
              <a:t>  [-]</a:t>
            </a:r>
            <a:endParaRPr lang="en-US" sz="1000" dirty="0"/>
          </a:p>
        </p:txBody>
      </p:sp>
      <p:sp>
        <p:nvSpPr>
          <p:cNvPr id="28" name="Text 21"/>
          <p:cNvSpPr txBox="1"/>
          <p:nvPr/>
        </p:nvSpPr>
        <p:spPr>
          <a:xfrm>
            <a:off x="4946904"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0.956</a:t>
            </a:r>
            <a:endParaRPr lang="en-US" sz="1000" dirty="0"/>
          </a:p>
        </p:txBody>
      </p:sp>
      <p:graphicFrame>
        <p:nvGraphicFramePr>
          <p:cNvPr id="29" name="Chart 5" descr=""/>
          <p:cNvGraphicFramePr/>
          <p:nvPr/>
        </p:nvGraphicFramePr>
        <p:xfrm>
          <a:off x="3383280" y="3941064"/>
          <a:ext cx="2578608" cy="1947672"/>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90488"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Text 23"/>
          <p:cNvSpPr txBox="1"/>
          <p:nvPr/>
        </p:nvSpPr>
        <p:spPr>
          <a:xfrm>
            <a:off x="6318504"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중량</a:t>
            </a:r>
            <a:pPr indent="0" marL="0">
              <a:buNone/>
            </a:pPr>
            <a:r>
              <a:rPr lang="en-US" sz="800" dirty="0">
                <a:solidFill>
                  <a:srgbClr val="6B7A8F"/>
                </a:solidFill>
                <a:latin typeface="Malgun Gothic" pitchFamily="34" charset="0"/>
                <a:ea typeface="Malgun Gothic" pitchFamily="34" charset="-122"/>
                <a:cs typeface="Malgun Gothic" pitchFamily="34" charset="-120"/>
              </a:rPr>
              <a:t>  [kg]</a:t>
            </a:r>
            <a:endParaRPr lang="en-US" sz="1000" dirty="0"/>
          </a:p>
        </p:txBody>
      </p:sp>
      <p:sp>
        <p:nvSpPr>
          <p:cNvPr id="32" name="Text 24"/>
          <p:cNvSpPr txBox="1"/>
          <p:nvPr/>
        </p:nvSpPr>
        <p:spPr>
          <a:xfrm>
            <a:off x="7790688"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1.000</a:t>
            </a:r>
            <a:endParaRPr lang="en-US" sz="1000" dirty="0"/>
          </a:p>
        </p:txBody>
      </p:sp>
      <p:graphicFrame>
        <p:nvGraphicFramePr>
          <p:cNvPr id="33" name="Chart 6" descr=""/>
          <p:cNvGraphicFramePr/>
          <p:nvPr/>
        </p:nvGraphicFramePr>
        <p:xfrm>
          <a:off x="6227064" y="3941064"/>
          <a:ext cx="2578608" cy="1947672"/>
        </p:xfrm>
        <a:graphic xmlns:a="http://schemas.openxmlformats.org/drawingml/2006/main">
          <a:graphicData uri="http://schemas.openxmlformats.org/drawingml/2006/chart">
            <c:chart xmlns:c="http://schemas.openxmlformats.org/drawingml/2006/chart" r:id="rId7"/>
          </a:graphicData>
        </a:graphic>
      </p:graphicFrame>
      <p:sp>
        <p:nvSpPr>
          <p:cNvPr id="34" name="Shape 25"/>
          <p:cNvSpPr/>
          <p:nvPr/>
        </p:nvSpPr>
        <p:spPr>
          <a:xfrm>
            <a:off x="9034272" y="3611880"/>
            <a:ext cx="2651760" cy="2331720"/>
          </a:xfrm>
          <a:prstGeom prst="roundRect">
            <a:avLst>
              <a:gd name="adj" fmla="val 1961"/>
            </a:avLst>
          </a:prstGeom>
          <a:solidFill>
            <a:srgbClr val="16305B"/>
          </a:solidFill>
          <a:ln w="12700">
            <a:solidFill>
              <a:srgbClr val="16305B"/>
            </a:solidFill>
            <a:prstDash val="solid"/>
          </a:ln>
        </p:spPr>
      </p:sp>
      <p:sp>
        <p:nvSpPr>
          <p:cNvPr id="35" name="Text 26"/>
          <p:cNvSpPr txBox="1"/>
          <p:nvPr/>
        </p:nvSpPr>
        <p:spPr>
          <a:xfrm>
            <a:off x="9217152" y="3776472"/>
            <a:ext cx="2286000" cy="256032"/>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교차검증 R²</a:t>
            </a:r>
            <a:endParaRPr lang="en-US" sz="1000" dirty="0"/>
          </a:p>
        </p:txBody>
      </p:sp>
      <p:sp>
        <p:nvSpPr>
          <p:cNvPr id="36" name="Text 27"/>
          <p:cNvSpPr txBox="1"/>
          <p:nvPr/>
        </p:nvSpPr>
        <p:spPr>
          <a:xfrm>
            <a:off x="9217152" y="4032504"/>
            <a:ext cx="2286000" cy="54864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7" name="Text 28"/>
          <p:cNvSpPr txBox="1"/>
          <p:nvPr/>
        </p:nvSpPr>
        <p:spPr>
          <a:xfrm>
            <a:off x="9217152" y="4654296"/>
            <a:ext cx="2286000" cy="1097280"/>
          </a:xfrm>
          <a:prstGeom prst="rect">
            <a:avLst/>
          </a:prstGeom>
          <a:noFill/>
          <a:ln/>
        </p:spPr>
        <p:txBody>
          <a:bodyPr wrap="square" lIns="0" tIns="0" rIns="0" bIns="0" rtlCol="0" anchor="t"/>
          <a:lstStyle/>
          <a:p>
            <a:pPr indent="0" marL="0">
              <a:lnSpc>
                <a:spcPct val="125000"/>
              </a:lnSpc>
              <a:buNone/>
            </a:pPr>
            <a:r>
              <a:rPr lang="en-US" sz="900" dirty="0">
                <a:solidFill>
                  <a:srgbClr val="FFFFFF"/>
                </a:solidFill>
                <a:latin typeface="Malgun Gothic" pitchFamily="34" charset="0"/>
                <a:ea typeface="Malgun Gothic" pitchFamily="34" charset="-122"/>
                <a:cs typeface="Malgun Gothic" pitchFamily="34" charset="-120"/>
              </a:rPr>
              <a:t>80점을 10묶음으로 나눠, 한 묶음씩 빼고 학습한 모델로 뺀 묶음을 예측</a:t>
            </a:r>
            <a:endParaRPr lang="en-US" sz="900" dirty="0"/>
          </a:p>
          <a:p>
            <a:pPr indent="0" marL="0">
              <a:lnSpc>
                <a:spcPct val="125000"/>
              </a:lnSpc>
              <a:buNone/>
            </a:pPr>
            <a:r>
              <a:rPr lang="en-US" sz="900" b="1" dirty="0">
                <a:solidFill>
                  <a:srgbClr val="7FD6E8"/>
                </a:solidFill>
                <a:latin typeface="Malgun Gothic" pitchFamily="34" charset="0"/>
                <a:ea typeface="Malgun Gothic" pitchFamily="34" charset="-122"/>
                <a:cs typeface="Malgun Gothic" pitchFamily="34" charset="-120"/>
              </a:rPr>
              <a:t>→ 학습에 쓰지 않은 설계에 대한 정확도</a:t>
            </a:r>
            <a:endParaRPr lang="en-US" sz="900" dirty="0"/>
          </a:p>
        </p:txBody>
      </p:sp>
      <p:sp>
        <p:nvSpPr>
          <p:cNvPr id="38" name="Text 29"/>
          <p:cNvSpPr txBox="1"/>
          <p:nvPr/>
        </p:nvSpPr>
        <p:spPr>
          <a:xfrm>
            <a:off x="502920" y="6236208"/>
            <a:ext cx="11183112"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점 = 설계 1개 · 빨간 선 = 예측이 실측과 정확히 같은 경우 · 균일도(유량 표준편차)는 0에 가까운 값이라 R²로 비교</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지배 변수 교차 확인  —  DSD vs GPR</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응답별 1순위 변수 비교</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 y="1865376"/>
          <a:ext cx="4846320" cy="914400"/>
        </p:xfrm>
        <a:graphic>
          <a:graphicData uri="http://schemas.openxmlformats.org/drawingml/2006/table">
            <a:tbl>
              <a:tblPr/>
              <a:tblGrid>
                <a:gridCol w="1097280"/>
                <a:gridCol w="1508760"/>
                <a:gridCol w="1508760"/>
                <a:gridCol w="73152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응답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DSD 1순위 (29회)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GPR 1순위 (80점)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4572000"/>
            <a:ext cx="4846320" cy="219456"/>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 1순위 일치   ◐ 1·2순위가 서로 바뀜</a:t>
            </a:r>
            <a:endParaRPr lang="en-US" sz="850" dirty="0"/>
          </a:p>
        </p:txBody>
      </p:sp>
      <p:sp>
        <p:nvSpPr>
          <p:cNvPr id="11" name="Text 8"/>
          <p:cNvSpPr txBox="1"/>
          <p:nvPr/>
        </p:nvSpPr>
        <p:spPr>
          <a:xfrm>
            <a:off x="813816" y="4828032"/>
            <a:ext cx="4846320" cy="384048"/>
          </a:xfrm>
          <a:prstGeom prst="rect">
            <a:avLst/>
          </a:prstGeom>
          <a:noFill/>
          <a:ln/>
        </p:spPr>
        <p:txBody>
          <a:bodyPr wrap="square" lIns="0" tIns="0" rIns="0" bIns="0" rtlCol="0" anchor="ctr"/>
          <a:lstStyle/>
          <a:p>
            <a:pPr indent="0" marL="0">
              <a:buNone/>
            </a:pPr>
            <a:r>
              <a:rPr lang="en-US" sz="1800" b="1" dirty="0">
                <a:solidFill>
                  <a:srgbClr val="16305B"/>
                </a:solidFill>
                <a:latin typeface="Malgun Gothic" pitchFamily="34" charset="0"/>
                <a:ea typeface="Malgun Gothic" pitchFamily="34" charset="-122"/>
                <a:cs typeface="Malgun Gothic" pitchFamily="34" charset="-120"/>
              </a:rPr>
              <a:t>6 / 7</a:t>
            </a:r>
            <a:pPr indent="0" marL="0">
              <a:buNone/>
            </a:pPr>
            <a:r>
              <a:rPr lang="en-US" sz="950" dirty="0">
                <a:solidFill>
                  <a:srgbClr val="1C2733"/>
                </a:solidFill>
                <a:latin typeface="Malgun Gothic" pitchFamily="34" charset="0"/>
                <a:ea typeface="Malgun Gothic" pitchFamily="34" charset="-122"/>
                <a:cs typeface="Malgun Gothic" pitchFamily="34" charset="-120"/>
              </a:rPr>
              <a:t>   응답에서 1순위 일치, 나머지 1개도 상위 2개 안에서 일치</a:t>
            </a:r>
            <a:endParaRPr lang="en-US" sz="1800" dirty="0"/>
          </a:p>
        </p:txBody>
      </p:sp>
      <p:sp>
        <p:nvSpPr>
          <p:cNvPr id="12" name="Shape 9"/>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확정된 지배 변수</a:t>
            </a:r>
            <a:endParaRPr lang="en-US" sz="1300" dirty="0"/>
          </a:p>
        </p:txBody>
      </p:sp>
      <p:sp>
        <p:nvSpPr>
          <p:cNvPr id="15" name="Shape 12"/>
          <p:cNvSpPr/>
          <p:nvPr/>
        </p:nvSpPr>
        <p:spPr>
          <a:xfrm>
            <a:off x="6647688" y="1883664"/>
            <a:ext cx="4846320" cy="621792"/>
          </a:xfrm>
          <a:prstGeom prst="roundRect">
            <a:avLst>
              <a:gd name="adj" fmla="val 10294"/>
            </a:avLst>
          </a:prstGeom>
          <a:solidFill>
            <a:srgbClr val="F7F9FC"/>
          </a:solidFill>
          <a:ln w="9525">
            <a:solidFill>
              <a:srgbClr val="DDE3EB"/>
            </a:solidFill>
            <a:prstDash val="solid"/>
          </a:ln>
        </p:spPr>
      </p:sp>
      <p:sp>
        <p:nvSpPr>
          <p:cNvPr id="16" name="Shape 13"/>
          <p:cNvSpPr/>
          <p:nvPr/>
        </p:nvSpPr>
        <p:spPr>
          <a:xfrm>
            <a:off x="6757416" y="2002536"/>
            <a:ext cx="1600200" cy="384048"/>
          </a:xfrm>
          <a:prstGeom prst="roundRect">
            <a:avLst>
              <a:gd name="adj" fmla="val 19048"/>
            </a:avLst>
          </a:prstGeom>
          <a:solidFill>
            <a:srgbClr val="16305B"/>
          </a:solidFill>
          <a:ln w="12700">
            <a:solidFill>
              <a:srgbClr val="16305B"/>
            </a:solidFill>
            <a:prstDash val="solid"/>
          </a:ln>
        </p:spPr>
      </p:sp>
      <p:sp>
        <p:nvSpPr>
          <p:cNvPr id="17" name="Text 14"/>
          <p:cNvSpPr txBox="1"/>
          <p:nvPr/>
        </p:nvSpPr>
        <p:spPr>
          <a:xfrm>
            <a:off x="6757416" y="2002536"/>
            <a:ext cx="160020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1차 핀 개수</a:t>
            </a:r>
            <a:endParaRPr lang="en-US" sz="1050" dirty="0"/>
          </a:p>
        </p:txBody>
      </p:sp>
      <p:sp>
        <p:nvSpPr>
          <p:cNvPr id="18" name="Text 15"/>
          <p:cNvSpPr txBox="1"/>
          <p:nvPr/>
        </p:nvSpPr>
        <p:spPr>
          <a:xfrm>
            <a:off x="8494776" y="1883664"/>
            <a:ext cx="2926080" cy="621792"/>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지배 응답  </a:t>
            </a:r>
            <a:pPr indent="0" marL="0">
              <a:buNone/>
            </a:pPr>
            <a:r>
              <a:rPr lang="en-US" sz="1000" b="1" dirty="0">
                <a:solidFill>
                  <a:srgbClr val="16305B"/>
                </a:solidFill>
                <a:latin typeface="Malgun Gothic" pitchFamily="34" charset="0"/>
                <a:ea typeface="Malgun Gothic" pitchFamily="34" charset="-122"/>
                <a:cs typeface="Malgun Gothic" pitchFamily="34" charset="-120"/>
              </a:rPr>
              <a:t>차압 · 최고온도 · 1차 균일도</a:t>
            </a:r>
            <a:endParaRPr lang="en-US" sz="1000" dirty="0"/>
          </a:p>
        </p:txBody>
      </p:sp>
      <p:sp>
        <p:nvSpPr>
          <p:cNvPr id="19" name="Shape 16"/>
          <p:cNvSpPr/>
          <p:nvPr/>
        </p:nvSpPr>
        <p:spPr>
          <a:xfrm>
            <a:off x="6647688" y="2633472"/>
            <a:ext cx="4846320" cy="621792"/>
          </a:xfrm>
          <a:prstGeom prst="roundRect">
            <a:avLst>
              <a:gd name="adj" fmla="val 10294"/>
            </a:avLst>
          </a:prstGeom>
          <a:solidFill>
            <a:srgbClr val="F7F9FC"/>
          </a:solidFill>
          <a:ln w="9525">
            <a:solidFill>
              <a:srgbClr val="DDE3EB"/>
            </a:solidFill>
            <a:prstDash val="solid"/>
          </a:ln>
        </p:spPr>
      </p:sp>
      <p:sp>
        <p:nvSpPr>
          <p:cNvPr id="20" name="Shape 17"/>
          <p:cNvSpPr/>
          <p:nvPr/>
        </p:nvSpPr>
        <p:spPr>
          <a:xfrm>
            <a:off x="6757416" y="2752344"/>
            <a:ext cx="1600200" cy="384048"/>
          </a:xfrm>
          <a:prstGeom prst="roundRect">
            <a:avLst>
              <a:gd name="adj" fmla="val 19048"/>
            </a:avLst>
          </a:prstGeom>
          <a:solidFill>
            <a:srgbClr val="16305B"/>
          </a:solidFill>
          <a:ln w="12700">
            <a:solidFill>
              <a:srgbClr val="16305B"/>
            </a:solidFill>
            <a:prstDash val="solid"/>
          </a:ln>
        </p:spPr>
      </p:sp>
      <p:sp>
        <p:nvSpPr>
          <p:cNvPr id="21" name="Text 18"/>
          <p:cNvSpPr txBox="1"/>
          <p:nvPr/>
        </p:nvSpPr>
        <p:spPr>
          <a:xfrm>
            <a:off x="6757416" y="2752344"/>
            <a:ext cx="160020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2차 핀 개수</a:t>
            </a:r>
            <a:endParaRPr lang="en-US" sz="1050" dirty="0"/>
          </a:p>
        </p:txBody>
      </p:sp>
      <p:sp>
        <p:nvSpPr>
          <p:cNvPr id="22" name="Text 19"/>
          <p:cNvSpPr txBox="1"/>
          <p:nvPr/>
        </p:nvSpPr>
        <p:spPr>
          <a:xfrm>
            <a:off x="8494776" y="2633472"/>
            <a:ext cx="2926080" cy="621792"/>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지배 응답  </a:t>
            </a:r>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 · 2차 균일도 · 분기비</a:t>
            </a:r>
            <a:endParaRPr lang="en-US" sz="1000" dirty="0"/>
          </a:p>
        </p:txBody>
      </p:sp>
      <p:sp>
        <p:nvSpPr>
          <p:cNvPr id="23" name="Shape 20"/>
          <p:cNvSpPr/>
          <p:nvPr/>
        </p:nvSpPr>
        <p:spPr>
          <a:xfrm>
            <a:off x="6647688" y="3383280"/>
            <a:ext cx="4846320" cy="621792"/>
          </a:xfrm>
          <a:prstGeom prst="roundRect">
            <a:avLst>
              <a:gd name="adj" fmla="val 10294"/>
            </a:avLst>
          </a:prstGeom>
          <a:solidFill>
            <a:srgbClr val="F7F9FC"/>
          </a:solidFill>
          <a:ln w="9525">
            <a:solidFill>
              <a:srgbClr val="DDE3EB"/>
            </a:solidFill>
            <a:prstDash val="solid"/>
          </a:ln>
        </p:spPr>
      </p:sp>
      <p:sp>
        <p:nvSpPr>
          <p:cNvPr id="24" name="Shape 21"/>
          <p:cNvSpPr/>
          <p:nvPr/>
        </p:nvSpPr>
        <p:spPr>
          <a:xfrm>
            <a:off x="6757416" y="3502152"/>
            <a:ext cx="1600200" cy="384048"/>
          </a:xfrm>
          <a:prstGeom prst="roundRect">
            <a:avLst>
              <a:gd name="adj" fmla="val 19048"/>
            </a:avLst>
          </a:prstGeom>
          <a:solidFill>
            <a:srgbClr val="00A3C4"/>
          </a:solidFill>
          <a:ln w="12700">
            <a:solidFill>
              <a:srgbClr val="00A3C4"/>
            </a:solidFill>
            <a:prstDash val="solid"/>
          </a:ln>
        </p:spPr>
      </p:sp>
      <p:sp>
        <p:nvSpPr>
          <p:cNvPr id="25" name="Text 22"/>
          <p:cNvSpPr txBox="1"/>
          <p:nvPr/>
        </p:nvSpPr>
        <p:spPr>
          <a:xfrm>
            <a:off x="6757416" y="3502152"/>
            <a:ext cx="160020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분기 입구 두께</a:t>
            </a:r>
            <a:endParaRPr lang="en-US" sz="1050" dirty="0"/>
          </a:p>
        </p:txBody>
      </p:sp>
      <p:sp>
        <p:nvSpPr>
          <p:cNvPr id="26" name="Text 23"/>
          <p:cNvSpPr txBox="1"/>
          <p:nvPr/>
        </p:nvSpPr>
        <p:spPr>
          <a:xfrm>
            <a:off x="8494776" y="3383280"/>
            <a:ext cx="2926080" cy="621792"/>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지배 응답  </a:t>
            </a:r>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endParaRPr lang="en-US" sz="1000" dirty="0"/>
          </a:p>
        </p:txBody>
      </p:sp>
      <p:sp>
        <p:nvSpPr>
          <p:cNvPr id="27" name="Shape 24"/>
          <p:cNvSpPr/>
          <p:nvPr/>
        </p:nvSpPr>
        <p:spPr>
          <a:xfrm>
            <a:off x="6647688" y="4206240"/>
            <a:ext cx="4846320" cy="914400"/>
          </a:xfrm>
          <a:prstGeom prst="roundRect">
            <a:avLst>
              <a:gd name="adj" fmla="val 6000"/>
            </a:avLst>
          </a:prstGeom>
          <a:solidFill>
            <a:srgbClr val="16305B"/>
          </a:solidFill>
          <a:ln w="12700">
            <a:solidFill>
              <a:srgbClr val="16305B"/>
            </a:solidFill>
            <a:prstDash val="solid"/>
          </a:ln>
        </p:spPr>
      </p:sp>
      <p:sp>
        <p:nvSpPr>
          <p:cNvPr id="28" name="Text 25"/>
          <p:cNvSpPr txBox="1"/>
          <p:nvPr/>
        </p:nvSpPr>
        <p:spPr>
          <a:xfrm>
            <a:off x="6793992" y="4206240"/>
            <a:ext cx="4572000" cy="914400"/>
          </a:xfrm>
          <a:prstGeom prst="rect">
            <a:avLst/>
          </a:prstGeom>
          <a:noFill/>
          <a:ln/>
        </p:spPr>
        <p:txBody>
          <a:bodyPr wrap="square" lIns="0" tIns="0" rIns="0" bIns="0" rtlCol="0" anchor="ctr"/>
          <a:lstStyle/>
          <a:p>
            <a:pPr algn="ctr" indent="0" marL="0">
              <a:lnSpc>
                <a:spcPct val="130000"/>
              </a:lnSpc>
              <a:buNone/>
            </a:pPr>
            <a:r>
              <a:rPr lang="en-US" sz="1000" b="1" dirty="0">
                <a:solidFill>
                  <a:srgbClr val="FFFFFF"/>
                </a:solidFill>
                <a:latin typeface="Malgun Gothic" pitchFamily="34" charset="0"/>
                <a:ea typeface="Malgun Gothic" pitchFamily="34" charset="-122"/>
                <a:cs typeface="Malgun Gothic" pitchFamily="34" charset="-120"/>
              </a:rPr>
              <a:t>데이터도 방법도 다른데 같은 결론</a:t>
            </a:r>
            <a:endParaRPr lang="en-US" sz="1000" dirty="0"/>
          </a:p>
          <a:p>
            <a:pPr algn="ctr" indent="0" marL="0">
              <a:lnSpc>
                <a:spcPct val="130000"/>
              </a:lnSpc>
              <a:buNone/>
            </a:pPr>
            <a:r>
              <a:rPr lang="en-US" sz="1000" dirty="0">
                <a:solidFill>
                  <a:srgbClr val="CFE0F2"/>
                </a:solidFill>
                <a:latin typeface="Malgun Gothic" pitchFamily="34" charset="0"/>
                <a:ea typeface="Malgun Gothic" pitchFamily="34" charset="-122"/>
                <a:cs typeface="Malgun Gothic" pitchFamily="34" charset="-120"/>
              </a:rPr>
              <a:t>DSD: 29회 · 3수준 근사   /   GPR: 80점 · 비선형 모델</a:t>
            </a:r>
            <a:endParaRPr lang="en-US" sz="1000" dirty="0"/>
          </a:p>
        </p:txBody>
      </p:sp>
      <p:sp>
        <p:nvSpPr>
          <p:cNvPr id="29" name="Shape 26"/>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5724144"/>
            <a:ext cx="64008" cy="164592"/>
          </a:xfrm>
          <a:prstGeom prst="rect">
            <a:avLst/>
          </a:prstGeom>
          <a:solidFill>
            <a:srgbClr val="00A3C4"/>
          </a:solidFill>
          <a:ln w="12700">
            <a:solidFill>
              <a:srgbClr val="00A3C4"/>
            </a:solidFill>
            <a:prstDash val="solid"/>
          </a:ln>
        </p:spPr>
      </p:sp>
      <p:sp>
        <p:nvSpPr>
          <p:cNvPr id="31" name="Text 28"/>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 개수가 성능을 좌우</a:t>
            </a:r>
            <a:endParaRPr lang="en-US" sz="1050" dirty="0"/>
          </a:p>
        </p:txBody>
      </p:sp>
      <p:sp>
        <p:nvSpPr>
          <p:cNvPr id="32" name="Text 29"/>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두께보다 개수의 영향이 압도적</a:t>
            </a:r>
            <a:endParaRPr lang="en-US" sz="950" dirty="0"/>
          </a:p>
        </p:txBody>
      </p:sp>
      <p:sp>
        <p:nvSpPr>
          <p:cNvPr id="33" name="Shape 30"/>
          <p:cNvSpPr/>
          <p:nvPr/>
        </p:nvSpPr>
        <p:spPr>
          <a:xfrm>
            <a:off x="4489704" y="5724144"/>
            <a:ext cx="64008" cy="164592"/>
          </a:xfrm>
          <a:prstGeom prst="rect">
            <a:avLst/>
          </a:prstGeom>
          <a:solidFill>
            <a:srgbClr val="00A3C4"/>
          </a:solidFill>
          <a:ln w="12700">
            <a:solidFill>
              <a:srgbClr val="00A3C4"/>
            </a:solidFill>
            <a:prstDash val="solid"/>
          </a:ln>
        </p:spPr>
      </p:sp>
      <p:sp>
        <p:nvSpPr>
          <p:cNvPr id="34" name="Text 31"/>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통과별 분리 타당성 확인</a:t>
            </a:r>
            <a:endParaRPr lang="en-US" sz="1050" dirty="0"/>
          </a:p>
        </p:txBody>
      </p:sp>
      <p:sp>
        <p:nvSpPr>
          <p:cNvPr id="35" name="Text 32"/>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1차 · 2차 핀이 각자 다른 응답을 지배</a:t>
            </a:r>
            <a:endParaRPr lang="en-US" sz="950" dirty="0"/>
          </a:p>
        </p:txBody>
      </p:sp>
      <p:sp>
        <p:nvSpPr>
          <p:cNvPr id="36" name="Shape 33"/>
          <p:cNvSpPr/>
          <p:nvPr/>
        </p:nvSpPr>
        <p:spPr>
          <a:xfrm>
            <a:off x="8147304" y="5724144"/>
            <a:ext cx="64008" cy="164592"/>
          </a:xfrm>
          <a:prstGeom prst="rect">
            <a:avLst/>
          </a:prstGeom>
          <a:solidFill>
            <a:srgbClr val="00A3C4"/>
          </a:solidFill>
          <a:ln w="12700">
            <a:solidFill>
              <a:srgbClr val="00A3C4"/>
            </a:solidFill>
            <a:prstDash val="solid"/>
          </a:ln>
        </p:spPr>
      </p:sp>
      <p:sp>
        <p:nvSpPr>
          <p:cNvPr id="37" name="Text 34"/>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분기비는 분기 입구가 결정</a:t>
            </a:r>
            <a:endParaRPr lang="en-US" sz="1050" dirty="0"/>
          </a:p>
        </p:txBody>
      </p:sp>
      <p:sp>
        <p:nvSpPr>
          <p:cNvPr id="38" name="Text 35"/>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전원모듈 유량 조절의 핵심 변수</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한계 및 차월 계획</a:t>
            </a:r>
            <a:endParaRPr lang="en-US" sz="2200" dirty="0"/>
          </a:p>
        </p:txBody>
      </p:sp>
      <p:sp>
        <p:nvSpPr>
          <p:cNvPr id="6" name="Shape 4"/>
          <p:cNvSpPr/>
          <p:nvPr/>
        </p:nvSpPr>
        <p:spPr>
          <a:xfrm>
            <a:off x="502920"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정확도가 가장 낮은 응답  —  2차 균일도</a:t>
            </a:r>
            <a:endParaRPr lang="en-US" sz="1300" dirty="0"/>
          </a:p>
        </p:txBody>
      </p:sp>
      <p:sp>
        <p:nvSpPr>
          <p:cNvPr id="9" name="Shape 7"/>
          <p:cNvSpPr/>
          <p:nvPr/>
        </p:nvSpPr>
        <p:spPr>
          <a:xfrm>
            <a:off x="813816" y="1865376"/>
            <a:ext cx="1554480" cy="786384"/>
          </a:xfrm>
          <a:prstGeom prst="roundRect">
            <a:avLst>
              <a:gd name="adj" fmla="val 8140"/>
            </a:avLst>
          </a:prstGeom>
          <a:solidFill>
            <a:srgbClr val="E8F6FA"/>
          </a:solidFill>
          <a:ln w="9525">
            <a:solidFill>
              <a:srgbClr val="00A3C4"/>
            </a:solidFill>
            <a:prstDash val="solid"/>
          </a:ln>
        </p:spPr>
      </p:sp>
      <p:sp>
        <p:nvSpPr>
          <p:cNvPr id="10" name="Text 8"/>
          <p:cNvSpPr txBox="1"/>
          <p:nvPr/>
        </p:nvSpPr>
        <p:spPr>
          <a:xfrm>
            <a:off x="813816" y="1865376"/>
            <a:ext cx="1554480" cy="786384"/>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R²</a:t>
            </a:r>
            <a:endParaRPr lang="en-US" sz="900" dirty="0"/>
          </a:p>
          <a:p>
            <a:pPr algn="ctr" indent="0" marL="0">
              <a:buNone/>
            </a:pPr>
            <a:r>
              <a:rPr lang="en-US" sz="2200" b="1" dirty="0">
                <a:solidFill>
                  <a:srgbClr val="0088A6"/>
                </a:solidFill>
                <a:latin typeface="Malgun Gothic" pitchFamily="34" charset="0"/>
                <a:ea typeface="Malgun Gothic" pitchFamily="34" charset="-122"/>
                <a:cs typeface="Malgun Gothic" pitchFamily="34" charset="-120"/>
              </a:rPr>
              <a:t>0.893</a:t>
            </a:r>
            <a:endParaRPr lang="en-US" sz="900" dirty="0"/>
          </a:p>
        </p:txBody>
      </p:sp>
      <p:sp>
        <p:nvSpPr>
          <p:cNvPr id="11" name="Text 9"/>
          <p:cNvSpPr txBox="1"/>
          <p:nvPr/>
        </p:nvSpPr>
        <p:spPr>
          <a:xfrm>
            <a:off x="2532888" y="1865376"/>
            <a:ext cx="3108960" cy="786384"/>
          </a:xfrm>
          <a:prstGeom prst="rect">
            <a:avLst/>
          </a:prstGeom>
          <a:noFill/>
          <a:ln/>
        </p:spPr>
        <p:txBody>
          <a:bodyPr wrap="square" lIns="0" tIns="0" rIns="0" bIns="0" rtlCol="0" anchor="ctr"/>
          <a:lstStyle/>
          <a:p>
            <a:pPr indent="0" marL="0">
              <a:lnSpc>
                <a:spcPct val="125000"/>
              </a:lnSpc>
              <a:buNone/>
            </a:pPr>
            <a:r>
              <a:rPr lang="en-US" sz="1000" b="1" dirty="0">
                <a:solidFill>
                  <a:srgbClr val="16305B"/>
                </a:solidFill>
                <a:latin typeface="Malgun Gothic" pitchFamily="34" charset="0"/>
                <a:ea typeface="Malgun Gothic" pitchFamily="34" charset="-122"/>
                <a:cs typeface="Malgun Gothic" pitchFamily="34" charset="-120"/>
              </a:rPr>
              <a:t>2차 통과 유로 유량의 표준편차</a:t>
            </a:r>
            <a:endParaRPr lang="en-US" sz="1000" dirty="0"/>
          </a:p>
          <a:p>
            <a:pPr indent="0" marL="0">
              <a:lnSpc>
                <a:spcPct val="125000"/>
              </a:lnSpc>
              <a:buNone/>
            </a:pPr>
            <a:r>
              <a:rPr lang="en-US" sz="1000" dirty="0">
                <a:solidFill>
                  <a:srgbClr val="6B7A8F"/>
                </a:solidFill>
                <a:latin typeface="Malgun Gothic" pitchFamily="34" charset="0"/>
                <a:ea typeface="Malgun Gothic" pitchFamily="34" charset="-122"/>
                <a:cs typeface="Malgun Gothic" pitchFamily="34" charset="-120"/>
              </a:rPr>
              <a:t>응답 7개 중 예측 정확도가 가장 낮음</a:t>
            </a:r>
            <a:endParaRPr lang="en-US" sz="1000" dirty="0"/>
          </a:p>
        </p:txBody>
      </p:sp>
      <p:sp>
        <p:nvSpPr>
          <p:cNvPr id="12" name="Text 10"/>
          <p:cNvSpPr txBox="1"/>
          <p:nvPr/>
        </p:nvSpPr>
        <p:spPr>
          <a:xfrm>
            <a:off x="813816" y="2834640"/>
            <a:ext cx="484632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원인</a:t>
            </a:r>
            <a:endParaRPr lang="en-US" sz="1050" dirty="0"/>
          </a:p>
        </p:txBody>
      </p:sp>
      <p:sp>
        <p:nvSpPr>
          <p:cNvPr id="13" name="Text 11"/>
          <p:cNvSpPr txBox="1"/>
          <p:nvPr/>
        </p:nvSpPr>
        <p:spPr>
          <a:xfrm>
            <a:off x="813816" y="3127248"/>
            <a:ext cx="4846320" cy="1188720"/>
          </a:xfrm>
          <a:prstGeom prst="rect">
            <a:avLst/>
          </a:prstGeom>
          <a:noFill/>
          <a:ln/>
        </p:spPr>
        <p:txBody>
          <a:bodyPr wrap="square" lIns="0" tIns="0" rIns="0" bIns="0" rtlCol="0" anchor="t"/>
          <a:lstStyle/>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값이 0에 가까워 작은 오차도 상대적으로 크게 나타남</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분기 이후 구간이라 분기 입구 · 2차 핀 · 중간 입구 등 여러 변수가 함께 작용</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80점만으로는 이 영역의 변화를 충분히 덮지 못함</a:t>
            </a:r>
            <a:endParaRPr lang="en-US" sz="950" dirty="0"/>
          </a:p>
        </p:txBody>
      </p:sp>
      <p:sp>
        <p:nvSpPr>
          <p:cNvPr id="14" name="Shape 12"/>
          <p:cNvSpPr/>
          <p:nvPr/>
        </p:nvSpPr>
        <p:spPr>
          <a:xfrm>
            <a:off x="6336792"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차월 계획  —  3개월차</a:t>
            </a:r>
            <a:endParaRPr lang="en-US" sz="1300" dirty="0"/>
          </a:p>
        </p:txBody>
      </p:sp>
      <p:sp>
        <p:nvSpPr>
          <p:cNvPr id="17" name="Shape 15"/>
          <p:cNvSpPr/>
          <p:nvPr/>
        </p:nvSpPr>
        <p:spPr>
          <a:xfrm>
            <a:off x="6665976" y="1975104"/>
            <a:ext cx="310896" cy="310896"/>
          </a:xfrm>
          <a:prstGeom prst="ellipse">
            <a:avLst/>
          </a:prstGeom>
          <a:solidFill>
            <a:srgbClr val="00A3C4"/>
          </a:solidFill>
          <a:ln w="12700">
            <a:solidFill>
              <a:srgbClr val="00A3C4"/>
            </a:solidFill>
            <a:prstDash val="solid"/>
          </a:ln>
        </p:spPr>
      </p:sp>
      <p:sp>
        <p:nvSpPr>
          <p:cNvPr id="18" name="Text 16"/>
          <p:cNvSpPr txBox="1"/>
          <p:nvPr/>
        </p:nvSpPr>
        <p:spPr>
          <a:xfrm>
            <a:off x="6665976" y="19751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9" name="Text 17"/>
          <p:cNvSpPr txBox="1"/>
          <p:nvPr/>
        </p:nvSpPr>
        <p:spPr>
          <a:xfrm>
            <a:off x="7114032" y="188366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적응 샘플링</a:t>
            </a:r>
            <a:endParaRPr lang="en-US" sz="1100" dirty="0"/>
          </a:p>
        </p:txBody>
      </p:sp>
      <p:sp>
        <p:nvSpPr>
          <p:cNvPr id="20" name="Text 18"/>
          <p:cNvSpPr txBox="1"/>
          <p:nvPr/>
        </p:nvSpPr>
        <p:spPr>
          <a:xfrm>
            <a:off x="7114032" y="215798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불확실성이 큰 지점을 골라 해석을 추가해 정확도 보강</a:t>
            </a:r>
            <a:endParaRPr lang="en-US" sz="950" dirty="0"/>
          </a:p>
        </p:txBody>
      </p:sp>
      <p:sp>
        <p:nvSpPr>
          <p:cNvPr id="21" name="Shape 19"/>
          <p:cNvSpPr/>
          <p:nvPr/>
        </p:nvSpPr>
        <p:spPr>
          <a:xfrm>
            <a:off x="6665976" y="2798064"/>
            <a:ext cx="310896" cy="310896"/>
          </a:xfrm>
          <a:prstGeom prst="ellipse">
            <a:avLst/>
          </a:prstGeom>
          <a:solidFill>
            <a:srgbClr val="16305B"/>
          </a:solidFill>
          <a:ln w="12700">
            <a:solidFill>
              <a:srgbClr val="16305B"/>
            </a:solidFill>
            <a:prstDash val="solid"/>
          </a:ln>
        </p:spPr>
      </p:sp>
      <p:sp>
        <p:nvSpPr>
          <p:cNvPr id="22" name="Text 20"/>
          <p:cNvSpPr txBox="1"/>
          <p:nvPr/>
        </p:nvSpPr>
        <p:spPr>
          <a:xfrm>
            <a:off x="6665976" y="2798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23" name="Text 21"/>
          <p:cNvSpPr txBox="1"/>
          <p:nvPr/>
        </p:nvSpPr>
        <p:spPr>
          <a:xfrm>
            <a:off x="7114032" y="270662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다목적 최적화</a:t>
            </a:r>
            <a:endParaRPr lang="en-US" sz="1100" dirty="0"/>
          </a:p>
        </p:txBody>
      </p:sp>
      <p:sp>
        <p:nvSpPr>
          <p:cNvPr id="24" name="Text 22"/>
          <p:cNvSpPr txBox="1"/>
          <p:nvPr/>
        </p:nvSpPr>
        <p:spPr>
          <a:xfrm>
            <a:off x="7114032" y="298094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대리모델 위에서 파레토 최적해 탐색</a:t>
            </a:r>
            <a:endParaRPr lang="en-US" sz="950" dirty="0"/>
          </a:p>
        </p:txBody>
      </p:sp>
      <p:sp>
        <p:nvSpPr>
          <p:cNvPr id="25" name="Shape 23"/>
          <p:cNvSpPr/>
          <p:nvPr/>
        </p:nvSpPr>
        <p:spPr>
          <a:xfrm>
            <a:off x="6665976" y="3621024"/>
            <a:ext cx="310896" cy="310896"/>
          </a:xfrm>
          <a:prstGeom prst="ellipse">
            <a:avLst/>
          </a:prstGeom>
          <a:solidFill>
            <a:srgbClr val="16305B"/>
          </a:solidFill>
          <a:ln w="12700">
            <a:solidFill>
              <a:srgbClr val="16305B"/>
            </a:solidFill>
            <a:prstDash val="solid"/>
          </a:ln>
        </p:spPr>
      </p:sp>
      <p:sp>
        <p:nvSpPr>
          <p:cNvPr id="26" name="Text 24"/>
          <p:cNvSpPr txBox="1"/>
          <p:nvPr/>
        </p:nvSpPr>
        <p:spPr>
          <a:xfrm>
            <a:off x="6665976" y="36210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27" name="Text 25"/>
          <p:cNvSpPr txBox="1"/>
          <p:nvPr/>
        </p:nvSpPr>
        <p:spPr>
          <a:xfrm>
            <a:off x="7114032" y="352958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사업 적용 검토</a:t>
            </a:r>
            <a:endParaRPr lang="en-US" sz="1100" dirty="0"/>
          </a:p>
        </p:txBody>
      </p:sp>
      <p:sp>
        <p:nvSpPr>
          <p:cNvPr id="28" name="Text 26"/>
          <p:cNvSpPr txBox="1"/>
          <p:nvPr/>
        </p:nvSpPr>
        <p:spPr>
          <a:xfrm>
            <a:off x="7114032" y="380390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실제 사업에서 AI 열해석 자동화 적용 가능성 검토</a:t>
            </a:r>
            <a:endParaRPr lang="en-US" sz="950" dirty="0"/>
          </a:p>
        </p:txBody>
      </p:sp>
      <p:sp>
        <p:nvSpPr>
          <p:cNvPr id="29" name="Shape 27"/>
          <p:cNvSpPr/>
          <p:nvPr/>
        </p:nvSpPr>
        <p:spPr>
          <a:xfrm>
            <a:off x="502920" y="4818888"/>
            <a:ext cx="11183112" cy="1563624"/>
          </a:xfrm>
          <a:prstGeom prst="roundRect">
            <a:avLst>
              <a:gd name="adj" fmla="val 3509"/>
            </a:avLst>
          </a:prstGeom>
          <a:solidFill>
            <a:srgbClr val="16305B"/>
          </a:solidFill>
          <a:ln w="12700">
            <a:solidFill>
              <a:srgbClr val="16305B"/>
            </a:solidFill>
            <a:prstDash val="solid"/>
          </a:ln>
        </p:spPr>
      </p:sp>
      <p:sp>
        <p:nvSpPr>
          <p:cNvPr id="30" name="Text 28"/>
          <p:cNvSpPr txBox="1"/>
          <p:nvPr/>
        </p:nvSpPr>
        <p:spPr>
          <a:xfrm>
            <a:off x="886968" y="4965192"/>
            <a:ext cx="3657600" cy="274320"/>
          </a:xfrm>
          <a:prstGeom prst="rect">
            <a:avLst/>
          </a:prstGeom>
          <a:noFill/>
          <a:ln/>
        </p:spPr>
        <p:txBody>
          <a:bodyPr wrap="square" lIns="0" tIns="0" rIns="0" bIns="0" rtlCol="0" anchor="ctr"/>
          <a:lstStyle/>
          <a:p>
            <a:pPr indent="0" marL="0">
              <a:buNone/>
            </a:pPr>
            <a:r>
              <a:rPr lang="en-US" sz="1100" b="1" spc="100" kern="0" dirty="0">
                <a:solidFill>
                  <a:srgbClr val="00A3C4"/>
                </a:solidFill>
                <a:latin typeface="Malgun Gothic" pitchFamily="34" charset="0"/>
                <a:ea typeface="Malgun Gothic" pitchFamily="34" charset="-122"/>
                <a:cs typeface="Malgun Gothic" pitchFamily="34" charset="-120"/>
              </a:rPr>
              <a:t>2 개 월 차   요 약</a:t>
            </a:r>
            <a:endParaRPr lang="en-US" sz="1100" dirty="0"/>
          </a:p>
        </p:txBody>
      </p:sp>
      <p:sp>
        <p:nvSpPr>
          <p:cNvPr id="31" name="Text 29"/>
          <p:cNvSpPr txBox="1"/>
          <p:nvPr/>
        </p:nvSpPr>
        <p:spPr>
          <a:xfrm>
            <a:off x="88696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11 → 8</a:t>
            </a:r>
            <a:endParaRPr lang="en-US" sz="2600" dirty="0"/>
          </a:p>
        </p:txBody>
      </p:sp>
      <p:sp>
        <p:nvSpPr>
          <p:cNvPr id="32" name="Text 30"/>
          <p:cNvSpPr txBox="1"/>
          <p:nvPr/>
        </p:nvSpPr>
        <p:spPr>
          <a:xfrm>
            <a:off x="88696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변수 선별 (DSD 29회)</a:t>
            </a:r>
            <a:endParaRPr lang="en-US" sz="1000" dirty="0"/>
          </a:p>
        </p:txBody>
      </p:sp>
      <p:sp>
        <p:nvSpPr>
          <p:cNvPr id="33" name="Text 31"/>
          <p:cNvSpPr txBox="1"/>
          <p:nvPr/>
        </p:nvSpPr>
        <p:spPr>
          <a:xfrm>
            <a:off x="449884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80 점</a:t>
            </a:r>
            <a:endParaRPr lang="en-US" sz="2600" dirty="0"/>
          </a:p>
        </p:txBody>
      </p:sp>
      <p:sp>
        <p:nvSpPr>
          <p:cNvPr id="34" name="Text 32"/>
          <p:cNvSpPr txBox="1"/>
          <p:nvPr/>
        </p:nvSpPr>
        <p:spPr>
          <a:xfrm>
            <a:off x="449884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활성 변수 실험계획 (OLHD)</a:t>
            </a:r>
            <a:endParaRPr lang="en-US" sz="1000" dirty="0"/>
          </a:p>
        </p:txBody>
      </p:sp>
      <p:sp>
        <p:nvSpPr>
          <p:cNvPr id="35" name="Text 33"/>
          <p:cNvSpPr txBox="1"/>
          <p:nvPr/>
        </p:nvSpPr>
        <p:spPr>
          <a:xfrm>
            <a:off x="811072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6" name="Text 34"/>
          <p:cNvSpPr txBox="1"/>
          <p:nvPr/>
        </p:nvSpPr>
        <p:spPr>
          <a:xfrm>
            <a:off x="811072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대리모델 교차검증 R²</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 — 2개월차</dc:title>
  <dc:subject>PptxGenJS Presentation</dc:subject>
  <dc:creator>학습조직</dc:creator>
  <cp:lastModifiedBy>학습조직</cp:lastModifiedBy>
  <cp:revision>1</cp:revision>
  <dcterms:created xsi:type="dcterms:W3CDTF">2026-10-23T05:51:21Z</dcterms:created>
  <dcterms:modified xsi:type="dcterms:W3CDTF">2026-10-23T05:51:21Z</dcterms:modified>
</cp:coreProperties>
</file>