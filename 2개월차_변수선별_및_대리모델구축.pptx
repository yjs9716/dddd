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1차 핀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20</c:v>
                </c:pt>
                <c:pt idx="1">
                  <c:v>23</c:v>
                </c:pt>
                <c:pt idx="2">
                  <c:v>18</c:v>
                </c:pt>
                <c:pt idx="3">
                  <c:v>12</c:v>
                </c:pt>
                <c:pt idx="4">
                  <c:v>23</c:v>
                </c:pt>
                <c:pt idx="5">
                  <c:v>16</c:v>
                </c:pt>
                <c:pt idx="6">
                  <c:v>10</c:v>
                </c:pt>
                <c:pt idx="7">
                  <c:v>21</c:v>
                </c:pt>
                <c:pt idx="8">
                  <c:v>11</c:v>
                </c:pt>
                <c:pt idx="9">
                  <c:v>22</c:v>
                </c:pt>
                <c:pt idx="10">
                  <c:v>17</c:v>
                </c:pt>
                <c:pt idx="11">
                  <c:v>11</c:v>
                </c:pt>
                <c:pt idx="12">
                  <c:v>11</c:v>
                </c:pt>
                <c:pt idx="13">
                  <c:v>12</c:v>
                </c:pt>
                <c:pt idx="14">
                  <c:v>18</c:v>
                </c:pt>
                <c:pt idx="15">
                  <c:v>13</c:v>
                </c:pt>
                <c:pt idx="16">
                  <c:v>10</c:v>
                </c:pt>
                <c:pt idx="17">
                  <c:v>21</c:v>
                </c:pt>
                <c:pt idx="18">
                  <c:v>20</c:v>
                </c:pt>
                <c:pt idx="19">
                  <c:v>23</c:v>
                </c:pt>
                <c:pt idx="20">
                  <c:v>12</c:v>
                </c:pt>
                <c:pt idx="21">
                  <c:v>22</c:v>
                </c:pt>
                <c:pt idx="22">
                  <c:v>22</c:v>
                </c:pt>
                <c:pt idx="23">
                  <c:v>16</c:v>
                </c:pt>
                <c:pt idx="24">
                  <c:v>19</c:v>
                </c:pt>
                <c:pt idx="25">
                  <c:v>24</c:v>
                </c:pt>
                <c:pt idx="26">
                  <c:v>16</c:v>
                </c:pt>
                <c:pt idx="27">
                  <c:v>14</c:v>
                </c:pt>
                <c:pt idx="28">
                  <c:v>16</c:v>
                </c:pt>
                <c:pt idx="29">
                  <c:v>22</c:v>
                </c:pt>
                <c:pt idx="30">
                  <c:v>23</c:v>
                </c:pt>
                <c:pt idx="31">
                  <c:v>17</c:v>
                </c:pt>
                <c:pt idx="32">
                  <c:v>17</c:v>
                </c:pt>
                <c:pt idx="33">
                  <c:v>15</c:v>
                </c:pt>
                <c:pt idx="34">
                  <c:v>21</c:v>
                </c:pt>
                <c:pt idx="35">
                  <c:v>13</c:v>
                </c:pt>
                <c:pt idx="36">
                  <c:v>22</c:v>
                </c:pt>
                <c:pt idx="37">
                  <c:v>16</c:v>
                </c:pt>
                <c:pt idx="38">
                  <c:v>19</c:v>
                </c:pt>
                <c:pt idx="39">
                  <c:v>21</c:v>
                </c:pt>
                <c:pt idx="40">
                  <c:v>21</c:v>
                </c:pt>
                <c:pt idx="41">
                  <c:v>15</c:v>
                </c:pt>
                <c:pt idx="42">
                  <c:v>16</c:v>
                </c:pt>
                <c:pt idx="43">
                  <c:v>12</c:v>
                </c:pt>
                <c:pt idx="44">
                  <c:v>15</c:v>
                </c:pt>
                <c:pt idx="45">
                  <c:v>10</c:v>
                </c:pt>
                <c:pt idx="46">
                  <c:v>16</c:v>
                </c:pt>
                <c:pt idx="47">
                  <c:v>21</c:v>
                </c:pt>
                <c:pt idx="48">
                  <c:v>13</c:v>
                </c:pt>
                <c:pt idx="49">
                  <c:v>20</c:v>
                </c:pt>
                <c:pt idx="50">
                  <c:v>24</c:v>
                </c:pt>
                <c:pt idx="51">
                  <c:v>19</c:v>
                </c:pt>
                <c:pt idx="52">
                  <c:v>14</c:v>
                </c:pt>
                <c:pt idx="53">
                  <c:v>19</c:v>
                </c:pt>
                <c:pt idx="54">
                  <c:v>20</c:v>
                </c:pt>
                <c:pt idx="55">
                  <c:v>11</c:v>
                </c:pt>
                <c:pt idx="56">
                  <c:v>23</c:v>
                </c:pt>
                <c:pt idx="57">
                  <c:v>18</c:v>
                </c:pt>
                <c:pt idx="58">
                  <c:v>17</c:v>
                </c:pt>
                <c:pt idx="59">
                  <c:v>14</c:v>
                </c:pt>
                <c:pt idx="60">
                  <c:v>17</c:v>
                </c:pt>
                <c:pt idx="61">
                  <c:v>14</c:v>
                </c:pt>
                <c:pt idx="62">
                  <c:v>13</c:v>
                </c:pt>
                <c:pt idx="63">
                  <c:v>12</c:v>
                </c:pt>
                <c:pt idx="64">
                  <c:v>19</c:v>
                </c:pt>
                <c:pt idx="65">
                  <c:v>14</c:v>
                </c:pt>
                <c:pt idx="66">
                  <c:v>19</c:v>
                </c:pt>
                <c:pt idx="67">
                  <c:v>18</c:v>
                </c:pt>
                <c:pt idx="68">
                  <c:v>11</c:v>
                </c:pt>
                <c:pt idx="69">
                  <c:v>11</c:v>
                </c:pt>
                <c:pt idx="70">
                  <c:v>24</c:v>
                </c:pt>
                <c:pt idx="71">
                  <c:v>20</c:v>
                </c:pt>
                <c:pt idx="72">
                  <c:v>18</c:v>
                </c:pt>
                <c:pt idx="73">
                  <c:v>13</c:v>
                </c:pt>
                <c:pt idx="74">
                  <c:v>23</c:v>
                </c:pt>
                <c:pt idx="75">
                  <c:v>15</c:v>
                </c:pt>
                <c:pt idx="76">
                  <c:v>13</c:v>
                </c:pt>
                <c:pt idx="77">
                  <c:v>15</c:v>
                </c:pt>
                <c:pt idx="78">
                  <c:v>20</c:v>
                </c:pt>
                <c:pt idx="79">
                  <c:v>15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2</c:v>
                </c:pt>
                <c:pt idx="1">
                  <c:v>1.5</c:v>
                </c:pt>
                <c:pt idx="2">
                  <c:v>2.3</c:v>
                </c:pt>
                <c:pt idx="3">
                  <c:v>1.8</c:v>
                </c:pt>
                <c:pt idx="4">
                  <c:v>1.5</c:v>
                </c:pt>
                <c:pt idx="5">
                  <c:v>2.9</c:v>
                </c:pt>
                <c:pt idx="6">
                  <c:v>2.8</c:v>
                </c:pt>
                <c:pt idx="7">
                  <c:v>1.6</c:v>
                </c:pt>
                <c:pt idx="8">
                  <c:v>2.6</c:v>
                </c:pt>
                <c:pt idx="9">
                  <c:v>1.6</c:v>
                </c:pt>
                <c:pt idx="10">
                  <c:v>2.8</c:v>
                </c:pt>
                <c:pt idx="11">
                  <c:v>1.7</c:v>
                </c:pt>
                <c:pt idx="12">
                  <c:v>1.9</c:v>
                </c:pt>
                <c:pt idx="13">
                  <c:v>1.6</c:v>
                </c:pt>
                <c:pt idx="14">
                  <c:v>2</c:v>
                </c:pt>
                <c:pt idx="15">
                  <c:v>1.7</c:v>
                </c:pt>
                <c:pt idx="16">
                  <c:v>2.3</c:v>
                </c:pt>
                <c:pt idx="17">
                  <c:v>1.9</c:v>
                </c:pt>
                <c:pt idx="18">
                  <c:v>1.9</c:v>
                </c:pt>
                <c:pt idx="19">
                  <c:v>1.5</c:v>
                </c:pt>
                <c:pt idx="20">
                  <c:v>1.9</c:v>
                </c:pt>
                <c:pt idx="21">
                  <c:v>1.7</c:v>
                </c:pt>
                <c:pt idx="22">
                  <c:v>1.7</c:v>
                </c:pt>
                <c:pt idx="23">
                  <c:v>2.8</c:v>
                </c:pt>
                <c:pt idx="24">
                  <c:v>2</c:v>
                </c:pt>
                <c:pt idx="25">
                  <c:v>1.5</c:v>
                </c:pt>
                <c:pt idx="26">
                  <c:v>2.8</c:v>
                </c:pt>
                <c:pt idx="27">
                  <c:v>3</c:v>
                </c:pt>
                <c:pt idx="28">
                  <c:v>2.9</c:v>
                </c:pt>
                <c:pt idx="29">
                  <c:v>1.6</c:v>
                </c:pt>
                <c:pt idx="30">
                  <c:v>1.5</c:v>
                </c:pt>
                <c:pt idx="31">
                  <c:v>2.1</c:v>
                </c:pt>
                <c:pt idx="32">
                  <c:v>2.5</c:v>
                </c:pt>
                <c:pt idx="33">
                  <c:v>3</c:v>
                </c:pt>
                <c:pt idx="34">
                  <c:v>1.7</c:v>
                </c:pt>
                <c:pt idx="35">
                  <c:v>2</c:v>
                </c:pt>
                <c:pt idx="36">
                  <c:v>1.7</c:v>
                </c:pt>
                <c:pt idx="37">
                  <c:v>2.9</c:v>
                </c:pt>
                <c:pt idx="38">
                  <c:v>1.6</c:v>
                </c:pt>
                <c:pt idx="39">
                  <c:v>1.7</c:v>
                </c:pt>
                <c:pt idx="40">
                  <c:v>1.6</c:v>
                </c:pt>
                <c:pt idx="41">
                  <c:v>2.2</c:v>
                </c:pt>
                <c:pt idx="42">
                  <c:v>2.7</c:v>
                </c:pt>
                <c:pt idx="43">
                  <c:v>2.6</c:v>
                </c:pt>
                <c:pt idx="44">
                  <c:v>2.1</c:v>
                </c:pt>
                <c:pt idx="45">
                  <c:v>2.5</c:v>
                </c:pt>
                <c:pt idx="46">
                  <c:v>1.7</c:v>
                </c:pt>
                <c:pt idx="47">
                  <c:v>1.6</c:v>
                </c:pt>
                <c:pt idx="48">
                  <c:v>2.8</c:v>
                </c:pt>
                <c:pt idx="49">
                  <c:v>1.6</c:v>
                </c:pt>
                <c:pt idx="50">
                  <c:v>1.5</c:v>
                </c:pt>
                <c:pt idx="51">
                  <c:v>2.1</c:v>
                </c:pt>
                <c:pt idx="52">
                  <c:v>2</c:v>
                </c:pt>
                <c:pt idx="53">
                  <c:v>2.1</c:v>
                </c:pt>
                <c:pt idx="54">
                  <c:v>1.9</c:v>
                </c:pt>
                <c:pt idx="55">
                  <c:v>2.2</c:v>
                </c:pt>
                <c:pt idx="56">
                  <c:v>1.5</c:v>
                </c:pt>
                <c:pt idx="57">
                  <c:v>2.6</c:v>
                </c:pt>
                <c:pt idx="58">
                  <c:v>2.4</c:v>
                </c:pt>
                <c:pt idx="59">
                  <c:v>1.7</c:v>
                </c:pt>
                <c:pt idx="60">
                  <c:v>2.3</c:v>
                </c:pt>
                <c:pt idx="61">
                  <c:v>1.9</c:v>
                </c:pt>
                <c:pt idx="62">
                  <c:v>1.6</c:v>
                </c:pt>
                <c:pt idx="63">
                  <c:v>2.5</c:v>
                </c:pt>
                <c:pt idx="64">
                  <c:v>1.5</c:v>
                </c:pt>
                <c:pt idx="65">
                  <c:v>1.5</c:v>
                </c:pt>
                <c:pt idx="66">
                  <c:v>2.3</c:v>
                </c:pt>
                <c:pt idx="67">
                  <c:v>2.4</c:v>
                </c:pt>
                <c:pt idx="68">
                  <c:v>2.7</c:v>
                </c:pt>
                <c:pt idx="69">
                  <c:v>2</c:v>
                </c:pt>
                <c:pt idx="70">
                  <c:v>1.5</c:v>
                </c:pt>
                <c:pt idx="71">
                  <c:v>1.8</c:v>
                </c:pt>
                <c:pt idx="72">
                  <c:v>1.5</c:v>
                </c:pt>
                <c:pt idx="73">
                  <c:v>2.9</c:v>
                </c:pt>
                <c:pt idx="74">
                  <c:v>1.5</c:v>
                </c:pt>
                <c:pt idx="75">
                  <c:v>1.6</c:v>
                </c:pt>
                <c:pt idx="76">
                  <c:v>2.6</c:v>
                </c:pt>
                <c:pt idx="77">
                  <c:v>2.7</c:v>
                </c:pt>
                <c:pt idx="78">
                  <c:v>2.1</c:v>
                </c:pt>
                <c:pt idx="79">
                  <c:v>2.6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4"/>
          <c:min val="10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개수 [개]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.1"/>
          <c:min val="1.4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분기 입구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18.4</c:v>
                </c:pt>
                <c:pt idx="1">
                  <c:v>17</c:v>
                </c:pt>
                <c:pt idx="2">
                  <c:v>14.3</c:v>
                </c:pt>
                <c:pt idx="3">
                  <c:v>13.6</c:v>
                </c:pt>
                <c:pt idx="4">
                  <c:v>15</c:v>
                </c:pt>
                <c:pt idx="5">
                  <c:v>13.3</c:v>
                </c:pt>
                <c:pt idx="6">
                  <c:v>24.4</c:v>
                </c:pt>
                <c:pt idx="7">
                  <c:v>16.1</c:v>
                </c:pt>
                <c:pt idx="8">
                  <c:v>20.2</c:v>
                </c:pt>
                <c:pt idx="9">
                  <c:v>16.3</c:v>
                </c:pt>
                <c:pt idx="10">
                  <c:v>22.5</c:v>
                </c:pt>
                <c:pt idx="11">
                  <c:v>14.6</c:v>
                </c:pt>
                <c:pt idx="12">
                  <c:v>17.8</c:v>
                </c:pt>
                <c:pt idx="13">
                  <c:v>20</c:v>
                </c:pt>
                <c:pt idx="14">
                  <c:v>14.4</c:v>
                </c:pt>
                <c:pt idx="15">
                  <c:v>21.4</c:v>
                </c:pt>
                <c:pt idx="16">
                  <c:v>13.9</c:v>
                </c:pt>
                <c:pt idx="17">
                  <c:v>13.1</c:v>
                </c:pt>
                <c:pt idx="18">
                  <c:v>20.4</c:v>
                </c:pt>
                <c:pt idx="19">
                  <c:v>24.9</c:v>
                </c:pt>
                <c:pt idx="20">
                  <c:v>24.6</c:v>
                </c:pt>
                <c:pt idx="21">
                  <c:v>21.1</c:v>
                </c:pt>
                <c:pt idx="22">
                  <c:v>16.5</c:v>
                </c:pt>
                <c:pt idx="23">
                  <c:v>16.8</c:v>
                </c:pt>
                <c:pt idx="24">
                  <c:v>16.3</c:v>
                </c:pt>
                <c:pt idx="25">
                  <c:v>22.9</c:v>
                </c:pt>
                <c:pt idx="26">
                  <c:v>17.3</c:v>
                </c:pt>
                <c:pt idx="27">
                  <c:v>13.2</c:v>
                </c:pt>
                <c:pt idx="28">
                  <c:v>23.6</c:v>
                </c:pt>
                <c:pt idx="29">
                  <c:v>14.2</c:v>
                </c:pt>
                <c:pt idx="30">
                  <c:v>15.4</c:v>
                </c:pt>
                <c:pt idx="31">
                  <c:v>17.8</c:v>
                </c:pt>
                <c:pt idx="32">
                  <c:v>20.8</c:v>
                </c:pt>
                <c:pt idx="33">
                  <c:v>21.2</c:v>
                </c:pt>
                <c:pt idx="34">
                  <c:v>23.4</c:v>
                </c:pt>
                <c:pt idx="35">
                  <c:v>18.1</c:v>
                </c:pt>
                <c:pt idx="36">
                  <c:v>19.4</c:v>
                </c:pt>
                <c:pt idx="37">
                  <c:v>18</c:v>
                </c:pt>
                <c:pt idx="38">
                  <c:v>23.8</c:v>
                </c:pt>
                <c:pt idx="39">
                  <c:v>22.3</c:v>
                </c:pt>
                <c:pt idx="40">
                  <c:v>24</c:v>
                </c:pt>
                <c:pt idx="41">
                  <c:v>16.6</c:v>
                </c:pt>
                <c:pt idx="42">
                  <c:v>24.7</c:v>
                </c:pt>
                <c:pt idx="43">
                  <c:v>17.6</c:v>
                </c:pt>
                <c:pt idx="44">
                  <c:v>19.8</c:v>
                </c:pt>
                <c:pt idx="45">
                  <c:v>20.8</c:v>
                </c:pt>
                <c:pt idx="46">
                  <c:v>15.2</c:v>
                </c:pt>
                <c:pt idx="47">
                  <c:v>21.5</c:v>
                </c:pt>
                <c:pt idx="48">
                  <c:v>19.7</c:v>
                </c:pt>
                <c:pt idx="49">
                  <c:v>19.2</c:v>
                </c:pt>
                <c:pt idx="50">
                  <c:v>23.1</c:v>
                </c:pt>
                <c:pt idx="51">
                  <c:v>18.9</c:v>
                </c:pt>
                <c:pt idx="52">
                  <c:v>23.9</c:v>
                </c:pt>
                <c:pt idx="53">
                  <c:v>16</c:v>
                </c:pt>
                <c:pt idx="54">
                  <c:v>13.9</c:v>
                </c:pt>
                <c:pt idx="55">
                  <c:v>22.4</c:v>
                </c:pt>
                <c:pt idx="56">
                  <c:v>14.7</c:v>
                </c:pt>
                <c:pt idx="57">
                  <c:v>21.9</c:v>
                </c:pt>
                <c:pt idx="58">
                  <c:v>19.1</c:v>
                </c:pt>
                <c:pt idx="59">
                  <c:v>21.7</c:v>
                </c:pt>
                <c:pt idx="60">
                  <c:v>22.6</c:v>
                </c:pt>
                <c:pt idx="61">
                  <c:v>23.3</c:v>
                </c:pt>
                <c:pt idx="62">
                  <c:v>20.1</c:v>
                </c:pt>
                <c:pt idx="63">
                  <c:v>18.4</c:v>
                </c:pt>
                <c:pt idx="64">
                  <c:v>14.9</c:v>
                </c:pt>
                <c:pt idx="65">
                  <c:v>17.2</c:v>
                </c:pt>
                <c:pt idx="66">
                  <c:v>22</c:v>
                </c:pt>
                <c:pt idx="67">
                  <c:v>22.9</c:v>
                </c:pt>
                <c:pt idx="68">
                  <c:v>20.6</c:v>
                </c:pt>
                <c:pt idx="69">
                  <c:v>15.6</c:v>
                </c:pt>
                <c:pt idx="70">
                  <c:v>15.4</c:v>
                </c:pt>
                <c:pt idx="71">
                  <c:v>24.2</c:v>
                </c:pt>
                <c:pt idx="72">
                  <c:v>18.7</c:v>
                </c:pt>
                <c:pt idx="73">
                  <c:v>19.5</c:v>
                </c:pt>
                <c:pt idx="74">
                  <c:v>15.8</c:v>
                </c:pt>
                <c:pt idx="75">
                  <c:v>21.8</c:v>
                </c:pt>
                <c:pt idx="76">
                  <c:v>18.8</c:v>
                </c:pt>
                <c:pt idx="77">
                  <c:v>17.4</c:v>
                </c:pt>
                <c:pt idx="78">
                  <c:v>24.3</c:v>
                </c:pt>
                <c:pt idx="79">
                  <c:v>13.5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8.3</c:v>
                </c:pt>
                <c:pt idx="1">
                  <c:v>4.5</c:v>
                </c:pt>
                <c:pt idx="2">
                  <c:v>5.1</c:v>
                </c:pt>
                <c:pt idx="3">
                  <c:v>4.8</c:v>
                </c:pt>
                <c:pt idx="4">
                  <c:v>4.5</c:v>
                </c:pt>
                <c:pt idx="5">
                  <c:v>5.8</c:v>
                </c:pt>
                <c:pt idx="6">
                  <c:v>10</c:v>
                </c:pt>
                <c:pt idx="7">
                  <c:v>4</c:v>
                </c:pt>
                <c:pt idx="8">
                  <c:v>7.4</c:v>
                </c:pt>
                <c:pt idx="9">
                  <c:v>5.6</c:v>
                </c:pt>
                <c:pt idx="10">
                  <c:v>9.6</c:v>
                </c:pt>
                <c:pt idx="11">
                  <c:v>9.8</c:v>
                </c:pt>
                <c:pt idx="12">
                  <c:v>8.8</c:v>
                </c:pt>
                <c:pt idx="13">
                  <c:v>7.7</c:v>
                </c:pt>
                <c:pt idx="14">
                  <c:v>8.4</c:v>
                </c:pt>
                <c:pt idx="15">
                  <c:v>3.1</c:v>
                </c:pt>
                <c:pt idx="16">
                  <c:v>7.9</c:v>
                </c:pt>
                <c:pt idx="17">
                  <c:v>3.8</c:v>
                </c:pt>
                <c:pt idx="18">
                  <c:v>7.1</c:v>
                </c:pt>
                <c:pt idx="19">
                  <c:v>6.6</c:v>
                </c:pt>
                <c:pt idx="20">
                  <c:v>7.8</c:v>
                </c:pt>
                <c:pt idx="21">
                  <c:v>7.1</c:v>
                </c:pt>
                <c:pt idx="22">
                  <c:v>4.3</c:v>
                </c:pt>
                <c:pt idx="23">
                  <c:v>9.7</c:v>
                </c:pt>
                <c:pt idx="24">
                  <c:v>8.5</c:v>
                </c:pt>
                <c:pt idx="25">
                  <c:v>4.1</c:v>
                </c:pt>
                <c:pt idx="26">
                  <c:v>7.9</c:v>
                </c:pt>
                <c:pt idx="27">
                  <c:v>8.6</c:v>
                </c:pt>
                <c:pt idx="28">
                  <c:v>5.7</c:v>
                </c:pt>
                <c:pt idx="29">
                  <c:v>6.8</c:v>
                </c:pt>
                <c:pt idx="30">
                  <c:v>9.4</c:v>
                </c:pt>
                <c:pt idx="31">
                  <c:v>5.3</c:v>
                </c:pt>
                <c:pt idx="32">
                  <c:v>9.2</c:v>
                </c:pt>
                <c:pt idx="33">
                  <c:v>3.5</c:v>
                </c:pt>
                <c:pt idx="34">
                  <c:v>9.5</c:v>
                </c:pt>
                <c:pt idx="35">
                  <c:v>3.2</c:v>
                </c:pt>
                <c:pt idx="36">
                  <c:v>6.5</c:v>
                </c:pt>
                <c:pt idx="37">
                  <c:v>8.2</c:v>
                </c:pt>
                <c:pt idx="38">
                  <c:v>8</c:v>
                </c:pt>
                <c:pt idx="39">
                  <c:v>7.3</c:v>
                </c:pt>
                <c:pt idx="40">
                  <c:v>8.9</c:v>
                </c:pt>
                <c:pt idx="41">
                  <c:v>5.2</c:v>
                </c:pt>
                <c:pt idx="42">
                  <c:v>5.4</c:v>
                </c:pt>
                <c:pt idx="43">
                  <c:v>6.6</c:v>
                </c:pt>
                <c:pt idx="44">
                  <c:v>9.1</c:v>
                </c:pt>
                <c:pt idx="45">
                  <c:v>6.4</c:v>
                </c:pt>
                <c:pt idx="46">
                  <c:v>7.6</c:v>
                </c:pt>
                <c:pt idx="47">
                  <c:v>9.2</c:v>
                </c:pt>
                <c:pt idx="48">
                  <c:v>5</c:v>
                </c:pt>
                <c:pt idx="49">
                  <c:v>4.3</c:v>
                </c:pt>
                <c:pt idx="50">
                  <c:v>9.4</c:v>
                </c:pt>
                <c:pt idx="51">
                  <c:v>6.1</c:v>
                </c:pt>
                <c:pt idx="52">
                  <c:v>6.2</c:v>
                </c:pt>
                <c:pt idx="53">
                  <c:v>8.7</c:v>
                </c:pt>
                <c:pt idx="54">
                  <c:v>8.1</c:v>
                </c:pt>
                <c:pt idx="55">
                  <c:v>3.6</c:v>
                </c:pt>
                <c:pt idx="56">
                  <c:v>9</c:v>
                </c:pt>
                <c:pt idx="57">
                  <c:v>9.9</c:v>
                </c:pt>
                <c:pt idx="58">
                  <c:v>6.3</c:v>
                </c:pt>
                <c:pt idx="59">
                  <c:v>6</c:v>
                </c:pt>
                <c:pt idx="60">
                  <c:v>7.5</c:v>
                </c:pt>
                <c:pt idx="61">
                  <c:v>4.6</c:v>
                </c:pt>
                <c:pt idx="62">
                  <c:v>6</c:v>
                </c:pt>
                <c:pt idx="63">
                  <c:v>3.7</c:v>
                </c:pt>
                <c:pt idx="64">
                  <c:v>3.3</c:v>
                </c:pt>
                <c:pt idx="65">
                  <c:v>5.5</c:v>
                </c:pt>
                <c:pt idx="66">
                  <c:v>4.7</c:v>
                </c:pt>
                <c:pt idx="67">
                  <c:v>7</c:v>
                </c:pt>
                <c:pt idx="68">
                  <c:v>5.8</c:v>
                </c:pt>
                <c:pt idx="69">
                  <c:v>5.1</c:v>
                </c:pt>
                <c:pt idx="70">
                  <c:v>8.4</c:v>
                </c:pt>
                <c:pt idx="71">
                  <c:v>3.5</c:v>
                </c:pt>
                <c:pt idx="72">
                  <c:v>4.2</c:v>
                </c:pt>
                <c:pt idx="73">
                  <c:v>6.9</c:v>
                </c:pt>
                <c:pt idx="74">
                  <c:v>7.4</c:v>
                </c:pt>
                <c:pt idx="75">
                  <c:v>3.1</c:v>
                </c:pt>
                <c:pt idx="76">
                  <c:v>6.7</c:v>
                </c:pt>
                <c:pt idx="77">
                  <c:v>3.4</c:v>
                </c:pt>
                <c:pt idx="78">
                  <c:v>4.9</c:v>
                </c:pt>
                <c:pt idx="79">
                  <c:v>3.9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6"/>
          <c:min val="12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입구 유로 두께 [mm]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1"/>
          <c:min val="2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분기 입구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1885.0729487761516</c:v>
                </c:pt>
                <c:pt idx="1">
                  <c:v>2167.3194424177905</c:v>
                </c:pt>
                <c:pt idx="2">
                  <c:v>2162.5176393152306</c:v>
                </c:pt>
                <c:pt idx="3">
                  <c:v>2197.9954893084705</c:v>
                </c:pt>
                <c:pt idx="4">
                  <c:v>2132.1598111197754</c:v>
                </c:pt>
                <c:pt idx="5">
                  <c:v>2199.9215244558022</c:v>
                </c:pt>
                <c:pt idx="6">
                  <c:v>2171.5465799519825</c:v>
                </c:pt>
                <c:pt idx="7">
                  <c:v>2255.5784788541414</c:v>
                </c:pt>
                <c:pt idx="8">
                  <c:v>2234.7407551734377</c:v>
                </c:pt>
                <c:pt idx="9">
                  <c:v>2341.219884682385</c:v>
                </c:pt>
                <c:pt idx="10">
                  <c:v>2355.040118432123</c:v>
                </c:pt>
                <c:pt idx="11">
                  <c:v>2329.9081105375776</c:v>
                </c:pt>
                <c:pt idx="12">
                  <c:v>2461.7838138509337</c:v>
                </c:pt>
                <c:pt idx="13">
                  <c:v>2088.235242714532</c:v>
                </c:pt>
                <c:pt idx="14">
                  <c:v>2619.4978171208827</c:v>
                </c:pt>
                <c:pt idx="15">
                  <c:v>2609.8637665227616</c:v>
                </c:pt>
                <c:pt idx="16">
                  <c:v>2654.2628917142188</c:v>
                </c:pt>
                <c:pt idx="17">
                  <c:v>2703.0656854602344</c:v>
                </c:pt>
                <c:pt idx="18">
                  <c:v>2589.0238286017657</c:v>
                </c:pt>
                <c:pt idx="19">
                  <c:v>2629.059582940397</c:v>
                </c:pt>
                <c:pt idx="20">
                  <c:v>2694.2178933622977</c:v>
                </c:pt>
                <c:pt idx="21">
                  <c:v>2795.4168052242176</c:v>
                </c:pt>
                <c:pt idx="22">
                  <c:v>2743.0686206658843</c:v>
                </c:pt>
                <c:pt idx="23">
                  <c:v>2825.521950882869</c:v>
                </c:pt>
                <c:pt idx="24">
                  <c:v>2820.217361745604</c:v>
                </c:pt>
                <c:pt idx="25">
                  <c:v>2790.42224235058</c:v>
                </c:pt>
                <c:pt idx="26">
                  <c:v>2820.4198176436976</c:v>
                </c:pt>
                <c:pt idx="27">
                  <c:v>2857.4661659300295</c:v>
                </c:pt>
                <c:pt idx="28">
                  <c:v>2753.475895167379</c:v>
                </c:pt>
                <c:pt idx="29">
                  <c:v>2895.343182909642</c:v>
                </c:pt>
                <c:pt idx="30">
                  <c:v>2851.5130640672155</c:v>
                </c:pt>
                <c:pt idx="31">
                  <c:v>3220.598983678345</c:v>
                </c:pt>
                <c:pt idx="32">
                  <c:v>2985.3097712370836</c:v>
                </c:pt>
                <c:pt idx="33">
                  <c:v>3063.7422505810896</c:v>
                </c:pt>
                <c:pt idx="34">
                  <c:v>3086.261444948537</c:v>
                </c:pt>
                <c:pt idx="35">
                  <c:v>3169.918207009258</c:v>
                </c:pt>
                <c:pt idx="36">
                  <c:v>3250.311169331402</c:v>
                </c:pt>
                <c:pt idx="37">
                  <c:v>3373.262513596256</c:v>
                </c:pt>
                <c:pt idx="38">
                  <c:v>3253.805704756671</c:v>
                </c:pt>
                <c:pt idx="39">
                  <c:v>3063.671596355533</c:v>
                </c:pt>
                <c:pt idx="40">
                  <c:v>3203.6584665648966</c:v>
                </c:pt>
                <c:pt idx="41">
                  <c:v>3193.4473410120836</c:v>
                </c:pt>
                <c:pt idx="42">
                  <c:v>3279.9955206112922</c:v>
                </c:pt>
                <c:pt idx="43">
                  <c:v>3228.2516983603095</c:v>
                </c:pt>
                <c:pt idx="44">
                  <c:v>3151.1466767166216</c:v>
                </c:pt>
                <c:pt idx="45">
                  <c:v>3397.455334178516</c:v>
                </c:pt>
                <c:pt idx="46">
                  <c:v>3355.660612278647</c:v>
                </c:pt>
                <c:pt idx="47">
                  <c:v>3366.502212198537</c:v>
                </c:pt>
                <c:pt idx="48">
                  <c:v>3366.691605126127</c:v>
                </c:pt>
                <c:pt idx="49">
                  <c:v>3295.9941575631883</c:v>
                </c:pt>
                <c:pt idx="50">
                  <c:v>3315.4416982406424</c:v>
                </c:pt>
                <c:pt idx="51">
                  <c:v>3420.656490650121</c:v>
                </c:pt>
                <c:pt idx="52">
                  <c:v>3552.2136373849457</c:v>
                </c:pt>
                <c:pt idx="53">
                  <c:v>3617.094116393074</c:v>
                </c:pt>
                <c:pt idx="54">
                  <c:v>3451.8098493823536</c:v>
                </c:pt>
                <c:pt idx="55">
                  <c:v>3494.8979118059824</c:v>
                </c:pt>
                <c:pt idx="56">
                  <c:v>3739.7773222152064</c:v>
                </c:pt>
                <c:pt idx="57">
                  <c:v>3623.012974352936</c:v>
                </c:pt>
                <c:pt idx="58">
                  <c:v>3551.16112885127</c:v>
                </c:pt>
                <c:pt idx="59">
                  <c:v>3782.896617304972</c:v>
                </c:pt>
                <c:pt idx="60">
                  <c:v>3616.656870908893</c:v>
                </c:pt>
                <c:pt idx="61">
                  <c:v>3567.507942981992</c:v>
                </c:pt>
                <c:pt idx="62">
                  <c:v>3653.439060554465</c:v>
                </c:pt>
                <c:pt idx="63">
                  <c:v>3485.0356202500575</c:v>
                </c:pt>
                <c:pt idx="64">
                  <c:v>3782.3548263931884</c:v>
                </c:pt>
                <c:pt idx="65">
                  <c:v>3840.700297478419</c:v>
                </c:pt>
                <c:pt idx="66">
                  <c:v>3704.7685632607754</c:v>
                </c:pt>
                <c:pt idx="67">
                  <c:v>3946.489425705163</c:v>
                </c:pt>
                <c:pt idx="68">
                  <c:v>3601.1106710467543</c:v>
                </c:pt>
                <c:pt idx="69">
                  <c:v>3880.146307062004</c:v>
                </c:pt>
                <c:pt idx="70">
                  <c:v>3872.0587753268896</c:v>
                </c:pt>
                <c:pt idx="71">
                  <c:v>3852.469332878124</c:v>
                </c:pt>
                <c:pt idx="72">
                  <c:v>3840.3495308699908</c:v>
                </c:pt>
                <c:pt idx="73">
                  <c:v>3800.576188663806</c:v>
                </c:pt>
                <c:pt idx="74">
                  <c:v>3775.3380564036192</c:v>
                </c:pt>
                <c:pt idx="75">
                  <c:v>4134.218720385623</c:v>
                </c:pt>
                <c:pt idx="76">
                  <c:v>4367.4158047562505</c:v>
                </c:pt>
                <c:pt idx="77">
                  <c:v>4349.433506964005</c:v>
                </c:pt>
                <c:pt idx="78">
                  <c:v>4126.910020515687</c:v>
                </c:pt>
                <c:pt idx="79">
                  <c:v>4531.091756984303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0"/>
          <c:min val="150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500"/>
        <c:auto val="1"/>
        <c:lblAlgn val="ctr"/>
        <c:noMultiLvlLbl val="1"/>
        <c:majorUnit val="1000"/>
      </c:valAx>
      <c:valAx>
        <c:axId val="2094734552"/>
        <c:scaling>
          <c:orientation val="minMax"/>
          <c:max val="5000"/>
          <c:min val="150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500"/>
        <c:crossBetween val="midCat"/>
        <c:majorUnit val="1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0.6178298389458924</c:v>
                </c:pt>
                <c:pt idx="1">
                  <c:v>0.6356988130286223</c:v>
                </c:pt>
                <c:pt idx="2">
                  <c:v>0.7235102745217472</c:v>
                </c:pt>
                <c:pt idx="3">
                  <c:v>0.7103006976315137</c:v>
                </c:pt>
                <c:pt idx="4">
                  <c:v>0.7514211288885446</c:v>
                </c:pt>
                <c:pt idx="5">
                  <c:v>0.7815027803905544</c:v>
                </c:pt>
                <c:pt idx="6">
                  <c:v>0.7409721899830584</c:v>
                </c:pt>
                <c:pt idx="7">
                  <c:v>0.7506918862672347</c:v>
                </c:pt>
                <c:pt idx="8">
                  <c:v>0.7738543144321353</c:v>
                </c:pt>
                <c:pt idx="9">
                  <c:v>0.7960760494769914</c:v>
                </c:pt>
                <c:pt idx="10">
                  <c:v>0.8132435784692865</c:v>
                </c:pt>
                <c:pt idx="11">
                  <c:v>0.7900414042506095</c:v>
                </c:pt>
                <c:pt idx="12">
                  <c:v>0.7832450713397551</c:v>
                </c:pt>
                <c:pt idx="13">
                  <c:v>0.8829343238321491</c:v>
                </c:pt>
                <c:pt idx="14">
                  <c:v>0.8096705277464337</c:v>
                </c:pt>
                <c:pt idx="15">
                  <c:v>0.8306189679741667</c:v>
                </c:pt>
                <c:pt idx="16">
                  <c:v>0.8488464580131851</c:v>
                </c:pt>
                <c:pt idx="17">
                  <c:v>0.839189505184528</c:v>
                </c:pt>
                <c:pt idx="18">
                  <c:v>0.824366969820407</c:v>
                </c:pt>
                <c:pt idx="19">
                  <c:v>0.8728374170667839</c:v>
                </c:pt>
                <c:pt idx="20">
                  <c:v>0.8564508268503273</c:v>
                </c:pt>
                <c:pt idx="21">
                  <c:v>0.8511898585066336</c:v>
                </c:pt>
                <c:pt idx="22">
                  <c:v>0.8794485267803299</c:v>
                </c:pt>
                <c:pt idx="23">
                  <c:v>0.8990410208352373</c:v>
                </c:pt>
                <c:pt idx="24">
                  <c:v>0.9032757739880117</c:v>
                </c:pt>
                <c:pt idx="25">
                  <c:v>0.8820664948623146</c:v>
                </c:pt>
                <c:pt idx="26">
                  <c:v>0.8713796770205684</c:v>
                </c:pt>
                <c:pt idx="27">
                  <c:v>0.9096021378051525</c:v>
                </c:pt>
                <c:pt idx="28">
                  <c:v>0.8857122758114937</c:v>
                </c:pt>
                <c:pt idx="29">
                  <c:v>0.8603522158736812</c:v>
                </c:pt>
                <c:pt idx="30">
                  <c:v>0.9407460783235936</c:v>
                </c:pt>
                <c:pt idx="31">
                  <c:v>0.959301581813618</c:v>
                </c:pt>
                <c:pt idx="32">
                  <c:v>0.9827972309030636</c:v>
                </c:pt>
                <c:pt idx="33">
                  <c:v>0.989742597686508</c:v>
                </c:pt>
                <c:pt idx="34">
                  <c:v>1.024792734754425</c:v>
                </c:pt>
                <c:pt idx="35">
                  <c:v>0.9845545931104814</c:v>
                </c:pt>
                <c:pt idx="36">
                  <c:v>1.051186900880139</c:v>
                </c:pt>
                <c:pt idx="37">
                  <c:v>1.046242118668267</c:v>
                </c:pt>
                <c:pt idx="38">
                  <c:v>1.0276873788827738</c:v>
                </c:pt>
                <c:pt idx="39">
                  <c:v>1.0286854479765044</c:v>
                </c:pt>
                <c:pt idx="40">
                  <c:v>1.0237012770103762</c:v>
                </c:pt>
                <c:pt idx="41">
                  <c:v>1.0500079449602755</c:v>
                </c:pt>
                <c:pt idx="42">
                  <c:v>1.0444506702680445</c:v>
                </c:pt>
                <c:pt idx="43">
                  <c:v>1.0169727800865993</c:v>
                </c:pt>
                <c:pt idx="44">
                  <c:v>1.0419610512815802</c:v>
                </c:pt>
                <c:pt idx="45">
                  <c:v>1.077255594629233</c:v>
                </c:pt>
                <c:pt idx="46">
                  <c:v>1.0642182745759314</c:v>
                </c:pt>
                <c:pt idx="47">
                  <c:v>1.0681094750236877</c:v>
                </c:pt>
                <c:pt idx="48">
                  <c:v>1.1067155457089748</c:v>
                </c:pt>
                <c:pt idx="49">
                  <c:v>1.118671322051823</c:v>
                </c:pt>
                <c:pt idx="50">
                  <c:v>1.129390429854523</c:v>
                </c:pt>
                <c:pt idx="51">
                  <c:v>1.0913854860955414</c:v>
                </c:pt>
                <c:pt idx="52">
                  <c:v>1.1332942949257876</c:v>
                </c:pt>
                <c:pt idx="53">
                  <c:v>1.1453653392037406</c:v>
                </c:pt>
                <c:pt idx="54">
                  <c:v>1.1426727263706593</c:v>
                </c:pt>
                <c:pt idx="55">
                  <c:v>1.1398803120947403</c:v>
                </c:pt>
                <c:pt idx="56">
                  <c:v>1.1308206904929952</c:v>
                </c:pt>
                <c:pt idx="57">
                  <c:v>1.1811230932397663</c:v>
                </c:pt>
                <c:pt idx="58">
                  <c:v>1.1182148427353826</c:v>
                </c:pt>
                <c:pt idx="59">
                  <c:v>1.1588015982150592</c:v>
                </c:pt>
                <c:pt idx="60">
                  <c:v>1.1585129100995617</c:v>
                </c:pt>
                <c:pt idx="61">
                  <c:v>1.15243507736639</c:v>
                </c:pt>
                <c:pt idx="62">
                  <c:v>1.1755284541828022</c:v>
                </c:pt>
                <c:pt idx="63">
                  <c:v>1.2056576024685666</c:v>
                </c:pt>
                <c:pt idx="64">
                  <c:v>1.2504765197851277</c:v>
                </c:pt>
                <c:pt idx="65">
                  <c:v>1.2682882793924628</c:v>
                </c:pt>
                <c:pt idx="66">
                  <c:v>1.366893837179022</c:v>
                </c:pt>
                <c:pt idx="67">
                  <c:v>1.3366487536536327</c:v>
                </c:pt>
                <c:pt idx="68">
                  <c:v>1.3310294711517259</c:v>
                </c:pt>
                <c:pt idx="69">
                  <c:v>1.2991295065755422</c:v>
                </c:pt>
                <c:pt idx="70">
                  <c:v>1.2946384002090692</c:v>
                </c:pt>
                <c:pt idx="71">
                  <c:v>1.4100263133777031</c:v>
                </c:pt>
                <c:pt idx="72">
                  <c:v>1.4201154932026814</c:v>
                </c:pt>
                <c:pt idx="73">
                  <c:v>1.3798489310574902</c:v>
                </c:pt>
                <c:pt idx="74">
                  <c:v>1.4059719386013114</c:v>
                </c:pt>
                <c:pt idx="75">
                  <c:v>1.4455150660035883</c:v>
                </c:pt>
                <c:pt idx="76">
                  <c:v>1.439246334499035</c:v>
                </c:pt>
                <c:pt idx="77">
                  <c:v>1.5001717077045131</c:v>
                </c:pt>
                <c:pt idx="78">
                  <c:v>1.4535932495461894</c:v>
                </c:pt>
                <c:pt idx="79">
                  <c:v>1.8719418810989064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"/>
          <c:min val="0.4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4"/>
        <c:auto val="1"/>
        <c:lblAlgn val="ctr"/>
        <c:noMultiLvlLbl val="1"/>
        <c:majorUnit val="0.4"/>
      </c:valAx>
      <c:valAx>
        <c:axId val="2094734552"/>
        <c:scaling>
          <c:orientation val="minMax"/>
          <c:max val="2"/>
          <c:min val="0.4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4"/>
        <c:crossBetween val="midCat"/>
        <c:majorUnit val="0.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122.08993956536254</c:v>
                </c:pt>
                <c:pt idx="1">
                  <c:v>122.2097929243702</c:v>
                </c:pt>
                <c:pt idx="2">
                  <c:v>122.2914404425097</c:v>
                </c:pt>
                <c:pt idx="3">
                  <c:v>122.17057621287172</c:v>
                </c:pt>
                <c:pt idx="4">
                  <c:v>121.37291145040169</c:v>
                </c:pt>
                <c:pt idx="5">
                  <c:v>122.00230782717573</c:v>
                </c:pt>
                <c:pt idx="6">
                  <c:v>122.36361663626282</c:v>
                </c:pt>
                <c:pt idx="7">
                  <c:v>122.6944969382331</c:v>
                </c:pt>
                <c:pt idx="8">
                  <c:v>123.23079134861372</c:v>
                </c:pt>
                <c:pt idx="9">
                  <c:v>123.00136002473533</c:v>
                </c:pt>
                <c:pt idx="10">
                  <c:v>123.2630737499331</c:v>
                </c:pt>
                <c:pt idx="11">
                  <c:v>122.90744026804933</c:v>
                </c:pt>
                <c:pt idx="12">
                  <c:v>123.3019079614546</c:v>
                </c:pt>
                <c:pt idx="13">
                  <c:v>123.74597400848047</c:v>
                </c:pt>
                <c:pt idx="14">
                  <c:v>123.8120377127502</c:v>
                </c:pt>
                <c:pt idx="15">
                  <c:v>124.11979028260981</c:v>
                </c:pt>
                <c:pt idx="16">
                  <c:v>123.78892115140319</c:v>
                </c:pt>
                <c:pt idx="17">
                  <c:v>124.0970819808097</c:v>
                </c:pt>
                <c:pt idx="18">
                  <c:v>124.03125376281398</c:v>
                </c:pt>
                <c:pt idx="19">
                  <c:v>124.89290331086444</c:v>
                </c:pt>
                <c:pt idx="20">
                  <c:v>124.63612838749945</c:v>
                </c:pt>
                <c:pt idx="21">
                  <c:v>124.56666750842558</c:v>
                </c:pt>
                <c:pt idx="22">
                  <c:v>124.64665886415884</c:v>
                </c:pt>
                <c:pt idx="23">
                  <c:v>124.21940194942398</c:v>
                </c:pt>
                <c:pt idx="24">
                  <c:v>125.16830403581613</c:v>
                </c:pt>
                <c:pt idx="25">
                  <c:v>124.49122171503932</c:v>
                </c:pt>
                <c:pt idx="26">
                  <c:v>125.22411983580392</c:v>
                </c:pt>
                <c:pt idx="27">
                  <c:v>124.9241487582192</c:v>
                </c:pt>
                <c:pt idx="28">
                  <c:v>125.15894036840348</c:v>
                </c:pt>
                <c:pt idx="29">
                  <c:v>125.22535797187236</c:v>
                </c:pt>
                <c:pt idx="30">
                  <c:v>124.69628926427588</c:v>
                </c:pt>
                <c:pt idx="31">
                  <c:v>124.91590714730204</c:v>
                </c:pt>
                <c:pt idx="32">
                  <c:v>125.46658671306464</c:v>
                </c:pt>
                <c:pt idx="33">
                  <c:v>125.50805522253681</c:v>
                </c:pt>
                <c:pt idx="34">
                  <c:v>125.26783379223812</c:v>
                </c:pt>
                <c:pt idx="35">
                  <c:v>125.4292815106608</c:v>
                </c:pt>
                <c:pt idx="36">
                  <c:v>125.3301287076687</c:v>
                </c:pt>
                <c:pt idx="37">
                  <c:v>125.05184771223942</c:v>
                </c:pt>
                <c:pt idx="38">
                  <c:v>125.46530868769919</c:v>
                </c:pt>
                <c:pt idx="39">
                  <c:v>125.71231170158667</c:v>
                </c:pt>
                <c:pt idx="40">
                  <c:v>125.42021772028461</c:v>
                </c:pt>
                <c:pt idx="41">
                  <c:v>125.83247665985809</c:v>
                </c:pt>
                <c:pt idx="42">
                  <c:v>125.57701363112484</c:v>
                </c:pt>
                <c:pt idx="43">
                  <c:v>126.2904021268758</c:v>
                </c:pt>
                <c:pt idx="44">
                  <c:v>125.93588160792835</c:v>
                </c:pt>
                <c:pt idx="45">
                  <c:v>126.13142156720473</c:v>
                </c:pt>
                <c:pt idx="46">
                  <c:v>125.96216010784568</c:v>
                </c:pt>
                <c:pt idx="47">
                  <c:v>125.92050805110023</c:v>
                </c:pt>
                <c:pt idx="48">
                  <c:v>126.24765941647898</c:v>
                </c:pt>
                <c:pt idx="49">
                  <c:v>126.12843385836892</c:v>
                </c:pt>
                <c:pt idx="50">
                  <c:v>125.54106692760588</c:v>
                </c:pt>
                <c:pt idx="51">
                  <c:v>125.90180179839854</c:v>
                </c:pt>
                <c:pt idx="52">
                  <c:v>125.34248248303503</c:v>
                </c:pt>
                <c:pt idx="53">
                  <c:v>126.85026682592495</c:v>
                </c:pt>
                <c:pt idx="54">
                  <c:v>126.66678148258617</c:v>
                </c:pt>
                <c:pt idx="55">
                  <c:v>126.5200838514378</c:v>
                </c:pt>
                <c:pt idx="56">
                  <c:v>126.78016741743967</c:v>
                </c:pt>
                <c:pt idx="57">
                  <c:v>126.34982488208242</c:v>
                </c:pt>
                <c:pt idx="58">
                  <c:v>126.53055938874283</c:v>
                </c:pt>
                <c:pt idx="59">
                  <c:v>126.56221157995516</c:v>
                </c:pt>
                <c:pt idx="60">
                  <c:v>126.8062154458575</c:v>
                </c:pt>
                <c:pt idx="61">
                  <c:v>126.3224949608308</c:v>
                </c:pt>
                <c:pt idx="62">
                  <c:v>126.44879920528456</c:v>
                </c:pt>
                <c:pt idx="63">
                  <c:v>126.80556789689058</c:v>
                </c:pt>
                <c:pt idx="64">
                  <c:v>127.07944843080438</c:v>
                </c:pt>
                <c:pt idx="65">
                  <c:v>127.22884880032002</c:v>
                </c:pt>
                <c:pt idx="66">
                  <c:v>126.88401784916175</c:v>
                </c:pt>
                <c:pt idx="67">
                  <c:v>127.35683256097752</c:v>
                </c:pt>
                <c:pt idx="68">
                  <c:v>127.3675472254236</c:v>
                </c:pt>
                <c:pt idx="69">
                  <c:v>127.95949854949062</c:v>
                </c:pt>
                <c:pt idx="70">
                  <c:v>128.0170557968366</c:v>
                </c:pt>
                <c:pt idx="71">
                  <c:v>128.05812083837782</c:v>
                </c:pt>
                <c:pt idx="72">
                  <c:v>128.46527744399688</c:v>
                </c:pt>
                <c:pt idx="73">
                  <c:v>128.13608249080792</c:v>
                </c:pt>
                <c:pt idx="74">
                  <c:v>128.11247203789435</c:v>
                </c:pt>
                <c:pt idx="75">
                  <c:v>128.78283990605064</c:v>
                </c:pt>
                <c:pt idx="76">
                  <c:v>128.68698468400237</c:v>
                </c:pt>
                <c:pt idx="77">
                  <c:v>129.55507550404548</c:v>
                </c:pt>
                <c:pt idx="78">
                  <c:v>129.34034188077152</c:v>
                </c:pt>
                <c:pt idx="79">
                  <c:v>131.13800676732387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32"/>
          <c:min val="12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20"/>
        <c:auto val="1"/>
        <c:lblAlgn val="ctr"/>
        <c:noMultiLvlLbl val="1"/>
        <c:majorUnit val="4"/>
      </c:valAx>
      <c:valAx>
        <c:axId val="2094734552"/>
        <c:scaling>
          <c:orientation val="minMax"/>
          <c:max val="132"/>
          <c:min val="12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20"/>
        <c:crossBetween val="midCat"/>
        <c:majorUnit val="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0.005821675551366652</c:v>
                </c:pt>
                <c:pt idx="1">
                  <c:v>0.00798361809653821</c:v>
                </c:pt>
                <c:pt idx="2">
                  <c:v>0.007010338457516484</c:v>
                </c:pt>
                <c:pt idx="3">
                  <c:v>0.01100606617475691</c:v>
                </c:pt>
                <c:pt idx="4">
                  <c:v>0.00966346400798293</c:v>
                </c:pt>
                <c:pt idx="5">
                  <c:v>0.006169337649205322</c:v>
                </c:pt>
                <c:pt idx="6">
                  <c:v>0.01260048900620077</c:v>
                </c:pt>
                <c:pt idx="7">
                  <c:v>0.008775970413523529</c:v>
                </c:pt>
                <c:pt idx="8">
                  <c:v>0.013215392200036188</c:v>
                </c:pt>
                <c:pt idx="9">
                  <c:v>0.008826926690181869</c:v>
                </c:pt>
                <c:pt idx="10">
                  <c:v>0.008455285666268547</c:v>
                </c:pt>
                <c:pt idx="11">
                  <c:v>0.010978927548658424</c:v>
                </c:pt>
                <c:pt idx="12">
                  <c:v>0.00706461514329668</c:v>
                </c:pt>
                <c:pt idx="13">
                  <c:v>0.009407003849337344</c:v>
                </c:pt>
                <c:pt idx="14">
                  <c:v>0.011091798802753343</c:v>
                </c:pt>
                <c:pt idx="15">
                  <c:v>0.008054929067503033</c:v>
                </c:pt>
                <c:pt idx="16">
                  <c:v>0.011937450856352448</c:v>
                </c:pt>
                <c:pt idx="17">
                  <c:v>0.013602346601819703</c:v>
                </c:pt>
                <c:pt idx="18">
                  <c:v>0.010712909651995724</c:v>
                </c:pt>
                <c:pt idx="19">
                  <c:v>0.013684642526251269</c:v>
                </c:pt>
                <c:pt idx="20">
                  <c:v>0.01619093157038077</c:v>
                </c:pt>
                <c:pt idx="21">
                  <c:v>0.01009346161210951</c:v>
                </c:pt>
                <c:pt idx="22">
                  <c:v>0.00868366883465629</c:v>
                </c:pt>
                <c:pt idx="23">
                  <c:v>0.013750046711096564</c:v>
                </c:pt>
                <c:pt idx="24">
                  <c:v>0.0113023255618654</c:v>
                </c:pt>
                <c:pt idx="25">
                  <c:v>0.01109669182342679</c:v>
                </c:pt>
                <c:pt idx="26">
                  <c:v>0.008839370471592039</c:v>
                </c:pt>
                <c:pt idx="27">
                  <c:v>0.011762076685365132</c:v>
                </c:pt>
                <c:pt idx="28">
                  <c:v>0.013163369395452054</c:v>
                </c:pt>
                <c:pt idx="29">
                  <c:v>0.014475050063676402</c:v>
                </c:pt>
                <c:pt idx="30">
                  <c:v>0.010180483750433438</c:v>
                </c:pt>
                <c:pt idx="31">
                  <c:v>0.01141595654150503</c:v>
                </c:pt>
                <c:pt idx="32">
                  <c:v>0.01584692024654407</c:v>
                </c:pt>
                <c:pt idx="33">
                  <c:v>0.008321787962496573</c:v>
                </c:pt>
                <c:pt idx="34">
                  <c:v>0.0071006696988094795</c:v>
                </c:pt>
                <c:pt idx="35">
                  <c:v>0.010080897096426154</c:v>
                </c:pt>
                <c:pt idx="36">
                  <c:v>0.012750774606736341</c:v>
                </c:pt>
                <c:pt idx="37">
                  <c:v>0.008810875699972385</c:v>
                </c:pt>
                <c:pt idx="38">
                  <c:v>0.01468181505030486</c:v>
                </c:pt>
                <c:pt idx="39">
                  <c:v>0.013570462397571694</c:v>
                </c:pt>
                <c:pt idx="40">
                  <c:v>0.01630829642392135</c:v>
                </c:pt>
                <c:pt idx="41">
                  <c:v>0.016644661977291045</c:v>
                </c:pt>
                <c:pt idx="42">
                  <c:v>0.014870798854292435</c:v>
                </c:pt>
                <c:pt idx="43">
                  <c:v>0.016778185793976816</c:v>
                </c:pt>
                <c:pt idx="44">
                  <c:v>0.02094970007490904</c:v>
                </c:pt>
                <c:pt idx="45">
                  <c:v>0.012402043162547421</c:v>
                </c:pt>
                <c:pt idx="46">
                  <c:v>0.020959315374233185</c:v>
                </c:pt>
                <c:pt idx="47">
                  <c:v>0.019601564493858564</c:v>
                </c:pt>
                <c:pt idx="48">
                  <c:v>0.02031579897612345</c:v>
                </c:pt>
                <c:pt idx="49">
                  <c:v>0.021184807294900132</c:v>
                </c:pt>
                <c:pt idx="50">
                  <c:v>0.022188399622861447</c:v>
                </c:pt>
                <c:pt idx="51">
                  <c:v>0.02183066194188119</c:v>
                </c:pt>
                <c:pt idx="52">
                  <c:v>0.02374697145030387</c:v>
                </c:pt>
                <c:pt idx="53">
                  <c:v>0.020712762737214094</c:v>
                </c:pt>
                <c:pt idx="54">
                  <c:v>0.025288126348261965</c:v>
                </c:pt>
                <c:pt idx="55">
                  <c:v>0.027688928024930583</c:v>
                </c:pt>
                <c:pt idx="56">
                  <c:v>0.03339485048478812</c:v>
                </c:pt>
                <c:pt idx="57">
                  <c:v>0.04262300612013572</c:v>
                </c:pt>
                <c:pt idx="58">
                  <c:v>0.03836155684624135</c:v>
                </c:pt>
                <c:pt idx="59">
                  <c:v>0.0372476440597564</c:v>
                </c:pt>
                <c:pt idx="60">
                  <c:v>0.041454847530309244</c:v>
                </c:pt>
                <c:pt idx="61">
                  <c:v>0.03951113559262127</c:v>
                </c:pt>
                <c:pt idx="62">
                  <c:v>0.04298787712679308</c:v>
                </c:pt>
                <c:pt idx="63">
                  <c:v>0.04663720790941391</c:v>
                </c:pt>
                <c:pt idx="64">
                  <c:v>0.04299462796265152</c:v>
                </c:pt>
                <c:pt idx="65">
                  <c:v>0.04755870167990557</c:v>
                </c:pt>
                <c:pt idx="66">
                  <c:v>0.04911442766198343</c:v>
                </c:pt>
                <c:pt idx="67">
                  <c:v>0.061676916300121024</c:v>
                </c:pt>
                <c:pt idx="68">
                  <c:v>0.056221762531404734</c:v>
                </c:pt>
                <c:pt idx="69">
                  <c:v>0.05342264631947634</c:v>
                </c:pt>
                <c:pt idx="70">
                  <c:v>0.05548126981568416</c:v>
                </c:pt>
                <c:pt idx="71">
                  <c:v>0.06350321512948538</c:v>
                </c:pt>
                <c:pt idx="72">
                  <c:v>0.057725094605451395</c:v>
                </c:pt>
                <c:pt idx="73">
                  <c:v>0.07623468156040464</c:v>
                </c:pt>
                <c:pt idx="74">
                  <c:v>0.07044991183447175</c:v>
                </c:pt>
                <c:pt idx="75">
                  <c:v>0.07152604197974843</c:v>
                </c:pt>
                <c:pt idx="76">
                  <c:v>0.07611723062294382</c:v>
                </c:pt>
                <c:pt idx="77">
                  <c:v>0.08801801274624063</c:v>
                </c:pt>
                <c:pt idx="78">
                  <c:v>0.12074728638489436</c:v>
                </c:pt>
                <c:pt idx="79">
                  <c:v>0.11111050063279748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14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autoZero"/>
        <c:auto val="1"/>
        <c:lblAlgn val="ctr"/>
        <c:noMultiLvlLbl val="1"/>
        <c:majorUnit val="0.04"/>
      </c:valAx>
      <c:valAx>
        <c:axId val="2094734552"/>
        <c:scaling>
          <c:orientation val="minMax"/>
          <c:max val="0.14"/>
          <c:min val="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"/>
        <c:crossBetween val="midCat"/>
        <c:majorUnit val="0.0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0090B0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0090B0"/>
              </a:solidFill>
              <a:ln w="9525" cap="flat">
                <a:solidFill>
                  <a:srgbClr val="0090B0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-0.0010968086286532938</c:v>
                </c:pt>
                <c:pt idx="1">
                  <c:v>0.004037877235654433</c:v>
                </c:pt>
                <c:pt idx="2">
                  <c:v>0.0024444730610352784</c:v>
                </c:pt>
                <c:pt idx="3">
                  <c:v>0.0018261055926934722</c:v>
                </c:pt>
                <c:pt idx="4">
                  <c:v>0.0023285026347899754</c:v>
                </c:pt>
                <c:pt idx="5">
                  <c:v>0.0030005486938416495</c:v>
                </c:pt>
                <c:pt idx="6">
                  <c:v>0.002166246220197175</c:v>
                </c:pt>
                <c:pt idx="7">
                  <c:v>0.008121233187767144</c:v>
                </c:pt>
                <c:pt idx="8">
                  <c:v>0.0026188324391928225</c:v>
                </c:pt>
                <c:pt idx="9">
                  <c:v>0.005116593709810175</c:v>
                </c:pt>
                <c:pt idx="10">
                  <c:v>0.005569574975944156</c:v>
                </c:pt>
                <c:pt idx="11">
                  <c:v>0.0034144450130798587</c:v>
                </c:pt>
                <c:pt idx="12">
                  <c:v>0.0026037915192728828</c:v>
                </c:pt>
                <c:pt idx="13">
                  <c:v>0.0032362756295503843</c:v>
                </c:pt>
                <c:pt idx="14">
                  <c:v>0.004252737969883313</c:v>
                </c:pt>
                <c:pt idx="15">
                  <c:v>0.007629190653921287</c:v>
                </c:pt>
                <c:pt idx="16">
                  <c:v>0.003371327025803371</c:v>
                </c:pt>
                <c:pt idx="17">
                  <c:v>0.0034883777454680328</c:v>
                </c:pt>
                <c:pt idx="18">
                  <c:v>0.007000497393455858</c:v>
                </c:pt>
                <c:pt idx="19">
                  <c:v>0.005272800288852672</c:v>
                </c:pt>
                <c:pt idx="20">
                  <c:v>0.00607601204142906</c:v>
                </c:pt>
                <c:pt idx="21">
                  <c:v>0.004469490100569094</c:v>
                </c:pt>
                <c:pt idx="22">
                  <c:v>0.0022873270413510897</c:v>
                </c:pt>
                <c:pt idx="23">
                  <c:v>0.005114553439156821</c:v>
                </c:pt>
                <c:pt idx="24">
                  <c:v>0.005152763451328096</c:v>
                </c:pt>
                <c:pt idx="25">
                  <c:v>0.006352714327433774</c:v>
                </c:pt>
                <c:pt idx="26">
                  <c:v>0.005560837080898419</c:v>
                </c:pt>
                <c:pt idx="27">
                  <c:v>0.005551956970154803</c:v>
                </c:pt>
                <c:pt idx="28">
                  <c:v>0.005548512090116653</c:v>
                </c:pt>
                <c:pt idx="29">
                  <c:v>0.010504784306773709</c:v>
                </c:pt>
                <c:pt idx="30">
                  <c:v>0.003320140453322778</c:v>
                </c:pt>
                <c:pt idx="31">
                  <c:v>0.0077493491429298355</c:v>
                </c:pt>
                <c:pt idx="32">
                  <c:v>0.004993190578298395</c:v>
                </c:pt>
                <c:pt idx="33">
                  <c:v>0.005883795643202281</c:v>
                </c:pt>
                <c:pt idx="34">
                  <c:v>0.0072241913474834114</c:v>
                </c:pt>
                <c:pt idx="35">
                  <c:v>0.0014514951677451083</c:v>
                </c:pt>
                <c:pt idx="36">
                  <c:v>0.002904729275218206</c:v>
                </c:pt>
                <c:pt idx="37">
                  <c:v>0.00119352622491262</c:v>
                </c:pt>
                <c:pt idx="38">
                  <c:v>0.00883315929472898</c:v>
                </c:pt>
                <c:pt idx="39">
                  <c:v>0.005628535960504287</c:v>
                </c:pt>
                <c:pt idx="40">
                  <c:v>0.003135128490234047</c:v>
                </c:pt>
                <c:pt idx="41">
                  <c:v>0.00586860993539002</c:v>
                </c:pt>
                <c:pt idx="42">
                  <c:v>0.004169520100981955</c:v>
                </c:pt>
                <c:pt idx="43">
                  <c:v>0.002858816153884278</c:v>
                </c:pt>
                <c:pt idx="44">
                  <c:v>0.008844038208168948</c:v>
                </c:pt>
                <c:pt idx="45">
                  <c:v>0.00863149322523295</c:v>
                </c:pt>
                <c:pt idx="46">
                  <c:v>0.005640133138887485</c:v>
                </c:pt>
                <c:pt idx="47">
                  <c:v>0.0076915856434407</c:v>
                </c:pt>
                <c:pt idx="48">
                  <c:v>0.006430695604114747</c:v>
                </c:pt>
                <c:pt idx="49">
                  <c:v>0.0055615613425484154</c:v>
                </c:pt>
                <c:pt idx="50">
                  <c:v>0.004227395922036927</c:v>
                </c:pt>
                <c:pt idx="51">
                  <c:v>0.0018529951042520424</c:v>
                </c:pt>
                <c:pt idx="52">
                  <c:v>0.007070020677482166</c:v>
                </c:pt>
                <c:pt idx="53">
                  <c:v>0.00838670386678912</c:v>
                </c:pt>
                <c:pt idx="54">
                  <c:v>0.005115492639188929</c:v>
                </c:pt>
                <c:pt idx="55">
                  <c:v>0.014563665295078753</c:v>
                </c:pt>
                <c:pt idx="56">
                  <c:v>0.012583419081533397</c:v>
                </c:pt>
                <c:pt idx="57">
                  <c:v>0.011441981242311808</c:v>
                </c:pt>
                <c:pt idx="58">
                  <c:v>0.01853388377690132</c:v>
                </c:pt>
                <c:pt idx="59">
                  <c:v>0.009086996387373605</c:v>
                </c:pt>
                <c:pt idx="60">
                  <c:v>0.01094583940002685</c:v>
                </c:pt>
                <c:pt idx="61">
                  <c:v>0.018059248734558737</c:v>
                </c:pt>
                <c:pt idx="62">
                  <c:v>0.009439417594612403</c:v>
                </c:pt>
                <c:pt idx="63">
                  <c:v>0.01869393961210468</c:v>
                </c:pt>
                <c:pt idx="64">
                  <c:v>0.017243719281081205</c:v>
                </c:pt>
                <c:pt idx="65">
                  <c:v>0.010292980596993023</c:v>
                </c:pt>
                <c:pt idx="66">
                  <c:v>0.02234764787227344</c:v>
                </c:pt>
                <c:pt idx="67">
                  <c:v>0.026102114852083372</c:v>
                </c:pt>
                <c:pt idx="68">
                  <c:v>0.021062718010504067</c:v>
                </c:pt>
                <c:pt idx="69">
                  <c:v>0.023501777206561714</c:v>
                </c:pt>
                <c:pt idx="70">
                  <c:v>0.019310945142631895</c:v>
                </c:pt>
                <c:pt idx="71">
                  <c:v>0.02147511218884536</c:v>
                </c:pt>
                <c:pt idx="72">
                  <c:v>0.02521528110403235</c:v>
                </c:pt>
                <c:pt idx="73">
                  <c:v>0.029959032222190346</c:v>
                </c:pt>
                <c:pt idx="74">
                  <c:v>0.02849465245915161</c:v>
                </c:pt>
                <c:pt idx="75">
                  <c:v>0.0360876404944777</c:v>
                </c:pt>
                <c:pt idx="76">
                  <c:v>0.04069579437243892</c:v>
                </c:pt>
                <c:pt idx="77">
                  <c:v>0.03294230004653619</c:v>
                </c:pt>
                <c:pt idx="78">
                  <c:v>0.03657489466579031</c:v>
                </c:pt>
                <c:pt idx="79">
                  <c:v>0.03284501999707445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05"/>
          <c:min val="-0.0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-0.01"/>
        <c:auto val="1"/>
        <c:lblAlgn val="ctr"/>
        <c:noMultiLvlLbl val="1"/>
        <c:majorUnit val="0.01"/>
      </c:valAx>
      <c:valAx>
        <c:axId val="2094734552"/>
        <c:scaling>
          <c:orientation val="minMax"/>
          <c:max val="0.05"/>
          <c:min val="-0.0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-0.01"/>
        <c:crossBetween val="midCat"/>
        <c:majorUnit val="0.0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0.1722687694465455</c:v>
                </c:pt>
                <c:pt idx="1">
                  <c:v>0.19759545459174221</c:v>
                </c:pt>
                <c:pt idx="2">
                  <c:v>0.2269102992355994</c:v>
                </c:pt>
                <c:pt idx="3">
                  <c:v>0.3070317789120067</c:v>
                </c:pt>
                <c:pt idx="4">
                  <c:v>0.2831636728300543</c:v>
                </c:pt>
                <c:pt idx="5">
                  <c:v>0.28243718640133375</c:v>
                </c:pt>
                <c:pt idx="6">
                  <c:v>0.3159020559888416</c:v>
                </c:pt>
                <c:pt idx="7">
                  <c:v>0.30711729819851463</c:v>
                </c:pt>
                <c:pt idx="8">
                  <c:v>0.294959110497114</c:v>
                </c:pt>
                <c:pt idx="9">
                  <c:v>0.3079628141951338</c:v>
                </c:pt>
                <c:pt idx="10">
                  <c:v>0.28901601826801004</c:v>
                </c:pt>
                <c:pt idx="11">
                  <c:v>0.3299589415583682</c:v>
                </c:pt>
                <c:pt idx="12">
                  <c:v>0.33732266784307896</c:v>
                </c:pt>
                <c:pt idx="13">
                  <c:v>0.31972209324854006</c:v>
                </c:pt>
                <c:pt idx="14">
                  <c:v>0.3379851709818479</c:v>
                </c:pt>
                <c:pt idx="15">
                  <c:v>0.3455977231270022</c:v>
                </c:pt>
                <c:pt idx="16">
                  <c:v>0.4077487731379407</c:v>
                </c:pt>
                <c:pt idx="17">
                  <c:v>0.3512276748547604</c:v>
                </c:pt>
                <c:pt idx="18">
                  <c:v>0.3604270857339625</c:v>
                </c:pt>
                <c:pt idx="19">
                  <c:v>0.38692716275040373</c:v>
                </c:pt>
                <c:pt idx="20">
                  <c:v>0.39866544516263747</c:v>
                </c:pt>
                <c:pt idx="21">
                  <c:v>0.4048452813451033</c:v>
                </c:pt>
                <c:pt idx="22">
                  <c:v>0.3949171855430053</c:v>
                </c:pt>
                <c:pt idx="23">
                  <c:v>0.39565312345947057</c:v>
                </c:pt>
                <c:pt idx="24">
                  <c:v>0.3569721508898572</c:v>
                </c:pt>
                <c:pt idx="25">
                  <c:v>0.4311518074816114</c:v>
                </c:pt>
                <c:pt idx="26">
                  <c:v>0.4723609370274081</c:v>
                </c:pt>
                <c:pt idx="27">
                  <c:v>0.413484264473118</c:v>
                </c:pt>
                <c:pt idx="28">
                  <c:v>0.4211708724726409</c:v>
                </c:pt>
                <c:pt idx="29">
                  <c:v>0.39865568816476277</c:v>
                </c:pt>
                <c:pt idx="30">
                  <c:v>0.41874682369142757</c:v>
                </c:pt>
                <c:pt idx="31">
                  <c:v>0.413386981043761</c:v>
                </c:pt>
                <c:pt idx="32">
                  <c:v>0.44698650333185863</c:v>
                </c:pt>
                <c:pt idx="33">
                  <c:v>0.38159999188733834</c:v>
                </c:pt>
                <c:pt idx="34">
                  <c:v>0.44636637336079027</c:v>
                </c:pt>
                <c:pt idx="35">
                  <c:v>0.46989158464345837</c:v>
                </c:pt>
                <c:pt idx="36">
                  <c:v>0.4324299744767257</c:v>
                </c:pt>
                <c:pt idx="37">
                  <c:v>0.45534989528810144</c:v>
                </c:pt>
                <c:pt idx="38">
                  <c:v>0.45464974491427895</c:v>
                </c:pt>
                <c:pt idx="39">
                  <c:v>0.4355329795437788</c:v>
                </c:pt>
                <c:pt idx="40">
                  <c:v>0.4872746607989447</c:v>
                </c:pt>
                <c:pt idx="41">
                  <c:v>0.4702901857544007</c:v>
                </c:pt>
                <c:pt idx="42">
                  <c:v>0.5045110184618556</c:v>
                </c:pt>
                <c:pt idx="43">
                  <c:v>0.44129926657455437</c:v>
                </c:pt>
                <c:pt idx="44">
                  <c:v>0.46915214718733894</c:v>
                </c:pt>
                <c:pt idx="45">
                  <c:v>0.4849657572211631</c:v>
                </c:pt>
                <c:pt idx="46">
                  <c:v>0.5437323929875615</c:v>
                </c:pt>
                <c:pt idx="47">
                  <c:v>0.45193107638348395</c:v>
                </c:pt>
                <c:pt idx="48">
                  <c:v>0.5331410322095609</c:v>
                </c:pt>
                <c:pt idx="49">
                  <c:v>0.4999517863805472</c:v>
                </c:pt>
                <c:pt idx="50">
                  <c:v>0.5007205123477045</c:v>
                </c:pt>
                <c:pt idx="51">
                  <c:v>0.46088457845396297</c:v>
                </c:pt>
                <c:pt idx="52">
                  <c:v>0.5294018712406181</c:v>
                </c:pt>
                <c:pt idx="53">
                  <c:v>0.610900283604126</c:v>
                </c:pt>
                <c:pt idx="54">
                  <c:v>0.509141768552142</c:v>
                </c:pt>
                <c:pt idx="55">
                  <c:v>0.6043071799454786</c:v>
                </c:pt>
                <c:pt idx="56">
                  <c:v>0.520821133726478</c:v>
                </c:pt>
                <c:pt idx="57">
                  <c:v>0.5554279070443678</c:v>
                </c:pt>
                <c:pt idx="58">
                  <c:v>0.5717219840003686</c:v>
                </c:pt>
                <c:pt idx="59">
                  <c:v>0.5954117221421737</c:v>
                </c:pt>
                <c:pt idx="60">
                  <c:v>0.5634410636238373</c:v>
                </c:pt>
                <c:pt idx="61">
                  <c:v>0.6503122812878431</c:v>
                </c:pt>
                <c:pt idx="62">
                  <c:v>0.5672707109634338</c:v>
                </c:pt>
                <c:pt idx="63">
                  <c:v>0.6232242443941645</c:v>
                </c:pt>
                <c:pt idx="64">
                  <c:v>0.6309563943053969</c:v>
                </c:pt>
                <c:pt idx="65">
                  <c:v>0.6107356883438169</c:v>
                </c:pt>
                <c:pt idx="66">
                  <c:v>0.6505328006855666</c:v>
                </c:pt>
                <c:pt idx="67">
                  <c:v>0.6376789692887399</c:v>
                </c:pt>
                <c:pt idx="68">
                  <c:v>0.6218999989522557</c:v>
                </c:pt>
                <c:pt idx="69">
                  <c:v>0.6322903824293216</c:v>
                </c:pt>
                <c:pt idx="70">
                  <c:v>0.6781433573759152</c:v>
                </c:pt>
                <c:pt idx="71">
                  <c:v>0.7057209943252559</c:v>
                </c:pt>
                <c:pt idx="72">
                  <c:v>0.6570288221855314</c:v>
                </c:pt>
                <c:pt idx="73">
                  <c:v>0.648043501494696</c:v>
                </c:pt>
                <c:pt idx="74">
                  <c:v>0.6609282974532384</c:v>
                </c:pt>
                <c:pt idx="75">
                  <c:v>0.7108611127619797</c:v>
                </c:pt>
                <c:pt idx="76">
                  <c:v>0.6553385235914786</c:v>
                </c:pt>
                <c:pt idx="77">
                  <c:v>0.7067682902295205</c:v>
                </c:pt>
                <c:pt idx="78">
                  <c:v>0.6649326104897066</c:v>
                </c:pt>
                <c:pt idx="79">
                  <c:v>0.6636312087833753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8"/>
          <c:min val="0.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1"/>
        <c:auto val="1"/>
        <c:lblAlgn val="ctr"/>
        <c:noMultiLvlLbl val="1"/>
        <c:majorUnit val="0.2"/>
      </c:valAx>
      <c:valAx>
        <c:axId val="2094734552"/>
        <c:scaling>
          <c:orientation val="minMax"/>
          <c:max val="0.8"/>
          <c:min val="0.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1"/>
        <c:crossBetween val="midCat"/>
        <c:majorUnit val="0.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5.014760087178658</c:v>
                </c:pt>
                <c:pt idx="1">
                  <c:v>5.019848204384912</c:v>
                </c:pt>
                <c:pt idx="2">
                  <c:v>5.027218633341993</c:v>
                </c:pt>
                <c:pt idx="3">
                  <c:v>5.036901626781821</c:v>
                </c:pt>
                <c:pt idx="4">
                  <c:v>5.052546516110076</c:v>
                </c:pt>
                <c:pt idx="5">
                  <c:v>5.054976947561013</c:v>
                </c:pt>
                <c:pt idx="6">
                  <c:v>5.057209778975983</c:v>
                </c:pt>
                <c:pt idx="7">
                  <c:v>5.059737256558871</c:v>
                </c:pt>
                <c:pt idx="8">
                  <c:v>5.062463613017889</c:v>
                </c:pt>
                <c:pt idx="9">
                  <c:v>5.06318687181286</c:v>
                </c:pt>
                <c:pt idx="10">
                  <c:v>5.065181484985299</c:v>
                </c:pt>
                <c:pt idx="11">
                  <c:v>5.064937763533798</c:v>
                </c:pt>
                <c:pt idx="12">
                  <c:v>5.066163489490742</c:v>
                </c:pt>
                <c:pt idx="13">
                  <c:v>5.066588465186049</c:v>
                </c:pt>
                <c:pt idx="14">
                  <c:v>5.067047009160103</c:v>
                </c:pt>
                <c:pt idx="15">
                  <c:v>5.069480600131183</c:v>
                </c:pt>
                <c:pt idx="16">
                  <c:v>5.071140549057614</c:v>
                </c:pt>
                <c:pt idx="17">
                  <c:v>5.071673924153676</c:v>
                </c:pt>
                <c:pt idx="18">
                  <c:v>5.07271350676164</c:v>
                </c:pt>
                <c:pt idx="19">
                  <c:v>5.075912292900792</c:v>
                </c:pt>
                <c:pt idx="20">
                  <c:v>5.0768670139872665</c:v>
                </c:pt>
                <c:pt idx="21">
                  <c:v>5.081829719568781</c:v>
                </c:pt>
                <c:pt idx="22">
                  <c:v>5.093421126559013</c:v>
                </c:pt>
                <c:pt idx="23">
                  <c:v>5.093406980519469</c:v>
                </c:pt>
                <c:pt idx="24">
                  <c:v>5.094079787985051</c:v>
                </c:pt>
                <c:pt idx="25">
                  <c:v>5.097923568246821</c:v>
                </c:pt>
                <c:pt idx="26">
                  <c:v>5.100731972592453</c:v>
                </c:pt>
                <c:pt idx="27">
                  <c:v>5.10024266485795</c:v>
                </c:pt>
                <c:pt idx="28">
                  <c:v>5.101430850728589</c:v>
                </c:pt>
                <c:pt idx="29">
                  <c:v>5.10296648827209</c:v>
                </c:pt>
                <c:pt idx="30">
                  <c:v>5.102328029109935</c:v>
                </c:pt>
                <c:pt idx="31">
                  <c:v>5.108983281759939</c:v>
                </c:pt>
                <c:pt idx="32">
                  <c:v>5.110110102403452</c:v>
                </c:pt>
                <c:pt idx="33">
                  <c:v>5.112084803887465</c:v>
                </c:pt>
                <c:pt idx="34">
                  <c:v>5.11515349458539</c:v>
                </c:pt>
                <c:pt idx="35">
                  <c:v>5.117482575971468</c:v>
                </c:pt>
                <c:pt idx="36">
                  <c:v>5.119569350467498</c:v>
                </c:pt>
                <c:pt idx="37">
                  <c:v>5.11891044814156</c:v>
                </c:pt>
                <c:pt idx="38">
                  <c:v>5.120219677616308</c:v>
                </c:pt>
                <c:pt idx="39">
                  <c:v>5.12368968688629</c:v>
                </c:pt>
                <c:pt idx="40">
                  <c:v>5.12496549576119</c:v>
                </c:pt>
                <c:pt idx="41">
                  <c:v>5.1256064966754264</c:v>
                </c:pt>
                <c:pt idx="42">
                  <c:v>5.126769881960997</c:v>
                </c:pt>
                <c:pt idx="43">
                  <c:v>5.131111506509654</c:v>
                </c:pt>
                <c:pt idx="44">
                  <c:v>5.138900940659087</c:v>
                </c:pt>
                <c:pt idx="45">
                  <c:v>5.140002695050904</c:v>
                </c:pt>
                <c:pt idx="46">
                  <c:v>5.140255840686759</c:v>
                </c:pt>
                <c:pt idx="47">
                  <c:v>5.1402257858843585</c:v>
                </c:pt>
                <c:pt idx="48">
                  <c:v>5.140899998695285</c:v>
                </c:pt>
                <c:pt idx="49">
                  <c:v>5.141548142688917</c:v>
                </c:pt>
                <c:pt idx="50">
                  <c:v>5.14193638187783</c:v>
                </c:pt>
                <c:pt idx="51">
                  <c:v>5.145811874517688</c:v>
                </c:pt>
                <c:pt idx="52">
                  <c:v>5.147006469633161</c:v>
                </c:pt>
                <c:pt idx="53">
                  <c:v>5.147085393875843</c:v>
                </c:pt>
                <c:pt idx="54">
                  <c:v>5.150562942049462</c:v>
                </c:pt>
                <c:pt idx="55">
                  <c:v>5.154408829351087</c:v>
                </c:pt>
                <c:pt idx="56">
                  <c:v>5.157166397441138</c:v>
                </c:pt>
                <c:pt idx="57">
                  <c:v>5.156644299862498</c:v>
                </c:pt>
                <c:pt idx="58">
                  <c:v>5.161448248746601</c:v>
                </c:pt>
                <c:pt idx="59">
                  <c:v>5.162227093068133</c:v>
                </c:pt>
                <c:pt idx="60">
                  <c:v>5.162525133321394</c:v>
                </c:pt>
                <c:pt idx="61">
                  <c:v>5.171629018773807</c:v>
                </c:pt>
                <c:pt idx="62">
                  <c:v>5.176728867908952</c:v>
                </c:pt>
                <c:pt idx="63">
                  <c:v>5.175602732600164</c:v>
                </c:pt>
                <c:pt idx="64">
                  <c:v>5.179126602886828</c:v>
                </c:pt>
                <c:pt idx="65">
                  <c:v>5.180058119668673</c:v>
                </c:pt>
                <c:pt idx="66">
                  <c:v>5.1814716146682</c:v>
                </c:pt>
                <c:pt idx="67">
                  <c:v>5.183119282193668</c:v>
                </c:pt>
                <c:pt idx="68">
                  <c:v>5.189602976870522</c:v>
                </c:pt>
                <c:pt idx="69">
                  <c:v>5.190899490336428</c:v>
                </c:pt>
                <c:pt idx="70">
                  <c:v>5.191263345773347</c:v>
                </c:pt>
                <c:pt idx="71">
                  <c:v>5.192092406072074</c:v>
                </c:pt>
                <c:pt idx="72">
                  <c:v>5.192519049286272</c:v>
                </c:pt>
                <c:pt idx="73">
                  <c:v>5.194334062877133</c:v>
                </c:pt>
                <c:pt idx="74">
                  <c:v>5.196864168535425</c:v>
                </c:pt>
                <c:pt idx="75">
                  <c:v>5.199238185985117</c:v>
                </c:pt>
                <c:pt idx="76">
                  <c:v>5.20150380398718</c:v>
                </c:pt>
                <c:pt idx="77">
                  <c:v>5.201396153202827</c:v>
                </c:pt>
                <c:pt idx="78">
                  <c:v>5.2167271036381315</c:v>
                </c:pt>
                <c:pt idx="79">
                  <c:v>5.227814663037669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.25"/>
          <c:min val="5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5"/>
        <c:auto val="1"/>
        <c:lblAlgn val="ctr"/>
        <c:noMultiLvlLbl val="1"/>
        <c:majorUnit val="0.05"/>
      </c:valAx>
      <c:valAx>
        <c:axId val="2094734552"/>
        <c:scaling>
          <c:orientation val="minMax"/>
          <c:max val="5.25"/>
          <c:min val="5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5"/>
        <c:crossBetween val="midCat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발표. 성능에 영향을 주는 설계변수를 먼저 골라낸 뒤, 그 변수들로 해석 결과를 학습해 성능을 바로 예측하는 머신러닝 모델을 만든 과정을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01은 후보 변수 11개 중 실제로 성능에 영향을 주는 변수를 골라낸 과정, 02는 남은 변수로 성능을 예측하는 머신러닝 모델을 만든 과정, 03은 그 모델이 얼마나 정확한지와 어떤 변수가 성능을 좌우하는지 확인한 결과다.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전체 흐름이다. 후보 설계변수 11개를 정의하고, 확정적 선별 설계(DSD) 29회로 활성 변수 8개를 선별했다. 활성 변수로 최적라틴방격법(OLHD) 80점을 해석해 가우시안 프로세스 회귀(GPR) 대리모델을 학습시켰고, 교차검증으로 처음 보는 설계도 잘 맞히는지 확인했다. 2단계로 나눈 이유는 역할이 다르기 때문이다. DSD는 적은 해석으로 주효과(변수 하나만의 효과)를 판정하는 데 강하지만, 교호작용(변수끼리 얽힌 효과)의 크기는 정확히 분리하지 못한다. 그 부분은 GPR이 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냉각유는 1차 통과를 지난 뒤 분기에서 일부가 전원공급모듈로 빠지기 때문에, 2차 통과에는 남은 유량만 흐른다. 핀 조건을 하나로 묶으면 한쪽에 맞추는 순간 다른 쪽이 불리해지므로, 핀 두께와 개수를 1차·2차 따로 두어 후보 변수는 11개가 된다. 변수가 많을수록 학습에 필요한 해석 횟수가 크게 늘기 때문에, 먼저 영향 있는 변수만 골라낸다.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 변수 11개 중 영향 있는 변수만 골라내기 위해 선별 실험을 했습니다. 기법은 DSD, 확정적 선별 설계로, 29번 해석으로 11개 변수를 판정하는 표준 실험표입니다. 왼쪽 표에서 한 줄이 해석 한 번이고, 매번 변수 하나만 중간값, 나머지는 최소·최대값에 둡니다. 아래 절반은 위 절반을 정반대로 뒤집은 것이고, 마지막 한 번은 전부 중간값입니다. 여기에 형상에 아무 영향도 주지 않는 가짜 인자 3개를 같이 넣었습니다. 오른쪽은 최고온도 예시인데, 가짜 인자에서도 0.15℃ 정도 차이가 나고 이게 우연히 생기는 크기입니다. 1차 핀 개수는 2.5℃로 이보다 훨씬 커서 영향 있는 변수로, 1차 핀 두께는 0.19℃로 우연과 비슷해 최고온도에는 영향 없는 것으로 판정합니다. 판정 규칙은 결과를 보기 전에 고정했습니다.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숫자는 분산 기여율, 즉 응답 변동 중 그 변수가 설명하는 비율이다. 11개 중 8개가 활성, 입구 각도·중간 각도·출구 유로 두께 3개는 어떤 응답에서도 기준을 넘지 못해 고정했다. 눈여겨볼 점은 1차 핀 개수가 1차 균일도를, 2차 핀 개수가 2차 균일도를 각각 좌우한다는 것이다. 핀을 1차·2차로 나눈 판단이 데이터로 뒷받침된다.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활성 변수 8개로 최적라틴방격법(OLHD) 80점을 해석했다. OLHD는 각 변수의 범위를 80구간으로 나눠 구간마다 한 점씩 쓰고, 점 사이 최소 거리가 최대가 되도록 배치해 적은 점으로도 설계공간을 고르게 채우는 실험계획법이다. 핀 개수가 가장 중요한 변수로 나왔기 때문에 개수를 10~24개 전 범위에 고르게 먼저 두고, 두께는 그 개수에서 만들 수 있는 범위로 맞췄다.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가우시안 프로세스 회귀(GPR)는 해석 결과를 학습해 해석하지 않은 설계의 성능을 예측하는 대리모델이다. 다른 회귀 모델과 달리 예측값과 함께 불확실성(신뢰구간)을 준다. 실험점이 촘촘한 곳은 불확실성이 작고, 실험점 사이가 먼 곳은 커진다. 불확실성이 큰 곳은 정보가 부족한 곳이라, 차월 적응 샘플링에서 어디를 추가로 해석할지 정하는 데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자동해석 구조에 선별 실험표 생성(DSD.py)과 선별 판정·대리모델 학습(DSD_analysis.py, ML.py)을 추가했다. 형상 빌드, 해석, 결과 저장 모듈은 그대로 활용한다. 선별이 끝나면 프로그램이 멈추고 판정 결과를 사람이 확인한 뒤 2단계로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10-fold 교차검증으로 정확도를 확인했다. 80점을 10묶음으로 나눠 한 묶음씩 빼고 학습한 모델로 빠진 묶음을 예측했다. 즉 모델이 처음 보는 설계를 얼마나 맞히는지 본 것이다. 점이 빨간 대각선에 가까울수록 정확하다. 결정계수 R²는 1에 가까울수록 정확한데, 응답 7개 모두 0.89 이상이고 2차 균일도가 0.893으로 가장 낮다.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응답마다 1순위 변수를 DSD 분산 기여율(29회)과 GPR 기반 Sobol 주효과 지수 S1(80점 학습)에서 각각 뽑아 비교한 것이다. 방법도 데이터도 다른데 7개 중 6개가 같았고, 중량은 핀 변수 4개가 비슷하게 영향을 줘서 순위 차이에 의미가 없다. 오른쪽은 DSD로는 분리할 수 없는 교호작용의 비율로, 1에서 주효과 지수의 합을 뺀 값이다. 온도나 분기비는 거의 주효과로 설명되지만, 1차·2차 균일도는 13~19%가 교호작용이다. 예를 들어 분기 입구 두께는 2차 균일도에 주효과 지수 7% 정도지만, 교호작용까지 포함한 총효과 지수는 18%다. 그래서 균일도는 변수를 하나씩 조정해서는 최적점을 찾기 어렵고, 대리모델 기반으로 함께 탐색해야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정확도가 낮은 응답은 2차 균일도다. 값 자체가 0에 가깝고, 분기 이후 구간이라 교호작용이 응답 중 가장 크다. 80점만으로는 이 영역을 충분히 덮지 못했다. 차월에는 대리모델의 불확실성이 큰 지점을 골라 해석을 추가하는 적응 샘플링으로 이 부분을 보강하고, 그 위에서 다목적 최적화로 파레토 최적해를 찾는다.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나올 때만 쓰는 부록이다. 기본 14회는 회의 행렬이라는 표로, 대각선은 0, 나머지는 ±1이고, 아무 두 변수를 골라도 같은 쪽인 횟수와 반대쪽인 횟수가 같다. 거울상은 기본 14회의 부호를 모두 뒤집은 것으로, 쌍에서 주효과는 부호가 뒤집히고 교호작용·곡률은 그대로라 주효과가 교호작용·곡률과 섞이지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chart" Target="/ppt/charts/chart7.xml"/><Relationship Id="rId6" Type="http://schemas.openxmlformats.org/officeDocument/2006/relationships/chart" Target="/ppt/charts/chart8.xml"/><Relationship Id="rId7" Type="http://schemas.openxmlformats.org/officeDocument/2006/relationships/chart" Target="/ppt/charts/chart9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2C4E82">
              <a:alpha val="45000"/>
            </a:srgbClr>
          </a:solidFill>
          <a:ln w="12700">
            <a:solidFill>
              <a:srgbClr val="2C4E8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931920"/>
            <a:ext cx="3108960" cy="3108960"/>
          </a:xfrm>
          <a:prstGeom prst="ellipse">
            <a:avLst/>
          </a:prstGeom>
          <a:solidFill>
            <a:srgbClr val="00A3C4">
              <a:alpha val="22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98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학습조직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생성부터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설계최적화까지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5295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형상·해석 자동화 연계 설계최적화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8953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수냉식 냉각판 유로·방열핀 설계 사례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4498848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2C4E82"/>
          </a:solidFill>
          <a:ln w="12700">
            <a:solidFill>
              <a:srgbClr val="2C4E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49884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  |   변수 선별 및 대리모델 구축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394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 / 성명 / 발표일자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   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481328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92224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92240" y="1792224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175564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후보 설계변수 정의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선별 실험(DSD) 설계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선별 결과 및 활성 변수 확정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163824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341985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92240" y="3474720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3438144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활성 변수 실험계획(OLHD)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가우시안 프로세스 회귀(GPR)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코드 구성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846320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5157216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510235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5157216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512064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예측값 · 실측값 비교 (교차검증)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변수별 민감도(Sobol) 및 교호작용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한계 및 차월 계획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한눈에 보기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11개에서 대리모델까지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정의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정의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두께 · 개수 4개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(1차 · 2차 통과별 독립)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553005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90749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37053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37053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266237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선별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937053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37053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 (확정적 선별 설계)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2882189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해석으로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있는 변수만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빠르게 판정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065069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82189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29회 → 활성 8개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0834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78578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224882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224882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554066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24882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24882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OLHD  (최적라틴방격법)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70018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빈틈없이 고르게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채우도록 실험점 배치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52898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70018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 해석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128662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6406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512710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12710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841894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구축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512710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12710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 (가우시안 프로세스 회귀)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57846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결과를 학습해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없이도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만에 예측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640726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57846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모델 7개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416491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654235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800539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00539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0129723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· 민감도 분석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800539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800539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· Sobol 지수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9745675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보는 설계도 맞히는지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변수가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좌우하는지 확인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928555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745675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 ~ 1.00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02920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758952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23544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 —  목적함수 5 + 제약조건 2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4096512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43200"/>
                <a:gridCol w="11430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· 출구 사이 압력 차이 (펌프 부담)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발열원 중 가장 높은 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발열원 간 평균 온도의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유로별 유량의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유로별 유량의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전원공급모듈 쪽으로 빠지는 유량 비율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냉각판 무게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9" name="Shape 56"/>
          <p:cNvSpPr/>
          <p:nvPr/>
        </p:nvSpPr>
        <p:spPr>
          <a:xfrm>
            <a:off x="6336792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592824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757416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'DSD → GPR' 2단계인가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6647688" y="4114800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757416" y="4242816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757416" y="424281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</a:t>
            </a:r>
            <a:endParaRPr lang="en-US" sz="950" dirty="0"/>
          </a:p>
        </p:txBody>
      </p:sp>
      <p:sp>
        <p:nvSpPr>
          <p:cNvPr id="65" name="Text 62"/>
          <p:cNvSpPr txBox="1"/>
          <p:nvPr/>
        </p:nvSpPr>
        <p:spPr>
          <a:xfrm>
            <a:off x="7836408" y="41148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주효과(변수 하나만의 효과)를 29회로 판정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비활성 변수 3개를 고정해 해석 횟수 절약</a:t>
            </a:r>
            <a:endParaRPr lang="en-US" sz="930" dirty="0"/>
          </a:p>
        </p:txBody>
      </p:sp>
      <p:sp>
        <p:nvSpPr>
          <p:cNvPr id="66" name="Shape 63"/>
          <p:cNvSpPr/>
          <p:nvPr/>
        </p:nvSpPr>
        <p:spPr>
          <a:xfrm>
            <a:off x="6647688" y="4773168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757416" y="4901184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757416" y="490118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</a:t>
            </a:r>
            <a:endParaRPr lang="en-US" sz="950" dirty="0"/>
          </a:p>
        </p:txBody>
      </p:sp>
      <p:sp>
        <p:nvSpPr>
          <p:cNvPr id="69" name="Text 66"/>
          <p:cNvSpPr txBox="1"/>
          <p:nvPr/>
        </p:nvSpPr>
        <p:spPr>
          <a:xfrm>
            <a:off x="7836408" y="477316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교호작용(변수끼리 얽힌 효과)까지 학습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정밀 예측 · Sobol 민감도 분석</a:t>
            </a:r>
            <a:endParaRPr lang="en-US" sz="930" dirty="0"/>
          </a:p>
        </p:txBody>
      </p:sp>
      <p:sp>
        <p:nvSpPr>
          <p:cNvPr id="70" name="Shape 67"/>
          <p:cNvSpPr/>
          <p:nvPr/>
        </p:nvSpPr>
        <p:spPr>
          <a:xfrm>
            <a:off x="6647688" y="5449824"/>
            <a:ext cx="4846320" cy="786384"/>
          </a:xfrm>
          <a:prstGeom prst="roundRect">
            <a:avLst>
              <a:gd name="adj" fmla="val 6977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6793992" y="544982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교호작용이란?  </a:t>
            </a:r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변수가 함께 바뀔 때 생기는 추가 효과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핀 무게 ∝ 개수 × 두께 → 핀이 두꺼울수록 1개 늘릴 때 무게가 더 많이 늘어남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정의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핀을 1차 · 2차로 나눴나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51660" y="1901952"/>
            <a:ext cx="2743200" cy="365760"/>
          </a:xfrm>
          <a:prstGeom prst="roundRect">
            <a:avLst>
              <a:gd name="adj" fmla="val 17500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1660" y="19019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 ·  총 유량 4 LPM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23260" y="2267712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851660" y="2450592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51660" y="24505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통과  —  유량 전체가 지나감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23260" y="2834640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37460" y="3017520"/>
            <a:ext cx="1371600" cy="329184"/>
          </a:xfrm>
          <a:prstGeom prst="roundRect">
            <a:avLst>
              <a:gd name="adj" fmla="val 19444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37460" y="3017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 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984248" y="3346704"/>
            <a:ext cx="2487168" cy="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84248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71416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41248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전원공급모듈로 일부 빠짐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28416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28416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 —  남은 유량만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40050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1차와 2차에 흐르는 유량이 달라서, 핀 조건을 하나로 묶으면</a:t>
            </a:r>
            <a:endParaRPr lang="en-US" sz="98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한쪽에 맞추는 순간 다른 쪽이 불리해짐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813816" y="4626864"/>
            <a:ext cx="4846320" cy="493776"/>
          </a:xfrm>
          <a:prstGeom prst="roundRect">
            <a:avLst>
              <a:gd name="adj" fmla="val 1111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3816" y="4626864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핀 두께 · 개수를 1차 · 2차 통과별 독립 변수로 분리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 —  11개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1847088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645920"/>
              </a:tblGrid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39573"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유로 형상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(7)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150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~ 10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140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35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 txBox="1"/>
          <p:nvPr/>
        </p:nvSpPr>
        <p:spPr>
          <a:xfrm>
            <a:off x="6647688" y="4846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갭(핀 사이 간격)은 두께 · 개수로 정해지는 종속값 — 최소 2.0 mm (제작 한계 2.5 mm는 최적화 단계 제약으로 적용)</a:t>
            </a:r>
            <a:endParaRPr lang="en-US" sz="860" dirty="0"/>
          </a:p>
        </p:txBody>
      </p:sp>
      <p:sp>
        <p:nvSpPr>
          <p:cNvPr id="32" name="Shape 2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+ 1차 · 2차 핀 두께 · 개수 4개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핀을 통과별로 분리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2차 유량 차이를 설계에 반영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11차원 설계공간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변수가 많을수록 필요한 해석 수 급증 → 변수 선별 먼저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실험 설계  —  DSD (확정적 선별 설계)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 —  29번 해석으로 변수 11개 선별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773936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177393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Definitive Screening Design  (Jones &amp; Nachtsheim, 2011)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있는 변수만 골라내는 3수준 표준 실험표  —  JMP 등 통계 SW에 내장</a:t>
            </a:r>
            <a:endParaRPr lang="en-US" sz="92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468880"/>
            <a:ext cx="271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변수 11개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2468880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3개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965960" y="2706624"/>
            <a:ext cx="2688336" cy="0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09160" y="2706624"/>
            <a:ext cx="713232" cy="0"/>
          </a:xfrm>
          <a:prstGeom prst="line">
            <a:avLst/>
          </a:prstGeom>
          <a:noFill/>
          <a:ln w="12700">
            <a:solidFill>
              <a:srgbClr val="00A3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65960" y="2852928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12848" y="2852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59736" y="2852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06624" y="2852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53512" y="2852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2852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47288" y="2852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94176" y="2852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41064" y="2852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87952" y="2852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34840" y="2852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81728" y="2852928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28616" y="2852928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75504" y="2852928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65960" y="292608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12848" y="2926080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59736" y="292608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06624" y="292608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53512" y="292608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292608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47288" y="292608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94176" y="292608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41064" y="292608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187952" y="292608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34840" y="292608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81728" y="2926080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8616" y="2926080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75504" y="2926080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65960" y="299923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212848" y="299923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459736" y="2999232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706624" y="299923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953512" y="299923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00400" y="299923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47288" y="299923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694176" y="299923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41064" y="299923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87952" y="299923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434840" y="299923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681728" y="2999232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28616" y="2999232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75504" y="2999232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965960" y="307238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212848" y="307238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59736" y="307238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706624" y="307238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953512" y="307238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200400" y="307238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447288" y="307238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694176" y="307238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941064" y="307238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187952" y="307238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34840" y="307238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681728" y="3072384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928616" y="3072384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175504" y="3072384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965960" y="314553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212848" y="314553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59736" y="314553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706624" y="314553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953512" y="3145536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200400" y="314553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7288" y="314553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694176" y="314553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941064" y="314553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187952" y="314553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434840" y="314553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681728" y="3145536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928616" y="3145536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175504" y="3145536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965960" y="321868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212848" y="321868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59736" y="321868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706624" y="321868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953512" y="321868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200400" y="3218688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447288" y="321868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694176" y="321868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941064" y="321868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187952" y="321868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434840" y="321868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681728" y="3218688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928616" y="3218688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175504" y="3218688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965960" y="329184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212848" y="329184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459736" y="329184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06624" y="329184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953512" y="329184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200400" y="329184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447288" y="3291840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694176" y="329184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941064" y="329184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187952" y="329184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434840" y="329184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681728" y="3291840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928616" y="3291840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175504" y="3291840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965960" y="336499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212848" y="336499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459736" y="336499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706624" y="336499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953512" y="336499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200400" y="336499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447288" y="336499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694176" y="3364992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941064" y="336499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187952" y="336499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434840" y="336499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681728" y="3364992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28616" y="3364992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75504" y="3364992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965960" y="343814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212848" y="343814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459736" y="343814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706624" y="343814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953512" y="343814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200400" y="343814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447288" y="343814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3694176" y="343814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3941064" y="343814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187952" y="343814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4434840" y="343814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4681728" y="3438144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4928616" y="3438144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175504" y="3438144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965960" y="351129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212848" y="351129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459736" y="351129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706624" y="351129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953512" y="351129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3200400" y="351129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3447288" y="351129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3694176" y="351129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3941064" y="351129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4187952" y="3511296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434840" y="351129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4681728" y="3511296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4928616" y="3511296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5175504" y="3511296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1965960" y="358444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212848" y="358444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459736" y="358444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706624" y="358444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953512" y="358444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3200400" y="358444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3447288" y="358444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3694176" y="358444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3941064" y="358444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4187952" y="358444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4434840" y="3584448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4681728" y="3584448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4928616" y="3584448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5175504" y="3584448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965960" y="365760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212848" y="365760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459736" y="365760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706624" y="365760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953512" y="365760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3200400" y="365760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3447288" y="365760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3694176" y="365760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3941064" y="365760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87952" y="365760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4434840" y="365760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4681728" y="3657600"/>
            <a:ext cx="224028" cy="58522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4928616" y="3657600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5175504" y="3657600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1965960" y="373075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12848" y="373075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459736" y="373075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706624" y="373075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953512" y="373075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3200400" y="373075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447288" y="373075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3694176" y="373075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3941064" y="373075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4187952" y="373075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4434840" y="373075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4681728" y="3730752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3730752"/>
            <a:ext cx="224028" cy="58522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5175504" y="3730752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1965960" y="380390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212848" y="380390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459736" y="380390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706624" y="380390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953512" y="380390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3200400" y="380390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3447288" y="380390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3694176" y="380390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3941064" y="380390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4187952" y="380390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4434840" y="380390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4681728" y="3803904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4928616" y="3803904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175504" y="3803904"/>
            <a:ext cx="224028" cy="58522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1965960" y="3922776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212848" y="392277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459736" y="392277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706624" y="392277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953512" y="392277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3200400" y="392277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3447288" y="392277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694176" y="392277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3941064" y="392277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4187952" y="392277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4434840" y="392277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4681728" y="3922776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4928616" y="3922776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5175504" y="3922776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1965960" y="399592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212848" y="3995928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459736" y="399592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706624" y="3995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953512" y="399592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3200400" y="399592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3447288" y="3995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3694176" y="3995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3941064" y="3995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4187952" y="399592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4434840" y="399592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4681728" y="3995928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4928616" y="3995928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175504" y="3995928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965960" y="406908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212848" y="406908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459736" y="4069080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706624" y="406908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953512" y="406908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3200400" y="406908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3447288" y="406908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3694176" y="406908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3941064" y="406908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4187952" y="406908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4434840" y="406908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4681728" y="4069080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4928616" y="4069080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5175504" y="4069080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965960" y="414223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212848" y="414223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2459736" y="414223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706624" y="4142232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953512" y="414223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3200400" y="414223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3447288" y="414223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3694176" y="414223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3941064" y="414223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4187952" y="414223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4434840" y="414223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4681728" y="4142232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4928616" y="4142232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175504" y="4142232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1965960" y="421538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212848" y="421538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459736" y="421538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706624" y="421538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953512" y="421538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3200400" y="421538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3447288" y="421538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3694176" y="421538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941064" y="421538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4187952" y="421538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4434840" y="421538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4681728" y="4215384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4928616" y="4215384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5175504" y="4215384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1965960" y="428853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2212848" y="428853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2459736" y="428853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2706624" y="428853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2953512" y="428853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3200400" y="4288536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3447288" y="428853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694176" y="428853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941064" y="428853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4187952" y="428853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4434840" y="428853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4681728" y="4288536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4928616" y="4288536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5175504" y="4288536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1965960" y="436168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2212848" y="436168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2459736" y="436168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706624" y="436168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2953512" y="436168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200400" y="436168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3447288" y="4361688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3694176" y="436168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3941064" y="436168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4187952" y="436168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4434840" y="436168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4681728" y="4361688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4928616" y="4361688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5175504" y="4361688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1965960" y="443484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212848" y="443484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2459736" y="443484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706624" y="443484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953512" y="443484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3200400" y="443484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447288" y="443484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694176" y="4434840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3941064" y="443484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4187952" y="443484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4434840" y="443484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681728" y="4434840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4928616" y="4434840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5175504" y="4434840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1965960" y="450799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212848" y="450799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459736" y="450799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706624" y="450799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953512" y="450799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200400" y="450799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3447288" y="450799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3694176" y="450799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3941064" y="4507992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4187952" y="450799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4434840" y="450799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4681728" y="4507992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4928616" y="4507992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5175504" y="4507992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1965960" y="458114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212848" y="458114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459736" y="458114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706624" y="458114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953512" y="458114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3200400" y="458114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3447288" y="458114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3694176" y="4581144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941064" y="458114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4187952" y="458114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4434840" y="4581144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4681728" y="4581144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4928616" y="4581144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5175504" y="4581144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1965960" y="465429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212848" y="465429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459736" y="465429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706624" y="465429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953512" y="465429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3200400" y="465429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3447288" y="465429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694176" y="465429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941064" y="4654296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4187952" y="4654296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4434840" y="4654296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4681728" y="4654296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4928616" y="4654296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5175504" y="4654296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1965960" y="472744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212848" y="472744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2459736" y="472744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2706624" y="472744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2953512" y="472744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200400" y="472744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447288" y="472744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694176" y="472744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941064" y="472744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4187952" y="4727448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4434840" y="4727448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4681728" y="4727448"/>
            <a:ext cx="224028" cy="58522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4928616" y="4727448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5175504" y="4727448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1965960" y="480060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2212848" y="480060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2459736" y="480060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706624" y="480060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2953512" y="480060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200400" y="480060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447288" y="480060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694176" y="480060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941064" y="480060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4187952" y="4800600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4434840" y="4800600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4681728" y="4800600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4928616" y="4800600"/>
            <a:ext cx="224028" cy="58522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5175504" y="4800600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1965960" y="487375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212848" y="487375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2459736" y="487375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706624" y="487375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953512" y="487375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200400" y="487375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447288" y="487375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694176" y="487375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941064" y="4873752"/>
            <a:ext cx="224028" cy="5852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4187952" y="487375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4434840" y="4873752"/>
            <a:ext cx="224028" cy="58522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4681728" y="4873752"/>
            <a:ext cx="224028" cy="58522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4928616" y="4873752"/>
            <a:ext cx="224028" cy="58522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5175504" y="4873752"/>
            <a:ext cx="224028" cy="58522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1965960" y="499262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212848" y="499262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459736" y="499262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706624" y="499262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953512" y="499262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200400" y="499262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447288" y="499262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694176" y="499262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3941064" y="499262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4187952" y="499262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4434840" y="4992624"/>
            <a:ext cx="224028" cy="58522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4681728" y="4992624"/>
            <a:ext cx="224028" cy="58522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4928616" y="4992624"/>
            <a:ext cx="224028" cy="58522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5175504" y="4992624"/>
            <a:ext cx="224028" cy="58522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1874520" y="2862072"/>
            <a:ext cx="0" cy="996696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22" name="Text 420"/>
          <p:cNvSpPr txBox="1"/>
          <p:nvPr/>
        </p:nvSpPr>
        <p:spPr>
          <a:xfrm>
            <a:off x="722376" y="324612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기본 14회</a:t>
            </a:r>
            <a:endParaRPr lang="en-US" sz="850" dirty="0"/>
          </a:p>
        </p:txBody>
      </p:sp>
      <p:sp>
        <p:nvSpPr>
          <p:cNvPr id="423" name="Shape 421"/>
          <p:cNvSpPr/>
          <p:nvPr/>
        </p:nvSpPr>
        <p:spPr>
          <a:xfrm>
            <a:off x="1874520" y="3931920"/>
            <a:ext cx="0" cy="996696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24" name="Text 422"/>
          <p:cNvSpPr txBox="1"/>
          <p:nvPr/>
        </p:nvSpPr>
        <p:spPr>
          <a:xfrm>
            <a:off x="722376" y="4315968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거울상 14회</a:t>
            </a:r>
            <a:endParaRPr lang="en-US" sz="850" dirty="0"/>
          </a:p>
        </p:txBody>
      </p:sp>
      <p:sp>
        <p:nvSpPr>
          <p:cNvPr id="425" name="Shape 423"/>
          <p:cNvSpPr/>
          <p:nvPr/>
        </p:nvSpPr>
        <p:spPr>
          <a:xfrm>
            <a:off x="1874520" y="5001768"/>
            <a:ext cx="0" cy="45720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26" name="Text 424"/>
          <p:cNvSpPr txBox="1"/>
          <p:nvPr/>
        </p:nvSpPr>
        <p:spPr>
          <a:xfrm>
            <a:off x="722376" y="4910328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중심점 1회</a:t>
            </a:r>
            <a:endParaRPr lang="en-US" sz="850" dirty="0"/>
          </a:p>
        </p:txBody>
      </p:sp>
      <p:sp>
        <p:nvSpPr>
          <p:cNvPr id="427" name="Shape 425"/>
          <p:cNvSpPr/>
          <p:nvPr/>
        </p:nvSpPr>
        <p:spPr>
          <a:xfrm>
            <a:off x="1965960" y="5148072"/>
            <a:ext cx="182880" cy="12801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28" name="Text 426"/>
          <p:cNvSpPr txBox="1"/>
          <p:nvPr/>
        </p:nvSpPr>
        <p:spPr>
          <a:xfrm>
            <a:off x="2203704" y="510235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최소값</a:t>
            </a:r>
            <a:endParaRPr lang="en-US" sz="850" dirty="0"/>
          </a:p>
        </p:txBody>
      </p:sp>
      <p:sp>
        <p:nvSpPr>
          <p:cNvPr id="429" name="Shape 427"/>
          <p:cNvSpPr/>
          <p:nvPr/>
        </p:nvSpPr>
        <p:spPr>
          <a:xfrm>
            <a:off x="2926080" y="5148072"/>
            <a:ext cx="182880" cy="12801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30" name="Text 428"/>
          <p:cNvSpPr txBox="1"/>
          <p:nvPr/>
        </p:nvSpPr>
        <p:spPr>
          <a:xfrm>
            <a:off x="3163824" y="510235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중간값</a:t>
            </a:r>
            <a:endParaRPr lang="en-US" sz="850" dirty="0"/>
          </a:p>
        </p:txBody>
      </p:sp>
      <p:sp>
        <p:nvSpPr>
          <p:cNvPr id="431" name="Shape 429"/>
          <p:cNvSpPr/>
          <p:nvPr/>
        </p:nvSpPr>
        <p:spPr>
          <a:xfrm>
            <a:off x="3886200" y="5148072"/>
            <a:ext cx="182880" cy="12801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32" name="Text 430"/>
          <p:cNvSpPr txBox="1"/>
          <p:nvPr/>
        </p:nvSpPr>
        <p:spPr>
          <a:xfrm>
            <a:off x="4123944" y="510235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최대값</a:t>
            </a:r>
            <a:endParaRPr lang="en-US" sz="850" dirty="0"/>
          </a:p>
        </p:txBody>
      </p:sp>
      <p:sp>
        <p:nvSpPr>
          <p:cNvPr id="433" name="Text 431"/>
          <p:cNvSpPr txBox="1"/>
          <p:nvPr/>
        </p:nvSpPr>
        <p:spPr>
          <a:xfrm>
            <a:off x="813816" y="543153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= 해석 1회. 매번 변수 하나만 중간값, 나머지는 최소 · 최대값</a:t>
            </a:r>
            <a:endParaRPr lang="en-US" sz="900" dirty="0"/>
          </a:p>
        </p:txBody>
      </p:sp>
      <p:sp>
        <p:nvSpPr>
          <p:cNvPr id="434" name="Text 432"/>
          <p:cNvSpPr txBox="1"/>
          <p:nvPr/>
        </p:nvSpPr>
        <p:spPr>
          <a:xfrm>
            <a:off x="813816" y="56784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①을 정반대(최소 ↔ 최대)로 뒤집어 한 번 더</a:t>
            </a:r>
            <a:endParaRPr lang="en-US" sz="900" dirty="0"/>
          </a:p>
        </p:txBody>
      </p:sp>
      <p:sp>
        <p:nvSpPr>
          <p:cNvPr id="435" name="Text 433"/>
          <p:cNvSpPr txBox="1"/>
          <p:nvPr/>
        </p:nvSpPr>
        <p:spPr>
          <a:xfrm>
            <a:off x="813816" y="592531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변수 중간값으로 한 번</a:t>
            </a:r>
            <a:endParaRPr lang="en-US" sz="900" dirty="0"/>
          </a:p>
        </p:txBody>
      </p:sp>
      <p:sp>
        <p:nvSpPr>
          <p:cNvPr id="436" name="Shape 434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37" name="Shape 435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38" name="Text 436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인자로 '우연의 크기' 측정</a:t>
            </a:r>
            <a:endParaRPr lang="en-US" sz="1300" dirty="0"/>
          </a:p>
        </p:txBody>
      </p:sp>
      <p:sp>
        <p:nvSpPr>
          <p:cNvPr id="439" name="Text 437"/>
          <p:cNvSpPr txBox="1"/>
          <p:nvPr/>
        </p:nvSpPr>
        <p:spPr>
          <a:xfrm>
            <a:off x="6647688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</a:t>
            </a:r>
            <a:pPr indent="0" marL="0"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표에 칸만 있고 형상은 바꾸지 않는 빈 변수 → 효과가 0이어야 정상</a:t>
            </a:r>
            <a:endParaRPr lang="en-US" sz="920" dirty="0"/>
          </a:p>
        </p:txBody>
      </p:sp>
      <p:sp>
        <p:nvSpPr>
          <p:cNvPr id="440" name="Text 438"/>
          <p:cNvSpPr txBox="1"/>
          <p:nvPr/>
        </p:nvSpPr>
        <p:spPr>
          <a:xfrm>
            <a:off x="6647688" y="208483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 예시  —  최대값 13회 평균과 최소값 13회 평균의 차이</a:t>
            </a:r>
            <a:endParaRPr lang="en-US" sz="950" dirty="0"/>
          </a:p>
        </p:txBody>
      </p:sp>
      <p:sp>
        <p:nvSpPr>
          <p:cNvPr id="441" name="Text 439"/>
          <p:cNvSpPr txBox="1"/>
          <p:nvPr/>
        </p:nvSpPr>
        <p:spPr>
          <a:xfrm>
            <a:off x="6647688" y="239572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900" dirty="0"/>
          </a:p>
        </p:txBody>
      </p:sp>
      <p:sp>
        <p:nvSpPr>
          <p:cNvPr id="442" name="Shape 440"/>
          <p:cNvSpPr/>
          <p:nvPr/>
        </p:nvSpPr>
        <p:spPr>
          <a:xfrm>
            <a:off x="7836408" y="2441448"/>
            <a:ext cx="2822067" cy="14630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3" name="Text 441"/>
          <p:cNvSpPr txBox="1"/>
          <p:nvPr/>
        </p:nvSpPr>
        <p:spPr>
          <a:xfrm>
            <a:off x="10731627" y="23957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2.47 ℃</a:t>
            </a:r>
            <a:endParaRPr lang="en-US" sz="900" dirty="0"/>
          </a:p>
        </p:txBody>
      </p:sp>
      <p:sp>
        <p:nvSpPr>
          <p:cNvPr id="444" name="Text 442"/>
          <p:cNvSpPr txBox="1"/>
          <p:nvPr/>
        </p:nvSpPr>
        <p:spPr>
          <a:xfrm>
            <a:off x="6647688" y="269748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900" dirty="0"/>
          </a:p>
        </p:txBody>
      </p:sp>
      <p:sp>
        <p:nvSpPr>
          <p:cNvPr id="445" name="Shape 443"/>
          <p:cNvSpPr/>
          <p:nvPr/>
        </p:nvSpPr>
        <p:spPr>
          <a:xfrm>
            <a:off x="7836408" y="2743200"/>
            <a:ext cx="1692783" cy="14630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6" name="Text 444"/>
          <p:cNvSpPr txBox="1"/>
          <p:nvPr/>
        </p:nvSpPr>
        <p:spPr>
          <a:xfrm>
            <a:off x="9602343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1.48 ℃</a:t>
            </a:r>
            <a:endParaRPr lang="en-US" sz="900" dirty="0"/>
          </a:p>
        </p:txBody>
      </p:sp>
      <p:sp>
        <p:nvSpPr>
          <p:cNvPr id="447" name="Text 445"/>
          <p:cNvSpPr txBox="1"/>
          <p:nvPr/>
        </p:nvSpPr>
        <p:spPr>
          <a:xfrm>
            <a:off x="6647688" y="299923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두께</a:t>
            </a:r>
            <a:endParaRPr lang="en-US" sz="900" dirty="0"/>
          </a:p>
        </p:txBody>
      </p:sp>
      <p:sp>
        <p:nvSpPr>
          <p:cNvPr id="448" name="Shape 446"/>
          <p:cNvSpPr/>
          <p:nvPr/>
        </p:nvSpPr>
        <p:spPr>
          <a:xfrm>
            <a:off x="7836408" y="3044952"/>
            <a:ext cx="213741" cy="146304"/>
          </a:xfrm>
          <a:prstGeom prst="rect">
            <a:avLst/>
          </a:prstGeom>
          <a:solidFill>
            <a:srgbClr val="B9C7D8"/>
          </a:solidFill>
          <a:ln w="12700">
            <a:solidFill>
              <a:srgbClr val="B9C7D8"/>
            </a:solidFill>
            <a:prstDash val="solid"/>
          </a:ln>
        </p:spPr>
      </p:sp>
      <p:sp>
        <p:nvSpPr>
          <p:cNvPr id="449" name="Text 447"/>
          <p:cNvSpPr txBox="1"/>
          <p:nvPr/>
        </p:nvSpPr>
        <p:spPr>
          <a:xfrm>
            <a:off x="8123301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0.19 ℃</a:t>
            </a:r>
            <a:endParaRPr lang="en-US" sz="900" dirty="0"/>
          </a:p>
        </p:txBody>
      </p:sp>
      <p:sp>
        <p:nvSpPr>
          <p:cNvPr id="450" name="Text 448"/>
          <p:cNvSpPr txBox="1"/>
          <p:nvPr/>
        </p:nvSpPr>
        <p:spPr>
          <a:xfrm>
            <a:off x="6647688" y="33009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2</a:t>
            </a:r>
            <a:endParaRPr lang="en-US" sz="900" dirty="0"/>
          </a:p>
        </p:txBody>
      </p:sp>
      <p:sp>
        <p:nvSpPr>
          <p:cNvPr id="451" name="Shape 449"/>
          <p:cNvSpPr/>
          <p:nvPr/>
        </p:nvSpPr>
        <p:spPr>
          <a:xfrm>
            <a:off x="7836408" y="3346704"/>
            <a:ext cx="170307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52" name="Text 450"/>
          <p:cNvSpPr txBox="1"/>
          <p:nvPr/>
        </p:nvSpPr>
        <p:spPr>
          <a:xfrm>
            <a:off x="8079867" y="33009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 ℃</a:t>
            </a:r>
            <a:endParaRPr lang="en-US" sz="900" dirty="0"/>
          </a:p>
        </p:txBody>
      </p:sp>
      <p:sp>
        <p:nvSpPr>
          <p:cNvPr id="453" name="Text 451"/>
          <p:cNvSpPr txBox="1"/>
          <p:nvPr/>
        </p:nvSpPr>
        <p:spPr>
          <a:xfrm>
            <a:off x="6647688" y="36027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</a:t>
            </a:r>
            <a:endParaRPr lang="en-US" sz="900" dirty="0"/>
          </a:p>
        </p:txBody>
      </p:sp>
      <p:sp>
        <p:nvSpPr>
          <p:cNvPr id="454" name="Shape 452"/>
          <p:cNvSpPr/>
          <p:nvPr/>
        </p:nvSpPr>
        <p:spPr>
          <a:xfrm>
            <a:off x="7836408" y="3648456"/>
            <a:ext cx="24003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55" name="Text 453"/>
          <p:cNvSpPr txBox="1"/>
          <p:nvPr/>
        </p:nvSpPr>
        <p:spPr>
          <a:xfrm>
            <a:off x="8079867" y="3602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0.02 ℃</a:t>
            </a:r>
            <a:endParaRPr lang="en-US" sz="900" dirty="0"/>
          </a:p>
        </p:txBody>
      </p:sp>
      <p:sp>
        <p:nvSpPr>
          <p:cNvPr id="456" name="Text 454"/>
          <p:cNvSpPr txBox="1"/>
          <p:nvPr/>
        </p:nvSpPr>
        <p:spPr>
          <a:xfrm>
            <a:off x="6647688" y="390448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1</a:t>
            </a:r>
            <a:endParaRPr lang="en-US" sz="900" dirty="0"/>
          </a:p>
        </p:txBody>
      </p:sp>
      <p:sp>
        <p:nvSpPr>
          <p:cNvPr id="457" name="Shape 455"/>
          <p:cNvSpPr/>
          <p:nvPr/>
        </p:nvSpPr>
        <p:spPr>
          <a:xfrm>
            <a:off x="7836408" y="3950208"/>
            <a:ext cx="22860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58" name="Text 456"/>
          <p:cNvSpPr txBox="1"/>
          <p:nvPr/>
        </p:nvSpPr>
        <p:spPr>
          <a:xfrm>
            <a:off x="8079867" y="3904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℃</a:t>
            </a:r>
            <a:endParaRPr lang="en-US" sz="900" dirty="0"/>
          </a:p>
        </p:txBody>
      </p:sp>
      <p:sp>
        <p:nvSpPr>
          <p:cNvPr id="459" name="Shape 457"/>
          <p:cNvSpPr/>
          <p:nvPr/>
        </p:nvSpPr>
        <p:spPr>
          <a:xfrm>
            <a:off x="8006715" y="2359152"/>
            <a:ext cx="0" cy="1847088"/>
          </a:xfrm>
          <a:prstGeom prst="line">
            <a:avLst/>
          </a:prstGeom>
          <a:noFill/>
          <a:ln w="12700">
            <a:solidFill>
              <a:srgbClr val="0088A6"/>
            </a:solidFill>
            <a:prstDash val="dash"/>
          </a:ln>
        </p:spPr>
      </p:sp>
      <p:sp>
        <p:nvSpPr>
          <p:cNvPr id="460" name="Text 458"/>
          <p:cNvSpPr txBox="1"/>
          <p:nvPr/>
        </p:nvSpPr>
        <p:spPr>
          <a:xfrm>
            <a:off x="8043291" y="4187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우연 수준</a:t>
            </a:r>
            <a:endParaRPr lang="en-US" sz="800" dirty="0"/>
          </a:p>
        </p:txBody>
      </p:sp>
      <p:sp>
        <p:nvSpPr>
          <p:cNvPr id="461" name="Text 459"/>
          <p:cNvSpPr txBox="1"/>
          <p:nvPr/>
        </p:nvSpPr>
        <p:spPr>
          <a:xfrm>
            <a:off x="6647688" y="444398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인자도 최대 0.15 ℃ 차이 → 이 정도는 우연</a:t>
            </a:r>
            <a:endParaRPr lang="en-US" sz="900" dirty="0"/>
          </a:p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 2.47 ℃ → 우연보다 훨씬 큼 → 영향 있음</a:t>
            </a:r>
            <a:endParaRPr lang="en-US" sz="900" dirty="0"/>
          </a:p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두께 0.19 ℃ → 우연과 비슷 → 최고온도에는 영향 없음</a:t>
            </a:r>
            <a:endParaRPr lang="en-US" sz="900" dirty="0"/>
          </a:p>
        </p:txBody>
      </p:sp>
      <p:sp>
        <p:nvSpPr>
          <p:cNvPr id="462" name="Shape 460"/>
          <p:cNvSpPr/>
          <p:nvPr/>
        </p:nvSpPr>
        <p:spPr>
          <a:xfrm>
            <a:off x="6647688" y="5266944"/>
            <a:ext cx="4846320" cy="868680"/>
          </a:xfrm>
          <a:prstGeom prst="roundRect">
            <a:avLst>
              <a:gd name="adj" fmla="val 631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63" name="Text 461"/>
          <p:cNvSpPr txBox="1"/>
          <p:nvPr/>
        </p:nvSpPr>
        <p:spPr>
          <a:xfrm>
            <a:off x="6793992" y="5266944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규칙  —  실험 전에 고정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통계적 유의성  p ≤ 0.05 : 가짜 인자(우연)보다 확실히 큰가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분산 기여율  ≥ 2% : 응답 변동의 2% 이상을 차지할 만큼 큰가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둘 다 만족하면 '영향 있음', 응답 7개 모두에서 영향 없으면 고정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결과 및 활성 변수 확정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분산 기여율 (%)  —  DSD 29회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138988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기여율 = 응답 변동 중 그 변수가 설명하는 비율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10512"/>
          <a:ext cx="105613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6002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C8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150°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C1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C2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D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115°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D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B2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94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9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9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72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7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6C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9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86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13816" y="5010912"/>
            <a:ext cx="10561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칸 = 영향 인정 (p ≤ 0.05 그리고 기여율 ≥ 2%)  ·  회색 숫자 = 영향 없음  ·  고정값: 주효과가 유의한 목적함수(차압)가 유리한 끝값, 없으면 범위 중앙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 56% · 최고온도 52% · 1차 균일도 52%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 37% · 2차 균일도 51%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입구 두께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 84% — 전원모듈로 가는 유량을 사실상 결정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 —  OLHD (최적라틴방격법)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분포  —  80점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 × 두께</a:t>
            </a:r>
            <a:endParaRPr lang="en-US" sz="9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67512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3246120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유로 × 분기 입구 두께</a:t>
            </a:r>
            <a:endParaRPr lang="en-US" sz="95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3246120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13816" y="5138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핀 갭 제약(핀이 많을수록 두께 상한이 낮아짐) 영역 안에만 분포</a:t>
            </a:r>
            <a:endParaRPr lang="en-US" sz="9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제약이 없는 변수 쌍은 설계공간 전체에 고르게 분포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 요약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64768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64768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664768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29360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9360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29360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(10 × 8)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993952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3952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993952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변수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999232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· 분기 입구 · 중간 유로 · 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· 2차 핀 두께 ·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 150° · 중간 각도 115° · 출구 유로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실험계획법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최적라틴방격법(OLHD) — 각 변수 범위를 80구간으로 나눠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구간마다 한 점씩 + 점 간 최소 거리 최대화 → 균일 분포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6647688" y="4864608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793992" y="486460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개수를 먼저 고르게 배치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가장 중요한 변수라서 10~24개 전 범위에 고르게 먼저 두고, 두께는 그 개수에서 만들 수 있는 범위로 맞춤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두께를 먼저 정하면 22~24개 설계가 80점 중 1~2점밖에 안 나옴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 —  가우시안 프로세스 회귀 (GPR)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 —  예측값과 불확실성을 함께 제공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2057400"/>
            <a:ext cx="4480560" cy="2514600"/>
          </a:xfrm>
          <a:prstGeom prst="rect">
            <a:avLst/>
          </a:prstGeom>
          <a:solidFill>
            <a:srgbClr val="FAFBFD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105074"/>
                </a:moveTo>
                <a:lnTo>
                  <a:pt x="56007" y="1213199"/>
                </a:lnTo>
                <a:lnTo>
                  <a:pt x="112014" y="1320925"/>
                </a:lnTo>
                <a:lnTo>
                  <a:pt x="168021" y="1424712"/>
                </a:lnTo>
                <a:lnTo>
                  <a:pt x="224028" y="1520172"/>
                </a:lnTo>
                <a:lnTo>
                  <a:pt x="280035" y="1386990"/>
                </a:lnTo>
                <a:lnTo>
                  <a:pt x="336042" y="1257524"/>
                </a:lnTo>
                <a:lnTo>
                  <a:pt x="392049" y="1136714"/>
                </a:lnTo>
                <a:lnTo>
                  <a:pt x="448056" y="1028762"/>
                </a:lnTo>
                <a:lnTo>
                  <a:pt x="504063" y="937158"/>
                </a:lnTo>
                <a:lnTo>
                  <a:pt x="560070" y="864720"/>
                </a:lnTo>
                <a:lnTo>
                  <a:pt x="616077" y="813620"/>
                </a:lnTo>
                <a:lnTo>
                  <a:pt x="672084" y="785388"/>
                </a:lnTo>
                <a:lnTo>
                  <a:pt x="728091" y="780880"/>
                </a:lnTo>
                <a:lnTo>
                  <a:pt x="784098" y="800197"/>
                </a:lnTo>
                <a:lnTo>
                  <a:pt x="840105" y="842546"/>
                </a:lnTo>
                <a:lnTo>
                  <a:pt x="896112" y="906037"/>
                </a:lnTo>
                <a:lnTo>
                  <a:pt x="952119" y="987421"/>
                </a:lnTo>
                <a:lnTo>
                  <a:pt x="1008126" y="1005237"/>
                </a:lnTo>
                <a:lnTo>
                  <a:pt x="1064133" y="923038"/>
                </a:lnTo>
                <a:lnTo>
                  <a:pt x="1120140" y="862076"/>
                </a:lnTo>
                <a:lnTo>
                  <a:pt x="1176147" y="826137"/>
                </a:lnTo>
                <a:lnTo>
                  <a:pt x="1232154" y="817439"/>
                </a:lnTo>
                <a:lnTo>
                  <a:pt x="1288161" y="836889"/>
                </a:lnTo>
                <a:lnTo>
                  <a:pt x="1344168" y="884243"/>
                </a:lnTo>
                <a:lnTo>
                  <a:pt x="1400175" y="958189"/>
                </a:lnTo>
                <a:lnTo>
                  <a:pt x="1456182" y="1056356"/>
                </a:lnTo>
                <a:lnTo>
                  <a:pt x="1512189" y="1175251"/>
                </a:lnTo>
                <a:lnTo>
                  <a:pt x="1568196" y="1310141"/>
                </a:lnTo>
                <a:lnTo>
                  <a:pt x="1624203" y="1454902"/>
                </a:lnTo>
                <a:lnTo>
                  <a:pt x="1680210" y="1601853"/>
                </a:lnTo>
                <a:lnTo>
                  <a:pt x="1736217" y="1655180"/>
                </a:lnTo>
                <a:lnTo>
                  <a:pt x="1792224" y="1657313"/>
                </a:lnTo>
                <a:lnTo>
                  <a:pt x="1848231" y="1674708"/>
                </a:lnTo>
                <a:lnTo>
                  <a:pt x="1904238" y="1709987"/>
                </a:lnTo>
                <a:lnTo>
                  <a:pt x="1960245" y="1763408"/>
                </a:lnTo>
                <a:lnTo>
                  <a:pt x="2016252" y="1833013"/>
                </a:lnTo>
                <a:lnTo>
                  <a:pt x="2072259" y="1914790"/>
                </a:lnTo>
                <a:lnTo>
                  <a:pt x="2128266" y="1934481"/>
                </a:lnTo>
                <a:lnTo>
                  <a:pt x="2184273" y="1835888"/>
                </a:lnTo>
                <a:lnTo>
                  <a:pt x="2240280" y="1719351"/>
                </a:lnTo>
                <a:lnTo>
                  <a:pt x="2296287" y="1591132"/>
                </a:lnTo>
                <a:lnTo>
                  <a:pt x="2352294" y="1456538"/>
                </a:lnTo>
                <a:lnTo>
                  <a:pt x="2408301" y="1319897"/>
                </a:lnTo>
                <a:lnTo>
                  <a:pt x="2464308" y="1184619"/>
                </a:lnTo>
                <a:lnTo>
                  <a:pt x="2520315" y="1053297"/>
                </a:lnTo>
                <a:lnTo>
                  <a:pt x="2576322" y="927834"/>
                </a:lnTo>
                <a:lnTo>
                  <a:pt x="2632329" y="809576"/>
                </a:lnTo>
                <a:lnTo>
                  <a:pt x="2688336" y="699433"/>
                </a:lnTo>
                <a:lnTo>
                  <a:pt x="2744343" y="597994"/>
                </a:lnTo>
                <a:lnTo>
                  <a:pt x="2800350" y="505625"/>
                </a:lnTo>
                <a:lnTo>
                  <a:pt x="2856357" y="422557"/>
                </a:lnTo>
                <a:lnTo>
                  <a:pt x="2912364" y="348954"/>
                </a:lnTo>
                <a:lnTo>
                  <a:pt x="2968371" y="284966"/>
                </a:lnTo>
                <a:lnTo>
                  <a:pt x="3024378" y="230775"/>
                </a:lnTo>
                <a:lnTo>
                  <a:pt x="3080385" y="186613"/>
                </a:lnTo>
                <a:lnTo>
                  <a:pt x="3136392" y="152779"/>
                </a:lnTo>
                <a:lnTo>
                  <a:pt x="3192399" y="129630"/>
                </a:lnTo>
                <a:lnTo>
                  <a:pt x="3248406" y="117554"/>
                </a:lnTo>
                <a:lnTo>
                  <a:pt x="3304413" y="116931"/>
                </a:lnTo>
                <a:lnTo>
                  <a:pt x="3360420" y="128059"/>
                </a:lnTo>
                <a:lnTo>
                  <a:pt x="3416427" y="151065"/>
                </a:lnTo>
                <a:lnTo>
                  <a:pt x="3472434" y="185772"/>
                </a:lnTo>
                <a:lnTo>
                  <a:pt x="3528441" y="231540"/>
                </a:lnTo>
                <a:lnTo>
                  <a:pt x="3584448" y="287065"/>
                </a:lnTo>
                <a:lnTo>
                  <a:pt x="3640455" y="350135"/>
                </a:lnTo>
                <a:lnTo>
                  <a:pt x="3696462" y="417337"/>
                </a:lnTo>
                <a:lnTo>
                  <a:pt x="3752469" y="370188"/>
                </a:lnTo>
                <a:lnTo>
                  <a:pt x="3808476" y="263714"/>
                </a:lnTo>
                <a:lnTo>
                  <a:pt x="3864483" y="182621"/>
                </a:lnTo>
                <a:lnTo>
                  <a:pt x="3920490" y="130079"/>
                </a:lnTo>
                <a:lnTo>
                  <a:pt x="3976497" y="107874"/>
                </a:lnTo>
                <a:lnTo>
                  <a:pt x="4032504" y="116581"/>
                </a:lnTo>
                <a:lnTo>
                  <a:pt x="4088511" y="155639"/>
                </a:lnTo>
                <a:lnTo>
                  <a:pt x="4144518" y="223332"/>
                </a:lnTo>
                <a:lnTo>
                  <a:pt x="4200525" y="316679"/>
                </a:lnTo>
                <a:lnTo>
                  <a:pt x="4256532" y="431228"/>
                </a:lnTo>
                <a:lnTo>
                  <a:pt x="4312539" y="355739"/>
                </a:lnTo>
                <a:lnTo>
                  <a:pt x="4368546" y="279962"/>
                </a:lnTo>
                <a:lnTo>
                  <a:pt x="4424553" y="207683"/>
                </a:lnTo>
                <a:lnTo>
                  <a:pt x="4480560" y="141382"/>
                </a:lnTo>
                <a:lnTo>
                  <a:pt x="4480560" y="981540"/>
                </a:lnTo>
                <a:lnTo>
                  <a:pt x="4424553" y="840944"/>
                </a:lnTo>
                <a:lnTo>
                  <a:pt x="4368546" y="699317"/>
                </a:lnTo>
                <a:lnTo>
                  <a:pt x="4312539" y="560941"/>
                </a:lnTo>
                <a:lnTo>
                  <a:pt x="4256532" y="431251"/>
                </a:lnTo>
                <a:lnTo>
                  <a:pt x="4200525" y="501223"/>
                </a:lnTo>
                <a:lnTo>
                  <a:pt x="4144518" y="560234"/>
                </a:lnTo>
                <a:lnTo>
                  <a:pt x="4088511" y="604058"/>
                </a:lnTo>
                <a:lnTo>
                  <a:pt x="4032504" y="629854"/>
                </a:lnTo>
                <a:lnTo>
                  <a:pt x="3976497" y="636140"/>
                </a:lnTo>
                <a:lnTo>
                  <a:pt x="3920490" y="622788"/>
                </a:lnTo>
                <a:lnTo>
                  <a:pt x="3864483" y="591012"/>
                </a:lnTo>
                <a:lnTo>
                  <a:pt x="3808476" y="543367"/>
                </a:lnTo>
                <a:lnTo>
                  <a:pt x="3752469" y="483742"/>
                </a:lnTo>
                <a:lnTo>
                  <a:pt x="3696462" y="497220"/>
                </a:lnTo>
                <a:lnTo>
                  <a:pt x="3640455" y="638482"/>
                </a:lnTo>
                <a:lnTo>
                  <a:pt x="3584448" y="787897"/>
                </a:lnTo>
                <a:lnTo>
                  <a:pt x="3528441" y="940455"/>
                </a:lnTo>
                <a:lnTo>
                  <a:pt x="3472434" y="1092192"/>
                </a:lnTo>
                <a:lnTo>
                  <a:pt x="3416427" y="1240096"/>
                </a:lnTo>
                <a:lnTo>
                  <a:pt x="3360420" y="1381973"/>
                </a:lnTo>
                <a:lnTo>
                  <a:pt x="3304413" y="1516314"/>
                </a:lnTo>
                <a:lnTo>
                  <a:pt x="3248406" y="1642144"/>
                </a:lnTo>
                <a:lnTo>
                  <a:pt x="3192399" y="1758897"/>
                </a:lnTo>
                <a:lnTo>
                  <a:pt x="3136392" y="1866293"/>
                </a:lnTo>
                <a:lnTo>
                  <a:pt x="3080385" y="1964235"/>
                </a:lnTo>
                <a:lnTo>
                  <a:pt x="3024378" y="2052723"/>
                </a:lnTo>
                <a:lnTo>
                  <a:pt x="2968371" y="2131776"/>
                </a:lnTo>
                <a:lnTo>
                  <a:pt x="2912364" y="2201379"/>
                </a:lnTo>
                <a:lnTo>
                  <a:pt x="2856357" y="2261434"/>
                </a:lnTo>
                <a:lnTo>
                  <a:pt x="2800350" y="2311731"/>
                </a:lnTo>
                <a:lnTo>
                  <a:pt x="2744343" y="2351931"/>
                </a:lnTo>
                <a:lnTo>
                  <a:pt x="2688336" y="2381567"/>
                </a:lnTo>
                <a:lnTo>
                  <a:pt x="2632329" y="2400054"/>
                </a:lnTo>
                <a:lnTo>
                  <a:pt x="2576322" y="2406726"/>
                </a:lnTo>
                <a:lnTo>
                  <a:pt x="2520315" y="2400896"/>
                </a:lnTo>
                <a:lnTo>
                  <a:pt x="2464308" y="2381933"/>
                </a:lnTo>
                <a:lnTo>
                  <a:pt x="2408301" y="2349385"/>
                </a:lnTo>
                <a:lnTo>
                  <a:pt x="2352294" y="2303132"/>
                </a:lnTo>
                <a:lnTo>
                  <a:pt x="2296287" y="2243585"/>
                </a:lnTo>
                <a:lnTo>
                  <a:pt x="2240280" y="2171936"/>
                </a:lnTo>
                <a:lnTo>
                  <a:pt x="2184273" y="2090463"/>
                </a:lnTo>
                <a:lnTo>
                  <a:pt x="2128266" y="2002891"/>
                </a:lnTo>
                <a:lnTo>
                  <a:pt x="2072259" y="2008097"/>
                </a:lnTo>
                <a:lnTo>
                  <a:pt x="2016252" y="2050146"/>
                </a:lnTo>
                <a:lnTo>
                  <a:pt x="1960245" y="2056679"/>
                </a:lnTo>
                <a:lnTo>
                  <a:pt x="1904238" y="2026558"/>
                </a:lnTo>
                <a:lnTo>
                  <a:pt x="1848231" y="1961152"/>
                </a:lnTo>
                <a:lnTo>
                  <a:pt x="1792224" y="1864177"/>
                </a:lnTo>
                <a:lnTo>
                  <a:pt x="1736217" y="1741636"/>
                </a:lnTo>
                <a:lnTo>
                  <a:pt x="1680210" y="1663196"/>
                </a:lnTo>
                <a:lnTo>
                  <a:pt x="1624203" y="1674293"/>
                </a:lnTo>
                <a:lnTo>
                  <a:pt x="1568196" y="1681918"/>
                </a:lnTo>
                <a:lnTo>
                  <a:pt x="1512189" y="1681016"/>
                </a:lnTo>
                <a:lnTo>
                  <a:pt x="1456182" y="1667950"/>
                </a:lnTo>
                <a:lnTo>
                  <a:pt x="1400175" y="1640386"/>
                </a:lnTo>
                <a:lnTo>
                  <a:pt x="1344168" y="1597184"/>
                </a:lnTo>
                <a:lnTo>
                  <a:pt x="1288161" y="1538313"/>
                </a:lnTo>
                <a:lnTo>
                  <a:pt x="1232154" y="1464803"/>
                </a:lnTo>
                <a:lnTo>
                  <a:pt x="1176147" y="1378726"/>
                </a:lnTo>
                <a:lnTo>
                  <a:pt x="1120140" y="1283208"/>
                </a:lnTo>
                <a:lnTo>
                  <a:pt x="1064133" y="1182450"/>
                </a:lnTo>
                <a:lnTo>
                  <a:pt x="1008126" y="1081741"/>
                </a:lnTo>
                <a:lnTo>
                  <a:pt x="952119" y="1102987"/>
                </a:lnTo>
                <a:lnTo>
                  <a:pt x="896112" y="1209130"/>
                </a:lnTo>
                <a:lnTo>
                  <a:pt x="840105" y="1316882"/>
                </a:lnTo>
                <a:lnTo>
                  <a:pt x="784098" y="1420384"/>
                </a:lnTo>
                <a:lnTo>
                  <a:pt x="728091" y="1514682"/>
                </a:lnTo>
                <a:lnTo>
                  <a:pt x="672084" y="1595675"/>
                </a:lnTo>
                <a:lnTo>
                  <a:pt x="616077" y="1660043"/>
                </a:lnTo>
                <a:lnTo>
                  <a:pt x="560070" y="1705191"/>
                </a:lnTo>
                <a:lnTo>
                  <a:pt x="504063" y="1729212"/>
                </a:lnTo>
                <a:lnTo>
                  <a:pt x="448056" y="1730904"/>
                </a:lnTo>
                <a:lnTo>
                  <a:pt x="392049" y="1709827"/>
                </a:lnTo>
                <a:lnTo>
                  <a:pt x="336042" y="1666434"/>
                </a:lnTo>
                <a:lnTo>
                  <a:pt x="280035" y="1602256"/>
                </a:lnTo>
                <a:lnTo>
                  <a:pt x="224028" y="1520195"/>
                </a:lnTo>
                <a:lnTo>
                  <a:pt x="168021" y="1651567"/>
                </a:lnTo>
                <a:lnTo>
                  <a:pt x="112014" y="1776273"/>
                </a:lnTo>
                <a:lnTo>
                  <a:pt x="56007" y="1891088"/>
                </a:lnTo>
                <a:lnTo>
                  <a:pt x="0" y="1994170"/>
                </a:lnTo>
                <a:close/>
              </a:path>
            </a:pathLst>
          </a:cu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549622"/>
                </a:moveTo>
                <a:lnTo>
                  <a:pt x="56007" y="1552144"/>
                </a:lnTo>
                <a:lnTo>
                  <a:pt x="112014" y="1548599"/>
                </a:lnTo>
                <a:lnTo>
                  <a:pt x="168021" y="1538139"/>
                </a:lnTo>
                <a:lnTo>
                  <a:pt x="224028" y="1520183"/>
                </a:lnTo>
                <a:lnTo>
                  <a:pt x="280035" y="1494623"/>
                </a:lnTo>
                <a:lnTo>
                  <a:pt x="336042" y="1461979"/>
                </a:lnTo>
                <a:lnTo>
                  <a:pt x="392049" y="1423271"/>
                </a:lnTo>
                <a:lnTo>
                  <a:pt x="448056" y="1379833"/>
                </a:lnTo>
                <a:lnTo>
                  <a:pt x="504063" y="1333185"/>
                </a:lnTo>
                <a:lnTo>
                  <a:pt x="560070" y="1284955"/>
                </a:lnTo>
                <a:lnTo>
                  <a:pt x="616077" y="1236831"/>
                </a:lnTo>
                <a:lnTo>
                  <a:pt x="672084" y="1190531"/>
                </a:lnTo>
                <a:lnTo>
                  <a:pt x="728091" y="1147781"/>
                </a:lnTo>
                <a:lnTo>
                  <a:pt x="784098" y="1110290"/>
                </a:lnTo>
                <a:lnTo>
                  <a:pt x="840105" y="1079714"/>
                </a:lnTo>
                <a:lnTo>
                  <a:pt x="896112" y="1057583"/>
                </a:lnTo>
                <a:lnTo>
                  <a:pt x="952119" y="1045204"/>
                </a:lnTo>
                <a:lnTo>
                  <a:pt x="1008126" y="1043489"/>
                </a:lnTo>
                <a:lnTo>
                  <a:pt x="1064133" y="1052744"/>
                </a:lnTo>
                <a:lnTo>
                  <a:pt x="1120140" y="1072642"/>
                </a:lnTo>
                <a:lnTo>
                  <a:pt x="1176147" y="1102431"/>
                </a:lnTo>
                <a:lnTo>
                  <a:pt x="1232154" y="1141121"/>
                </a:lnTo>
                <a:lnTo>
                  <a:pt x="1288161" y="1187601"/>
                </a:lnTo>
                <a:lnTo>
                  <a:pt x="1344168" y="1240714"/>
                </a:lnTo>
                <a:lnTo>
                  <a:pt x="1400175" y="1299288"/>
                </a:lnTo>
                <a:lnTo>
                  <a:pt x="1456182" y="1362153"/>
                </a:lnTo>
                <a:lnTo>
                  <a:pt x="1512189" y="1428133"/>
                </a:lnTo>
                <a:lnTo>
                  <a:pt x="1568196" y="1496029"/>
                </a:lnTo>
                <a:lnTo>
                  <a:pt x="1624203" y="1564598"/>
                </a:lnTo>
                <a:lnTo>
                  <a:pt x="1680210" y="1632524"/>
                </a:lnTo>
                <a:lnTo>
                  <a:pt x="1736217" y="1698408"/>
                </a:lnTo>
                <a:lnTo>
                  <a:pt x="1792224" y="1760745"/>
                </a:lnTo>
                <a:lnTo>
                  <a:pt x="1848231" y="1817930"/>
                </a:lnTo>
                <a:lnTo>
                  <a:pt x="1904238" y="1868272"/>
                </a:lnTo>
                <a:lnTo>
                  <a:pt x="1960245" y="1910043"/>
                </a:lnTo>
                <a:lnTo>
                  <a:pt x="2016252" y="1941579"/>
                </a:lnTo>
                <a:lnTo>
                  <a:pt x="2072259" y="1961443"/>
                </a:lnTo>
                <a:lnTo>
                  <a:pt x="2128266" y="1968686"/>
                </a:lnTo>
                <a:lnTo>
                  <a:pt x="2184273" y="1963175"/>
                </a:lnTo>
                <a:lnTo>
                  <a:pt x="2240280" y="1945643"/>
                </a:lnTo>
                <a:lnTo>
                  <a:pt x="2296287" y="1917358"/>
                </a:lnTo>
                <a:lnTo>
                  <a:pt x="2352294" y="1879835"/>
                </a:lnTo>
                <a:lnTo>
                  <a:pt x="2408301" y="1834641"/>
                </a:lnTo>
                <a:lnTo>
                  <a:pt x="2464308" y="1783276"/>
                </a:lnTo>
                <a:lnTo>
                  <a:pt x="2520315" y="1727096"/>
                </a:lnTo>
                <a:lnTo>
                  <a:pt x="2576322" y="1667280"/>
                </a:lnTo>
                <a:lnTo>
                  <a:pt x="2632329" y="1604815"/>
                </a:lnTo>
                <a:lnTo>
                  <a:pt x="2688336" y="1540500"/>
                </a:lnTo>
                <a:lnTo>
                  <a:pt x="2744343" y="1474962"/>
                </a:lnTo>
                <a:lnTo>
                  <a:pt x="2800350" y="1408678"/>
                </a:lnTo>
                <a:lnTo>
                  <a:pt x="2856357" y="1341996"/>
                </a:lnTo>
                <a:lnTo>
                  <a:pt x="2912364" y="1275167"/>
                </a:lnTo>
                <a:lnTo>
                  <a:pt x="2968371" y="1208371"/>
                </a:lnTo>
                <a:lnTo>
                  <a:pt x="3024378" y="1141749"/>
                </a:lnTo>
                <a:lnTo>
                  <a:pt x="3080385" y="1075424"/>
                </a:lnTo>
                <a:lnTo>
                  <a:pt x="3136392" y="1009536"/>
                </a:lnTo>
                <a:lnTo>
                  <a:pt x="3192399" y="944264"/>
                </a:lnTo>
                <a:lnTo>
                  <a:pt x="3248406" y="879849"/>
                </a:lnTo>
                <a:lnTo>
                  <a:pt x="3304413" y="816622"/>
                </a:lnTo>
                <a:lnTo>
                  <a:pt x="3360420" y="755016"/>
                </a:lnTo>
                <a:lnTo>
                  <a:pt x="3416427" y="695580"/>
                </a:lnTo>
                <a:lnTo>
                  <a:pt x="3472434" y="638982"/>
                </a:lnTo>
                <a:lnTo>
                  <a:pt x="3528441" y="585997"/>
                </a:lnTo>
                <a:lnTo>
                  <a:pt x="3584448" y="537481"/>
                </a:lnTo>
                <a:lnTo>
                  <a:pt x="3640455" y="494309"/>
                </a:lnTo>
                <a:lnTo>
                  <a:pt x="3696462" y="457279"/>
                </a:lnTo>
                <a:lnTo>
                  <a:pt x="3752469" y="426965"/>
                </a:lnTo>
                <a:lnTo>
                  <a:pt x="3808476" y="403541"/>
                </a:lnTo>
                <a:lnTo>
                  <a:pt x="3864483" y="386817"/>
                </a:lnTo>
                <a:lnTo>
                  <a:pt x="3920490" y="376433"/>
                </a:lnTo>
                <a:lnTo>
                  <a:pt x="3976497" y="372007"/>
                </a:lnTo>
                <a:lnTo>
                  <a:pt x="4032504" y="373217"/>
                </a:lnTo>
                <a:lnTo>
                  <a:pt x="4088511" y="379849"/>
                </a:lnTo>
                <a:lnTo>
                  <a:pt x="4144518" y="391783"/>
                </a:lnTo>
                <a:lnTo>
                  <a:pt x="4200525" y="408951"/>
                </a:lnTo>
                <a:lnTo>
                  <a:pt x="4256532" y="431240"/>
                </a:lnTo>
                <a:lnTo>
                  <a:pt x="4312539" y="458340"/>
                </a:lnTo>
                <a:lnTo>
                  <a:pt x="4368546" y="489640"/>
                </a:lnTo>
                <a:lnTo>
                  <a:pt x="4424553" y="524314"/>
                </a:lnTo>
                <a:lnTo>
                  <a:pt x="4480560" y="561461"/>
                </a:lnTo>
              </a:path>
            </a:pathLst>
          </a:cu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65860" y="3513575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27555" y="30362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44445" y="3652597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47695" y="3960726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0697" y="2437719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98364" y="242463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14954" y="214884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사이가 멀수록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커짐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608576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005840" y="5001768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88720" y="495604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(학습 데이터)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0" y="5065776"/>
            <a:ext cx="274320" cy="0"/>
          </a:xfrm>
          <a:prstGeom prst="line">
            <a:avLst/>
          </a:pr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81528" y="49560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49040" y="4992624"/>
            <a:ext cx="274320" cy="146304"/>
          </a:xfrm>
          <a:prstGeom prst="rect">
            <a:avLst/>
          </a:pr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87368" y="4956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(±2σ, 약 95%)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13816" y="5321808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60120" y="532180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해석(1회 약 17분) 없이도 아무 설계나 성능을 수 초 안에 예측하고,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예측을 얼마나 믿을 수 있는지까지 함께 알려줌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GPR을 쓴 이유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665976" y="19568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39712" y="18653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+ 불확실성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531352" y="18653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예측과 함께 신뢰구간을 제공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665976" y="24140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39712" y="23225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데이터로 학습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531352" y="23225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수십 ~ 수백 점 규모에 적합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6665976" y="28712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39712" y="27797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해석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531352" y="27797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학습된 모델로 Sobol 지수 · 교호작용 산출 (03)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6665976" y="3328416"/>
            <a:ext cx="64008" cy="23774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39712" y="32369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해석 위치 선정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531352" y="32369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큰 곳을 다음 해석 후보로 (차월)</a:t>
            </a:r>
            <a:endParaRPr lang="en-US" sz="930" dirty="0"/>
          </a:p>
        </p:txBody>
      </p:sp>
      <p:sp>
        <p:nvSpPr>
          <p:cNvPr id="43" name="Text 41"/>
          <p:cNvSpPr txBox="1"/>
          <p:nvPr/>
        </p:nvSpPr>
        <p:spPr>
          <a:xfrm>
            <a:off x="6647688" y="38039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구성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114800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 8개 (0 ~ 1 정규화)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7개 → 응답별 모델 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(목적함수 5 + 제약조건 2)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Matern(ν = 2.5) + ARD(변수별 길이척도)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매끄러운 응답 가정, 변수마다 민감도 따로 학습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전처리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차압은 로그 변환 (값의 범위가 넓음)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구성 및 실행 흐름  —  선별 · 학습 단계 추가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47088"/>
            <a:ext cx="10561320" cy="512064"/>
          </a:xfrm>
          <a:prstGeom prst="roundRect">
            <a:avLst>
              <a:gd name="adj" fmla="val 125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42416" y="1847088"/>
            <a:ext cx="8641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단계 관리  —  선별 29회 → 판정 확인 → 실험계획 80점, 실험점마다 아래 단계를 순서대로 호출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866376" y="1947672"/>
            <a:ext cx="1325880" cy="310896"/>
          </a:xfrm>
          <a:prstGeom prst="roundRect">
            <a:avLst>
              <a:gd name="adj" fmla="val 29412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66376" y="194767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운영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7510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35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생성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DSD.py · OLHD.py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9235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실험표 29회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80점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2128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128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9227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9855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0952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0952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4061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빌드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0952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Solidworks.py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0952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전역변수 11개 갱신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리빌드 · STEP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0944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1572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2669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669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2669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icepak.py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2669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모델 구성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결과 추출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2661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3289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4386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386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7495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저장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74386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result_parser.py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386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산출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누적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04378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5006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6103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103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9212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· 학습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96103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DSD_analysis.py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ML.py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96103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판정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모델 7개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08996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8996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7249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25054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설계값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48966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46771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0683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68488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92400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90205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결과표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17510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9235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62" name="Text 60"/>
          <p:cNvSpPr txBox="1"/>
          <p:nvPr/>
        </p:nvSpPr>
        <p:spPr>
          <a:xfrm>
            <a:off x="9235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params.py · 변수 정의</a:t>
            </a:r>
            <a:endParaRPr lang="en-US" sz="880" dirty="0"/>
          </a:p>
        </p:txBody>
      </p:sp>
      <p:sp>
        <p:nvSpPr>
          <p:cNvPr id="63" name="Shape 61"/>
          <p:cNvSpPr/>
          <p:nvPr/>
        </p:nvSpPr>
        <p:spPr>
          <a:xfrm>
            <a:off x="39227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4" name="Text 62"/>
          <p:cNvSpPr txBox="1"/>
          <p:nvPr/>
        </p:nvSpPr>
        <p:spPr>
          <a:xfrm>
            <a:off x="39867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 API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30952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0952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SolidWorks</a:t>
            </a:r>
            <a:endParaRPr lang="en-US" sz="880" dirty="0"/>
          </a:p>
        </p:txBody>
      </p:sp>
      <p:sp>
        <p:nvSpPr>
          <p:cNvPr id="67" name="Shape 65"/>
          <p:cNvSpPr/>
          <p:nvPr/>
        </p:nvSpPr>
        <p:spPr>
          <a:xfrm>
            <a:off x="60944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8" name="Text 66"/>
          <p:cNvSpPr txBox="1"/>
          <p:nvPr/>
        </p:nvSpPr>
        <p:spPr>
          <a:xfrm>
            <a:off x="61584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PyAEDT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2669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2669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Ansys Icepak</a:t>
            </a:r>
            <a:endParaRPr lang="en-US" sz="880" dirty="0"/>
          </a:p>
        </p:txBody>
      </p:sp>
      <p:sp>
        <p:nvSpPr>
          <p:cNvPr id="71" name="Shape 69"/>
          <p:cNvSpPr/>
          <p:nvPr/>
        </p:nvSpPr>
        <p:spPr>
          <a:xfrm>
            <a:off x="82661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74386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74386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데이터셋</a:t>
            </a:r>
            <a:endParaRPr lang="en-US" sz="880" dirty="0"/>
          </a:p>
        </p:txBody>
      </p:sp>
      <p:sp>
        <p:nvSpPr>
          <p:cNvPr id="74" name="Shape 72"/>
          <p:cNvSpPr/>
          <p:nvPr/>
        </p:nvSpPr>
        <p:spPr>
          <a:xfrm>
            <a:off x="104378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96103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96103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· 대리모델</a:t>
            </a:r>
            <a:endParaRPr lang="en-US" sz="880" dirty="0"/>
          </a:p>
        </p:txBody>
      </p:sp>
      <p:sp>
        <p:nvSpPr>
          <p:cNvPr id="77" name="Shape 75"/>
          <p:cNvSpPr/>
          <p:nvPr/>
        </p:nvSpPr>
        <p:spPr>
          <a:xfrm>
            <a:off x="813816" y="4818888"/>
            <a:ext cx="10561320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13816" y="489204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경로 일원화      </a:t>
            </a:r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목적함수 · 제약조건 목록 일원화</a:t>
            </a:r>
            <a:endParaRPr lang="en-US" sz="930" dirty="0"/>
          </a:p>
        </p:txBody>
      </p:sp>
      <p:sp>
        <p:nvSpPr>
          <p:cNvPr id="79" name="Shape 77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자동 진행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선별이 끝나면 판정을 확인한 뒤 2단계로 진행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규칙 코드화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고정 규칙을 코드에 명시 — 임의 변경 차단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자동해석 모듈 그대로 활용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· 해석 · 결과 모듈 위에 선별 · 학습 단계 추가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· 실측값 비교  —  10-fold 교차검증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30936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[Pa]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0.972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39496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3346704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474720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946904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0.989</a:t>
            </a:r>
            <a:endParaRPr lang="en-US" sz="10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3383280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190488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318504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90688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0.971</a:t>
            </a:r>
            <a:endParaRPr lang="en-US" sz="1000" dirty="0"/>
          </a:p>
        </p:txBody>
      </p:sp>
      <p:graphicFrame>
        <p:nvGraphicFramePr>
          <p:cNvPr id="17" name="Chart 2" descr=""/>
          <p:cNvGraphicFramePr/>
          <p:nvPr/>
        </p:nvGraphicFramePr>
        <p:xfrm>
          <a:off x="6227064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Shape 13"/>
          <p:cNvSpPr/>
          <p:nvPr/>
        </p:nvSpPr>
        <p:spPr>
          <a:xfrm>
            <a:off x="9034272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9162288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0634472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0.977</a:t>
            </a:r>
            <a:endParaRPr lang="en-US" sz="1000" dirty="0"/>
          </a:p>
        </p:txBody>
      </p:sp>
      <p:graphicFrame>
        <p:nvGraphicFramePr>
          <p:cNvPr id="21" name="Chart 3" descr=""/>
          <p:cNvGraphicFramePr/>
          <p:nvPr/>
        </p:nvGraphicFramePr>
        <p:xfrm>
          <a:off x="9070848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2" name="Shape 16"/>
          <p:cNvSpPr/>
          <p:nvPr/>
        </p:nvSpPr>
        <p:spPr>
          <a:xfrm>
            <a:off x="502920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630936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2103120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0.893</a:t>
            </a:r>
            <a:endParaRPr lang="en-US" sz="1000" dirty="0"/>
          </a:p>
        </p:txBody>
      </p:sp>
      <p:graphicFrame>
        <p:nvGraphicFramePr>
          <p:cNvPr id="25" name="Chart 4" descr=""/>
          <p:cNvGraphicFramePr/>
          <p:nvPr/>
        </p:nvGraphicFramePr>
        <p:xfrm>
          <a:off x="539496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6" name="Shape 19"/>
          <p:cNvSpPr/>
          <p:nvPr/>
        </p:nvSpPr>
        <p:spPr>
          <a:xfrm>
            <a:off x="3346704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3474720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[-]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946904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0.956</a:t>
            </a:r>
            <a:endParaRPr lang="en-US" sz="1000" dirty="0"/>
          </a:p>
        </p:txBody>
      </p:sp>
      <p:graphicFrame>
        <p:nvGraphicFramePr>
          <p:cNvPr id="29" name="Chart 5" descr=""/>
          <p:cNvGraphicFramePr/>
          <p:nvPr/>
        </p:nvGraphicFramePr>
        <p:xfrm>
          <a:off x="3383280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0" name="Shape 22"/>
          <p:cNvSpPr/>
          <p:nvPr/>
        </p:nvSpPr>
        <p:spPr>
          <a:xfrm>
            <a:off x="6190488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Text 23"/>
          <p:cNvSpPr txBox="1"/>
          <p:nvPr/>
        </p:nvSpPr>
        <p:spPr>
          <a:xfrm>
            <a:off x="6318504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[kg]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7790688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1.000</a:t>
            </a:r>
            <a:endParaRPr lang="en-US" sz="1000" dirty="0"/>
          </a:p>
        </p:txBody>
      </p:sp>
      <p:graphicFrame>
        <p:nvGraphicFramePr>
          <p:cNvPr id="33" name="Chart 6" descr=""/>
          <p:cNvGraphicFramePr/>
          <p:nvPr/>
        </p:nvGraphicFramePr>
        <p:xfrm>
          <a:off x="6227064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34" name="Shape 25"/>
          <p:cNvSpPr/>
          <p:nvPr/>
        </p:nvSpPr>
        <p:spPr>
          <a:xfrm>
            <a:off x="9034272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9217152" y="37398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R²  (결정계수)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9217152" y="3977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7" name="Text 28"/>
          <p:cNvSpPr txBox="1"/>
          <p:nvPr/>
        </p:nvSpPr>
        <p:spPr>
          <a:xfrm>
            <a:off x="9217152" y="4526280"/>
            <a:ext cx="22860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7FD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정확 — 0.9 = 응답 변동의 90%를 설명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10-fold: 80점을 10묶음으로 나눠 한 묶음씩 빼고 학습 → 뺀 묶음을 예측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학습에 안 쓴 설계에 대한 정확도</a:t>
            </a:r>
            <a:endParaRPr lang="en-US" sz="900" dirty="0"/>
          </a:p>
        </p:txBody>
      </p:sp>
      <p:sp>
        <p:nvSpPr>
          <p:cNvPr id="38" name="Text 29"/>
          <p:cNvSpPr txBox="1"/>
          <p:nvPr/>
        </p:nvSpPr>
        <p:spPr>
          <a:xfrm>
            <a:off x="502920" y="6236208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설계 1개  ·  빨간 선 = 예측값 = 실측값 (선에 가까울수록 정확)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  —  Sobol 지수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1순위 변수  —  DSD vs GPR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65376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508760"/>
                <a:gridCol w="173736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DSD 기여율 (29회)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GPR Sobol S1 (80점)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13816" y="457200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일치   △ 중량은 핀 변수 4개가 19 ~ 25%로 비슷해 순위 차이가 의미 없음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13816" y="48280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7</a:t>
            </a:r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응답에서 1순위 일치 — 서로 다른 방법 · 데이터로 같은 결론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 비율  —  1 − ΣS1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47688" y="17556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 중 주효과(S1)로 설명되지 않는 부분 = 변수끼리 얽힌 효과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647688" y="21579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708392" y="220370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08392" y="2203704"/>
            <a:ext cx="1173541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917936" y="21579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647688" y="24825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708392" y="252831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08392" y="2528316"/>
            <a:ext cx="403799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917936" y="248259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647688" y="28072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708392" y="2852928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08392" y="2852928"/>
            <a:ext cx="559956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17936" y="28072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47688" y="31318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708392" y="3177540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708392" y="3177540"/>
            <a:ext cx="199375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917936" y="31318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6647688" y="3456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708392" y="3502152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08392" y="3502152"/>
            <a:ext cx="2943316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91793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647688" y="37810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7708392" y="382676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708392" y="3826764"/>
            <a:ext cx="615163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917936" y="37810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647688" y="41056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7708392" y="415137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708392" y="4151376"/>
            <a:ext cx="1104138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0917936" y="41056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6647688" y="4480560"/>
            <a:ext cx="4846320" cy="731520"/>
          </a:xfrm>
          <a:prstGeom prst="roundRect">
            <a:avLst>
              <a:gd name="adj" fmla="val 75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93992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2차 균일도 — 분기 입구 두께: 주효과 지수 S1 7% → 총효과 지수 ST 18%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변수별 개별 조정으로 최적점 탐색 곤란 → 대리모델 기반 최적화</a:t>
            </a:r>
            <a:endParaRPr lang="en-US" sz="920" dirty="0"/>
          </a:p>
        </p:txBody>
      </p:sp>
      <p:sp>
        <p:nvSpPr>
          <p:cNvPr id="46" name="Shape 43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2차 핀 개수가 응답 5개에서 1순위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DSD와 GPR 결론 일치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방법 · 데이터인데 1순위 6/7 일치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~ 19% → DSD로는 분리 못 하는 부분을 GPR로 확인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및 차월 계획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가장 낮은 응답  —  2차 균일도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65376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65376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</a:t>
            </a:r>
            <a:endParaRPr lang="en-US" sz="9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1865376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유로 유량의 표준편차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중 예측 정확도가 가장 낮음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" y="28346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13816" y="31272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자체가 0에 가까워 작은 오차도 크게 보임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이후 구간이라 여러 변수가 함께 작용 — 교호작용 19%로 응답 중 최대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80점만으로는 이 영역의 변화를 충분히 덮지 못함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36792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차월 계획  —  3개월차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65976" y="1975104"/>
            <a:ext cx="310896" cy="310896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65976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1883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 샘플링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21579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큰 지점을 골라 해석을 추가해 정확도 보강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65976" y="279806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65976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27066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다목적 최적화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29809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위에서 파레토 최적해 탐색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665976" y="362102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65976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114032" y="35295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적용 검토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14032" y="38039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사업에서 AI 열해석 자동화 적용 가능성 검토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818888"/>
            <a:ext cx="11183112" cy="1563624"/>
          </a:xfrm>
          <a:prstGeom prst="roundRect">
            <a:avLst>
              <a:gd name="adj" fmla="val 3509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6968" y="4965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개 월 차   요 약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→ 8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88696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선별 (DSD 29회)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9884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 점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449884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(OLHD)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11072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811072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교차검증 R²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구성 원리  (질의응답용)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14회의 정체  —  회의 행렬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1792224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①  대각선은 0 (해석마다 변수 하나만 중간값)</a:t>
            </a:r>
            <a:endParaRPr lang="en-US" sz="9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②  나머지는 +1 또는 −1 (최대값 또는 최소값)</a:t>
            </a:r>
            <a:endParaRPr lang="en-US" sz="9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③  아무 두 변수를 골라도, 같은 쪽인 횟수 = 반대쪽인 횟수 (직교)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2706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4개 예시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980944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91440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813816" y="4498848"/>
            <a:ext cx="4846320" cy="1554480"/>
          </a:xfrm>
          <a:prstGeom prst="roundRect">
            <a:avLst>
              <a:gd name="adj" fmla="val 3529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449884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A와 B가 함께 값을 갖는 해석은 3번 · 4번 두 번뿐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3번: A −, B − → 같은 쪽   /   4번: A −, B + → 반대쪽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쪽 1번, 반대쪽 1번 (다른 두 변수도 모두 동일)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1번 행만 정하면 나머지는 규칙 ③을 맞추다 보면 자동으로 채워짐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과제 14 × 14는 Paley 구성법으로 코드가 자동 생성 · 검증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거울상을 붙이는 이유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647688" y="17922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주효과 = 변수 하나만의 효과   ·   교호작용 = 두 변수가 함께 바뀔 때의 추가 효과</a:t>
            </a:r>
            <a:endParaRPr lang="en-US" sz="9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194560"/>
          <a:ext cx="48463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109728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주효과 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주효과 B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교호작용 A×B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곡률 A²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행  x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거울상  −x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쌍에서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반전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반전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6647688" y="3474720"/>
            <a:ext cx="4846320" cy="1188720"/>
          </a:xfrm>
          <a:prstGeom prst="roundRect">
            <a:avLst>
              <a:gd name="adj" fmla="val 461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793992" y="347472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쌍의 차이 → 주효과만 남음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쌍의 평균 → 교호작용 · 곡률만 남음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주효과가 교호작용 · 곡률과 섞이지 않음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6647688" y="4846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중심점 1회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변수 중간값 → 곡률(중간값이 나은지) 판단의 기준점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교호작용끼리는 서로 일부 섞임 (부분 교락)</a:t>
            </a:r>
            <a:endParaRPr lang="en-US" sz="9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 — 2개월차</dc:title>
  <dc:subject>PptxGenJS Presentation</dc:subject>
  <dc:creator>학습조직</dc:creator>
  <cp:lastModifiedBy>학습조직</cp:lastModifiedBy>
  <cp:revision>1</cp:revision>
  <dcterms:created xsi:type="dcterms:W3CDTF">2026-10-26T02:43:36Z</dcterms:created>
  <dcterms:modified xsi:type="dcterms:W3CDTF">2026-10-26T02:43:36Z</dcterms:modified>
</cp:coreProperties>
</file>