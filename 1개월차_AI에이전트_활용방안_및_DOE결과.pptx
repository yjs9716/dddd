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1개월차 산출물 발표. 해석 자동화 파이프라인 구축과 DOE 데이터 확보까지가 이번 달 범위이며, 대리모델 학습은 차월 주제임을 먼저 밝힌다.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01은 개발 방식, 02는 무엇을 변수로 두었는지, 03은 실제로 확보한 데이터를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출력을 그대로 쓰지 않고 검증을 절차화했다는 점, 그리고 값의 정의 위치를 한 곳으로 고정해 일관성을 유지했다는 점이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변수를 늘리기만 한 것이 아니라, 근거를 갖고 2개를 고정해 탐색 예산을 방열핀 쪽으로 재배분했다는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핀 두께와 개수는 독립 변수처럼 보이지만 가공 제약 때문에 서로 묶인다. 이 점이 DOE 실험점 생성 방식에 영향을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조용히 잘못된 데이터가 쌓이는 실패 모드를 어떻게 막았는지가 이 장의 요지.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1회 해석에 수십 분이 걸리므로 무인 연속 운전이 전제 조건. 사람이 붙어 있지 않아도 데이터가 쌓이는 구조를 만든 것이 이번 달의 실질적 성과.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달은 데이터 생산 설비를 만들고 초기 데이터셋을 확보한 단계. 다음 달부터 이 데이터를 학습시킨다.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937760" cy="4937760"/>
          </a:xfrm>
          <a:prstGeom prst="ellipse">
            <a:avLst/>
          </a:prstGeom>
          <a:solidFill>
            <a:srgbClr val="2C4E82">
              <a:alpha val="45000"/>
            </a:srgbClr>
          </a:solidFill>
          <a:ln w="12700">
            <a:solidFill>
              <a:srgbClr val="2C4E8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931920"/>
            <a:ext cx="3108960" cy="3108960"/>
          </a:xfrm>
          <a:prstGeom prst="ellipse">
            <a:avLst/>
          </a:prstGeom>
          <a:solidFill>
            <a:srgbClr val="00A3C4">
              <a:alpha val="22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298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학습조직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55648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열유체 해석 자동화 및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설계최적화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5844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수냉식 냉각판 유로·방열핀 설계 사례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4315968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2C4E82"/>
          </a:solidFill>
          <a:ln w="12700">
            <a:solidFill>
              <a:srgbClr val="2C4E8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31596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1개월차   |   AI 에이전트 활용방안 및 DOE 결과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5257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 / 성명 / 발표일자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   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481328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92224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7373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 기반 개발환경 구축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92240" y="1792224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0" y="175564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협업 방식 및 모듈 구성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단일 출처 원칙 및 코드 검증 절차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163824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341985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 정의 및 설계공간 설정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92240" y="3474720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0" y="3438144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형상 및 유동 경로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설계변수 9종 / 고정 2종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방열핀 배치 및 가공 제약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846320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5157216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510235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실험계획법(DOE) 기반 데이터 확보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5157216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0" y="512064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형상 자동 빌드 및 중량 산출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DOE 기법 및 무인 자동 해석 루프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DOE 데이터 확보 현황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 기반 개발환경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방식 및 모듈 구성 · 코드 검증 절차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방식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2029968"/>
            <a:ext cx="1481328" cy="475488"/>
          </a:xfrm>
          <a:prstGeom prst="roundRect">
            <a:avLst>
              <a:gd name="adj" fmla="val 15385"/>
            </a:avLst>
          </a:prstGeom>
          <a:solidFill>
            <a:srgbClr val="EEF2F7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2029968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설계자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295144" y="2029968"/>
            <a:ext cx="210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05456" y="2029968"/>
            <a:ext cx="1481328" cy="475488"/>
          </a:xfrm>
          <a:prstGeom prst="roundRect">
            <a:avLst>
              <a:gd name="adj" fmla="val 15385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505456" y="2029968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986784" y="2029968"/>
            <a:ext cx="210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97096" y="2029968"/>
            <a:ext cx="1481328" cy="475488"/>
          </a:xfrm>
          <a:prstGeom prst="roundRect">
            <a:avLst>
              <a:gd name="adj" fmla="val 15385"/>
            </a:avLst>
          </a:prstGeom>
          <a:solidFill>
            <a:srgbClr val="EEF2F7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97096" y="2029968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코드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13816" y="2606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◀   결과 검토 · 이상 징후 피드백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13816" y="294436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요구사항·물리조건 정의부터 지표 정의·검증 방법까지 대화 기반으로 진행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단순 코드 생성이 아닌 설계 판단 단계부터 협업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36792" y="1188720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 모듈 — 해석 자동화 파이프라인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1901952"/>
          <a:ext cx="48463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154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OLHD / fins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설계변수·DOE / 핀 배치 수식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Solidworks / icepak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형상 리빌드 / 해석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result_parser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파싱 및 지표 산출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main / paths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루프 제어 / 경로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 txBox="1"/>
          <p:nvPr/>
        </p:nvSpPr>
        <p:spPr>
          <a:xfrm>
            <a:off x="6647688" y="3246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생성까지의 파이프라인 — 대리모델은 차월 구축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02920" y="3822192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58952" y="409651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" y="40050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출처(Single Source) 원칙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13816" y="4553712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값을 두 곳에 두지 않는다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 수정했을 때 조용히 어긋나는 사고를 구조적으로 차단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핀뱅크 길이 1곳 수정 → 갭 공식·유로 위치·최대 개수 자동 반영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813816" y="5577840"/>
            <a:ext cx="484632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14400" y="55778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 · DOE 점수 · 핀 배치 수식 · 채널 수 · 경로  →  각 1개 모듈에서만 정의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6336792" y="3822192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592824" y="409651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757416" y="40050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검증 절차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647688" y="45171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요구사항 정의  ▶  ② AI 코드 생성  ▶  ③ 검증  ▶  ④ 반영</a:t>
            </a:r>
            <a:endParaRPr lang="en-US" sz="10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4901184"/>
          <a:ext cx="4846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429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방법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적용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수식 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 산출식 ↔ 수기 계산값 일치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전수 검증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후보 20만 개 → 제약 위반 0건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테스트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 없이 생성·파싱 구간 구동 확인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 정의 및 설계공간 설정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및 유동 경로 · 설계변수 선정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및 유동 경로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709928" y="196596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09928" y="19659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    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709928" y="238658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709928" y="26060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709928" y="260604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유로 — 1차 통과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709928" y="30266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709928" y="32461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09928" y="324612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   기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709928" y="366674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68680" y="3886200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EEF2F7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388620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전원공급모듈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83280" y="3886200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388620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유로 — 2차 통과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709928" y="430682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709928" y="452628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EEF2F7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709928" y="452628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 →  출구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13816" y="49834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유량 4 LPM 고정 / 발열채널 9개 (채널당 40 W)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구조 — 한쪽 경로가 유량을 많이 가져가면 반대쪽은 필연적으로 감소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간 상호작용이 커 개별 튜닝으로는 최적점 탐색이 어려움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36792" y="1188720"/>
            <a:ext cx="544068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 — 자유 9종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1901952"/>
          <a:ext cx="48463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03120"/>
              </a:tblGrid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input_thick / input_angle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25 mm / 90 ~ 150°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power_input_thick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 ~ 20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mid_thick / mid_angle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 / 90 ~ 140°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mid_input_thick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output_thick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fin_thick (방열핀 두께)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fin_count (방열핀 개수)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21 개 (정수)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6647688" y="40050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파라미터 2종</a:t>
            </a:r>
            <a:endParaRPr lang="en-US" sz="11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4315968"/>
          <a:ext cx="48463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77240"/>
                <a:gridCol w="2468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근거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power_output_thick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사전 분석 결과 트레이드오프 없음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fin_height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8.0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우회공간 제거 (메싱 안정성 확보)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647688" y="5504688"/>
            <a:ext cx="4846320" cy="530352"/>
          </a:xfrm>
          <a:prstGeom prst="roundRect">
            <a:avLst>
              <a:gd name="adj" fmla="val 10345"/>
            </a:avLst>
          </a:prstGeom>
          <a:solidFill>
            <a:srgbClr val="16305B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6647688" y="5504688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9차원 설계공간 → 전수탐색 불가능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 정의 및 설계공간 설정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방열핀 배치 및 가공 제약 · 평가 항목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방열핀 등간격 배치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1965960"/>
            <a:ext cx="4736592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2728" y="2084832"/>
            <a:ext cx="237744" cy="72237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74520" y="2084832"/>
            <a:ext cx="237744" cy="72237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96312" y="2084832"/>
            <a:ext cx="237744" cy="72237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18104" y="2084832"/>
            <a:ext cx="237744" cy="72237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39896" y="2084832"/>
            <a:ext cx="237744" cy="72237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61688" y="2084832"/>
            <a:ext cx="237744" cy="72237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83480" y="2084832"/>
            <a:ext cx="237744" cy="72237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52728" y="2944368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294436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68680" y="3273552"/>
            <a:ext cx="4736592" cy="822960"/>
          </a:xfrm>
          <a:prstGeom prst="roundRect">
            <a:avLst>
              <a:gd name="adj" fmla="val 666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3328416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= N·t + (N+1)·g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 = ( L − N·t ) / ( N+1 )        L = 86.5 mm (핀뱅크 길이)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" y="42519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폐합조건 하나로 벽↔핀 / 핀↔핀 / 핀↔벽 간격이 자동으로 동일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갭은 설계변수가 아닌 종속 계산값 — CAD 수식으로 자체 산출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 제약 : 갭 ≥ 2.5 mm (밀링 가공 한계 · 메시 확보)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3816" y="5532120"/>
            <a:ext cx="484632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55321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두께·개수 조합의 약 70%만 유효 — 두 변수가 독립이 아닌 유효영역 형성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336792" y="1188720"/>
            <a:ext cx="544068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항목 정의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1938528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74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 (압력강하)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 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유량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전원모듈 분기 유량비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 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647688" y="4480560"/>
            <a:ext cx="4846320" cy="1371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39712" y="46268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단계 범위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839712" y="495604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· 기록 대상 항목의 정의까지 수행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유량 균일도의 구체적 지표화 방식은 대리모델 구축 단계에서 확정 예정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실험계획법(DOE) 기반 데이터 확보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자동 빌드 및 중량 산출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Equation Manager 기반 형상 빌드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938528"/>
            <a:ext cx="1463040" cy="457200"/>
          </a:xfrm>
          <a:prstGeom prst="roundRect">
            <a:avLst>
              <a:gd name="adj" fmla="val 14000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9385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전역변수 갱신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276856" y="1938528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78024" y="1938528"/>
            <a:ext cx="1463040" cy="457200"/>
          </a:xfrm>
          <a:prstGeom prst="roundRect">
            <a:avLst>
              <a:gd name="adj" fmla="val 14000"/>
            </a:avLst>
          </a:prstGeom>
          <a:solidFill>
            <a:srgbClr val="EEF2F7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8024" y="19385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파트·어셈블리 리빌드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941064" y="1938528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42232" y="1938528"/>
            <a:ext cx="1463040" cy="457200"/>
          </a:xfrm>
          <a:prstGeom prst="roundRect">
            <a:avLst>
              <a:gd name="adj" fmla="val 14000"/>
            </a:avLst>
          </a:prstGeom>
          <a:solidFill>
            <a:srgbClr val="EEF2F7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42232" y="19385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저장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606040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방식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 기입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수식 목록에서 변수명 → 인덱스 매핑 후 치환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변수명 검증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없는 변수명이면 즉시 중단 + 실제 변수 목록 출력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정수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핀 개수는 정수 문자열로 기입 (패턴 개수 해석)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종속값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핀 간격은 CAD 수식이 자체 계산 — 이중 계산 방지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고정값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전역변수로 만들지 않고 스케치에 직접 기입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813816" y="5303520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41832" y="530352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변수명이 어긋나면 형상이 바뀌지 않은 채 해석이 수행될 수 있음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사전 차단이 데이터 신뢰성의 핵심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336792" y="1188720"/>
            <a:ext cx="544068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 산출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647688" y="1920240"/>
            <a:ext cx="4846320" cy="9144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793992" y="2011680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PAO 부피 = 완전충진 형상 부피(상수) − 알루미늄 부피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  량   = 알루미늄 질량 + PAO 부피 × 794 kg/m³</a:t>
            </a:r>
            <a:endParaRPr lang="en-US" sz="10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3017520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취득 시점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리빌드 직후 어셈블리에서 질량 특성 일괄 취득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반환값 해석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순서가 미문서화 → CAD 질량특성 패널과 전량 대조하여 부피·질량 위치 확정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산출값이 수기 계산값과 소수점까지 일치 확인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교차검증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 측 유체 부피값과 대조, 이상 시 로그 경고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6647688" y="5532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유로(빈 공간)는 형상에 존재하지 않는 개념 → 완전충진 부피 기준으로 역산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실험계획법(DOE) 기반 데이터 확보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DOE 기법 선정 및 무인 자동 해석 루프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DOE 기법 선정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901952"/>
          <a:ext cx="48463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5603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격자 전수탐색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  9차원 조합 수 폭증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무작위 샘플링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  설계공간 편중 발생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최적라틴방격법 (OLHD)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   적은 점으로 균일 분포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13816" y="3182112"/>
            <a:ext cx="4846320" cy="411480"/>
          </a:xfrm>
          <a:prstGeom prst="roundRect">
            <a:avLst>
              <a:gd name="adj" fmla="val 13333"/>
            </a:avLst>
          </a:prstGeom>
          <a:solidFill>
            <a:srgbClr val="16305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" y="31821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실험점 = 10 × 변수 수 = 90 점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336792" y="1188720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 제약 반영 방식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647688" y="1920240"/>
            <a:ext cx="4846320" cy="713232"/>
          </a:xfrm>
          <a:prstGeom prst="roundRect">
            <a:avLst>
              <a:gd name="adj" fmla="val 769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93992" y="199339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 방식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뽑은 뒤 제약 위반이면 폐기 → 후보 30% 낭비 · 층화 붕괴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47688" y="2743200"/>
            <a:ext cx="4846320" cy="713232"/>
          </a:xfrm>
          <a:prstGeom prst="roundRect">
            <a:avLst>
              <a:gd name="adj" fmla="val 7692"/>
            </a:avLst>
          </a:prstGeom>
          <a:solidFill>
            <a:srgbClr val="E8F4F8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93992" y="281635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방식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두께별 허용 개수 범위 안으로 접어 넣어 생성 → 낭비 0 · 층화 유지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822192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58952" y="409651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3544" y="40050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해석 루프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32104" y="4517136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32104" y="4517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1216152" y="451713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DOE 실험점 선정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832104" y="486460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3210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216152" y="48646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CAD 리빌드 · STEP 저장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832104" y="5212080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32104" y="5212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216152" y="52120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Icepak 해석 수행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832104" y="5559552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32104" y="5559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216152" y="55595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파싱 · 데이터 누적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32104" y="59070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 종료 조건까지 자동 반복 — 1회차 약 17분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336792" y="3822192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592824" y="409651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757416" y="40050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처리 및 무인 운전</a:t>
            </a:r>
            <a:endParaRPr lang="en-US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4535424"/>
          <a:ext cx="4846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4290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형상 미성립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 기록 후 다음 점 진행, 해당 영역 회피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솔버 비정상 종료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재연결 후 동일 실험점 재시도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연속 실패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오류로 판단하고 캠페인 중단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5"/>
          <p:cNvSpPr txBox="1"/>
          <p:nvPr/>
        </p:nvSpPr>
        <p:spPr>
          <a:xfrm>
            <a:off x="6647688" y="58155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CAD · 해석 프로그램 GUI 비활성화로 장기 연속 구동 확보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실험계획법(DOE) 기반 데이터 확보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DOE 데이터 확보 현황 및 차월 계획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2070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38988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</a:t>
            </a:r>
            <a:pPr algn="ctr" indent="0" marL="0">
              <a:buNone/>
            </a:pPr>
            <a:r>
              <a:rPr lang="en-US" sz="11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점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04825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DOE 실험점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2070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138988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2.50 ~ 6.41</a:t>
            </a:r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mm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04825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갭 범위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12070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46520" y="138988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1,701 ~ 4,661</a:t>
            </a:r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Pa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4825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 분포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0" y="12070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326880" y="138988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4.90 ~ 5.24</a:t>
            </a:r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kg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4825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 분포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2706624"/>
            <a:ext cx="11183112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8952" y="2980944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3544" y="288950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확보 범위 및 데이터 구조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968" y="3255264"/>
          <a:ext cx="10515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49040"/>
                <a:gridCol w="1554480"/>
                <a:gridCol w="3383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핀 두께 / 개수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 / 10 ~ 21 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116.8 ~ 122.9 ℃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유로 갭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2.500 ~ 6.409 mm  (가공 제약 하한까지 도달)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구조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 9종 | 갭 | 목적함수 | 제약조건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886968" y="40416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전 영역에 고르게 분포 — 대리모델 학습 입력으로 사용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02920" y="4709160"/>
            <a:ext cx="11183112" cy="1600200"/>
          </a:xfrm>
          <a:prstGeom prst="roundRect">
            <a:avLst>
              <a:gd name="adj" fmla="val 3429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86968" y="48920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 월 계 획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86968" y="5285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86968" y="55595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확보 데이터 기반 머신러닝 대리모델(GPR) 학습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471416" y="5285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471416" y="55595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· 실측값 비교를 통한 정확도 검증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055864" y="5285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055864" y="55595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설계변수별 민감도 산출 및 지배 변수 식별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기반 열유체 해석 자동화 및 설계최적화</dc:title>
  <dc:subject>PptxGenJS Presentation</dc:subject>
  <dc:creator>학습조직</dc:creator>
  <cp:lastModifiedBy>학습조직</cp:lastModifiedBy>
  <cp:revision>1</cp:revision>
  <dcterms:created xsi:type="dcterms:W3CDTF">2026-09-16T06:26:18Z</dcterms:created>
  <dcterms:modified xsi:type="dcterms:W3CDTF">2026-09-16T06:26:18Z</dcterms:modified>
</cp:coreProperties>
</file>