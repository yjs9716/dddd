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보안 정책상 CAD·해석 모델과 원본 결과는 외부로 나갈 수 없다. 따라서 외부에서는 코드와 문서만 작성하고, 형상 생성과 해석은 전적으로 내부망에서 수행한다. 실행 결과는 개발자가 확인한 뒤 필요한 요구사항만 정리해 전달하는 방식으로 운영했다.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3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 기반 개발환경 구축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124712" y="5486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망분리 환경에서의 AI 에이전트 활용 체계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5440680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463040"/>
            <a:ext cx="82296" cy="182880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3544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 조건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920240"/>
          <a:ext cx="484632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37947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보안 정책상 외부 AI 직접 접속 불가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반출 제한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CAD·해석 모델 및 원본 결과는 반출 불가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 사항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자산을 내보내지 않고 개발하는 방법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13816" y="3218688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41832" y="321868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외부에서 만드는 것은 '코드'이고, 형상과 해석은 내부망에서만 수행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336792" y="1188720"/>
            <a:ext cx="5440680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92824" y="1463040"/>
            <a:ext cx="82296" cy="182880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57416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구조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647688" y="1847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(개발)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665208" y="1847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내부망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665208" y="1810512"/>
            <a:ext cx="0" cy="1444752"/>
          </a:xfrm>
          <a:prstGeom prst="line">
            <a:avLst/>
          </a:prstGeom>
          <a:noFill/>
          <a:ln w="15875">
            <a:solidFill>
              <a:srgbClr val="B9C4D2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6647688" y="2121408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00A3C4"/>
          </a:solidFill>
          <a:ln w="15875">
            <a:solidFill>
              <a:srgbClr val="00A3C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647688" y="21214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202168" y="2121408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16305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02168" y="21214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(코드 · 문서)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756648" y="2121408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16305B"/>
          </a:solidFill>
          <a:ln w="15875">
            <a:solidFill>
              <a:srgbClr val="1630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756648" y="21214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CAD · 해석 실행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019288" y="2350008"/>
            <a:ext cx="182880" cy="0"/>
          </a:xfrm>
          <a:prstGeom prst="line">
            <a:avLst/>
          </a:prstGeom>
          <a:noFill/>
          <a:ln w="15875">
            <a:solidFill>
              <a:srgbClr val="16305B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9573768" y="2350008"/>
            <a:ext cx="182880" cy="0"/>
          </a:xfrm>
          <a:prstGeom prst="line">
            <a:avLst/>
          </a:prstGeom>
          <a:noFill/>
          <a:ln w="15875">
            <a:solidFill>
              <a:srgbClr val="16305B"/>
            </a:solidFill>
            <a:prstDash val="solid"/>
            <a:tailEnd type="triangle"/>
          </a:ln>
        </p:spPr>
      </p:sp>
      <p:sp>
        <p:nvSpPr>
          <p:cNvPr id="26" name="Text 23"/>
          <p:cNvSpPr txBox="1"/>
          <p:nvPr/>
        </p:nvSpPr>
        <p:spPr>
          <a:xfrm>
            <a:off x="8942832" y="26060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· 문서 반입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10442448" y="2578608"/>
            <a:ext cx="0" cy="365760"/>
          </a:xfrm>
          <a:prstGeom prst="line">
            <a:avLst/>
          </a:prstGeom>
          <a:noFill/>
          <a:ln w="13970">
            <a:solidFill>
              <a:srgbClr val="6B7A8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333488" y="2944368"/>
            <a:ext cx="3108960" cy="0"/>
          </a:xfrm>
          <a:prstGeom prst="line">
            <a:avLst/>
          </a:prstGeom>
          <a:noFill/>
          <a:ln w="13970">
            <a:solidFill>
              <a:srgbClr val="6B7A8F"/>
            </a:solidFill>
            <a:prstDash val="solid"/>
            <a:headEnd type="triangle"/>
          </a:ln>
        </p:spPr>
      </p:sp>
      <p:sp>
        <p:nvSpPr>
          <p:cNvPr id="29" name="Shape 26"/>
          <p:cNvSpPr/>
          <p:nvPr/>
        </p:nvSpPr>
        <p:spPr>
          <a:xfrm>
            <a:off x="7333488" y="2578608"/>
            <a:ext cx="0" cy="365760"/>
          </a:xfrm>
          <a:prstGeom prst="line">
            <a:avLst/>
          </a:prstGeom>
          <a:noFill/>
          <a:ln w="13970">
            <a:solidFill>
              <a:srgbClr val="6B7A8F"/>
            </a:solidFill>
            <a:prstDash val="solid"/>
            <a:headEnd type="triangle"/>
          </a:ln>
        </p:spPr>
      </p:sp>
      <p:sp>
        <p:nvSpPr>
          <p:cNvPr id="30" name="Text 27"/>
          <p:cNvSpPr txBox="1"/>
          <p:nvPr/>
        </p:nvSpPr>
        <p:spPr>
          <a:xfrm>
            <a:off x="6647688" y="298094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개발자가 결과를 확인하고 요구사항만 정리해 전달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647688" y="3273552"/>
            <a:ext cx="4846320" cy="292608"/>
          </a:xfrm>
          <a:prstGeom prst="roundRect">
            <a:avLst>
              <a:gd name="adj" fmla="val 1562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47688" y="32735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형상·해석 모델과 원본 결과는 경계를 넘지 않음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02920" y="3822192"/>
            <a:ext cx="5440680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58952" y="4096512"/>
            <a:ext cx="82296" cy="182880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23544" y="40050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맥락(Context) 구축 방법</a:t>
            </a:r>
            <a:endParaRPr lang="en-US" sz="13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4535424"/>
          <a:ext cx="484632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5204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 구성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담는 내용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 로직 문서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설계변수 구성 · 제약조건 · 처리 절차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규칙 문서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임의 수정 금지 등 협업 규칙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형상·해석 자동화 모듈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인터페이스 규약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파일 형식, API 호출 규약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" name="Text 33"/>
          <p:cNvSpPr txBox="1"/>
          <p:nvPr/>
        </p:nvSpPr>
        <p:spPr>
          <a:xfrm>
            <a:off x="813816" y="59618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작성에 필요한 범위로 한정 — 매 세션 저장소를 읽어 이전 맥락을 그대로 이어받음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6336792" y="3822192"/>
            <a:ext cx="5440680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6592824" y="4096512"/>
            <a:ext cx="82296" cy="182880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757416" y="40050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방식</a:t>
            </a:r>
            <a:endParaRPr lang="en-US" sz="13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47688" y="4535424"/>
          <a:ext cx="484632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7033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버전 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코드·문서 변경을 버전별 분기로 이력화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 이력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수정 이력이 곧 설계 결정 이력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반입 범위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코드·문서만 내부망으로 반입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검증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수식 검산 · 전수 검증 · 통합 테스트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2" name="Shape 37"/>
          <p:cNvSpPr/>
          <p:nvPr/>
        </p:nvSpPr>
        <p:spPr>
          <a:xfrm>
            <a:off x="6647688" y="5925312"/>
            <a:ext cx="4846320" cy="347472"/>
          </a:xfrm>
          <a:prstGeom prst="roundRect">
            <a:avLst>
              <a:gd name="adj" fmla="val 15789"/>
            </a:avLst>
          </a:prstGeom>
          <a:solidFill>
            <a:srgbClr val="16305B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6647688" y="592531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자산을 반출하지 않고 AI 협업 체계 구축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망분리 환경에서의 AI 에이전트 활용 체계</dc:title>
  <dc:subject>PptxGenJS Presentation</dc:subject>
  <dc:creator>PptxGenJS</dc:creator>
  <cp:lastModifiedBy>PptxGenJS</cp:lastModifiedBy>
  <cp:revision>1</cp:revision>
  <dcterms:created xsi:type="dcterms:W3CDTF">2026-09-16T07:27:56Z</dcterms:created>
  <dcterms:modified xsi:type="dcterms:W3CDTF">2026-09-16T07:27:56Z</dcterms:modified>
</cp:coreProperties>
</file>