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내부망에서는 외부 AI를 직접 쓸 수 없으므로, 형상관리 저장소를 맥락 매개체로 삼아 코드와 문서만 주고받는 방식으로 운영했다. 저장소에 값의 결정 근거와 검증 상태를 남겨두기 때문에 매 세션 같은 설명을 반복하지 않고 이어서 작업할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에이전트 기반 개발환경 구축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망분리 환경에서의 AI 에이전트 활용 체계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2487168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제약 조건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1920240"/>
          <a:ext cx="484632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379476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현황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내부망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보안 정책상 외부 AI 직접 접속 불가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해석 환경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CAD·해석 프로그램과 원본 데이터는 내부망에만 존재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필요 사항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AI를 내부망에 들이지 않고 개발하는 방법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813816" y="3364992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반출·반입은 사내 보안 절차에 따라 수행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336792" y="1188720"/>
            <a:ext cx="5440680" cy="2487168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757416" y="13716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구조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6702552" y="182880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내부망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9308592" y="182880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(개발)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057132" y="1792224"/>
            <a:ext cx="0" cy="1572768"/>
          </a:xfrm>
          <a:prstGeom prst="line">
            <a:avLst/>
          </a:prstGeom>
          <a:noFill/>
          <a:ln w="12700">
            <a:solidFill>
              <a:srgbClr val="B9C4D2"/>
            </a:solidFill>
            <a:prstDash val="dash"/>
          </a:ln>
        </p:spPr>
      </p:sp>
      <p:sp>
        <p:nvSpPr>
          <p:cNvPr id="17" name="Shape 14"/>
          <p:cNvSpPr/>
          <p:nvPr/>
        </p:nvSpPr>
        <p:spPr>
          <a:xfrm>
            <a:off x="6702552" y="2066544"/>
            <a:ext cx="2103120" cy="475488"/>
          </a:xfrm>
          <a:prstGeom prst="roundRect">
            <a:avLst>
              <a:gd name="adj" fmla="val 13462"/>
            </a:avLst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702552" y="2066544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CAD · 해석 실행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9308592" y="2066544"/>
            <a:ext cx="2103120" cy="475488"/>
          </a:xfrm>
          <a:prstGeom prst="roundRect">
            <a:avLst>
              <a:gd name="adj" fmla="val 13462"/>
            </a:avLst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308592" y="2066544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에이전트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205472" y="2926080"/>
            <a:ext cx="370332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16305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205472" y="292608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형상관리 저장소 (GitHub)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7754112" y="2542032"/>
            <a:ext cx="0" cy="384048"/>
          </a:xfrm>
          <a:prstGeom prst="line">
            <a:avLst/>
          </a:prstGeom>
          <a:noFill/>
          <a:ln w="15875">
            <a:solidFill>
              <a:srgbClr val="16305B"/>
            </a:solidFill>
            <a:prstDash val="solid"/>
            <a:headEnd type="triangle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10360152" y="2542032"/>
            <a:ext cx="0" cy="384048"/>
          </a:xfrm>
          <a:prstGeom prst="line">
            <a:avLst/>
          </a:prstGeom>
          <a:noFill/>
          <a:ln w="15875">
            <a:solidFill>
              <a:srgbClr val="00A3C4"/>
            </a:solidFill>
            <a:prstDash val="solid"/>
            <a:headEnd type="triangle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7854696" y="2560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반출 / 반입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9445752" y="256032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읽기 / 반영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6647688" y="3438144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저장소를 매개로 맥락 전달 — AI는 내부망에 접속하지 않음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502920" y="3822192"/>
            <a:ext cx="5440680" cy="2487168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58952" y="4096512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23544" y="400507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맥락(Context) 구축 방법</a:t>
            </a:r>
            <a:endParaRPr lang="en-US" sz="13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4535424"/>
          <a:ext cx="484632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352044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 구성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담는 내용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설계 문서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설계변수·목적함수 정의, 값의 결정 근거, 검증 상태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작업 규칙 문서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임의 수정 금지 등 협업 규칙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형상·해석 자동화 모듈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 요약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파싱 후 정리된 해석 결과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2" name="Text 28"/>
          <p:cNvSpPr txBox="1"/>
          <p:nvPr/>
        </p:nvSpPr>
        <p:spPr>
          <a:xfrm>
            <a:off x="813816" y="596188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i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 세션 저장소를 읽어 이전 맥락을 그대로 이어받음 — 결정 근거가 사람과 AI 양쪽에 남음</a:t>
            </a:r>
            <a:endParaRPr lang="en-US" sz="900" dirty="0"/>
          </a:p>
        </p:txBody>
      </p:sp>
      <p:sp>
        <p:nvSpPr>
          <p:cNvPr id="33" name="Shape 29"/>
          <p:cNvSpPr/>
          <p:nvPr/>
        </p:nvSpPr>
        <p:spPr>
          <a:xfrm>
            <a:off x="6336792" y="3822192"/>
            <a:ext cx="5440680" cy="2487168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34" name="Shape 30"/>
          <p:cNvSpPr/>
          <p:nvPr/>
        </p:nvSpPr>
        <p:spPr>
          <a:xfrm>
            <a:off x="6592824" y="4096512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757416" y="400507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방식</a:t>
            </a:r>
            <a:endParaRPr lang="en-US" sz="1300" dirty="0"/>
          </a:p>
        </p:txBody>
      </p:sp>
      <p:graphicFrame>
        <p:nvGraphicFramePr>
          <p:cNvPr id="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47688" y="4535424"/>
          <a:ext cx="484632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37033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버전 관리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형상·변수 구성 변경을 버전별 분기로 이력화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변경 이력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수정 이력이 곧 설계 결정 이력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반출 범위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코드·문서 중심, 해석 원본 파일은 제외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검증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수식 검산 · 전수 검증 · 통합 테스트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Shape 32"/>
          <p:cNvSpPr/>
          <p:nvPr/>
        </p:nvSpPr>
        <p:spPr>
          <a:xfrm>
            <a:off x="6647688" y="5925312"/>
            <a:ext cx="4846320" cy="347472"/>
          </a:xfrm>
          <a:prstGeom prst="roundRect">
            <a:avLst>
              <a:gd name="adj" fmla="val 15789"/>
            </a:avLst>
          </a:prstGeom>
          <a:solidFill>
            <a:srgbClr val="16305B"/>
          </a:solidFill>
          <a:ln/>
        </p:spPr>
      </p:sp>
      <p:sp>
        <p:nvSpPr>
          <p:cNvPr id="38" name="Text 33"/>
          <p:cNvSpPr txBox="1"/>
          <p:nvPr/>
        </p:nvSpPr>
        <p:spPr>
          <a:xfrm>
            <a:off x="6647688" y="5925312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망분리 환경에서도 저장소를 매개로 AI 협업 체계 구축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망분리 환경에서의 AI 에이전트 활용 체계</dc:title>
  <dc:subject>PptxGenJS Presentation</dc:subject>
  <dc:creator>PptxGenJS</dc:creator>
  <cp:lastModifiedBy>PptxGenJS</cp:lastModifiedBy>
  <cp:revision>1</cp:revision>
  <dcterms:created xsi:type="dcterms:W3CDTF">2026-09-16T07:24:18Z</dcterms:created>
  <dcterms:modified xsi:type="dcterms:W3CDTF">2026-09-16T07:24:18Z</dcterms:modified>
</cp:coreProperties>
</file>