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왼쪽은 AI 에이전트에서 작업 브랜치를 연결하는 화면, 오른쪽은 그 결과가 저장소에 버전별 브랜치로 쌓이는 화면이다. 세션이 바뀌어도 저장소를 읽어 이전 맥락을 이어받기 때문에 같은 설명을 반복할 필요가 없고, 커밋 메시지가 설계 변경 사유로 남아 이력 추적이 가능하다. 화면에 보이는 설계 세부값은 마스킹 처리했다.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3F5F8"/>
        </a:solidFill>
      </p:bgPr>
    </p:bg>
    <p:spTree>
      <p:nvGrpSpPr>
        <p:cNvPr id="1" name=""/>
        <p:cNvGrpSpPr/>
        <p:nvPr/>
      </p:nvGrpSpPr>
      <p:grpSpPr>
        <a:xfrm>
          <a:off x="0" y="0"/>
          <a:ext cx="0" cy="0"/>
          <a:chOff x="0" y="0"/>
          <a:chExt cx="0" cy="0"/>
        </a:xfrm>
      </p:grpSpPr>
      <p:sp>
        <p:nvSpPr>
          <p:cNvPr id="2" name="Shape 0"/>
          <p:cNvSpPr/>
          <p:nvPr/>
        </p:nvSpPr>
        <p:spPr>
          <a:xfrm>
            <a:off x="502920" y="384048"/>
            <a:ext cx="475488" cy="475488"/>
          </a:xfrm>
          <a:prstGeom prst="rect">
            <a:avLst/>
          </a:prstGeom>
          <a:solidFill>
            <a:srgbClr val="16305B"/>
          </a:solidFill>
          <a:ln w="12700">
            <a:solidFill>
              <a:srgbClr val="16305B"/>
            </a:solidFill>
            <a:prstDash val="solid"/>
          </a:ln>
        </p:spPr>
      </p:sp>
      <p:sp>
        <p:nvSpPr>
          <p:cNvPr id="3" name="Text 1"/>
          <p:cNvSpPr txBox="1"/>
          <p:nvPr/>
        </p:nvSpPr>
        <p:spPr>
          <a:xfrm>
            <a:off x="502920" y="38404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01</a:t>
            </a:r>
            <a:endParaRPr lang="en-US" sz="1600" dirty="0"/>
          </a:p>
        </p:txBody>
      </p:sp>
      <p:sp>
        <p:nvSpPr>
          <p:cNvPr id="4" name="Text 2"/>
          <p:cNvSpPr txBox="1"/>
          <p:nvPr/>
        </p:nvSpPr>
        <p:spPr>
          <a:xfrm>
            <a:off x="1124712" y="365760"/>
            <a:ext cx="7315200" cy="237744"/>
          </a:xfrm>
          <a:prstGeom prst="rect">
            <a:avLst/>
          </a:prstGeom>
          <a:noFill/>
          <a:ln/>
        </p:spPr>
        <p:txBody>
          <a:bodyPr wrap="square" lIns="0" tIns="0" rIns="0" bIns="0" rtlCol="0" anchor="ctr"/>
          <a:lstStyle/>
          <a:p>
            <a:pPr indent="0" marL="0">
              <a:buNone/>
            </a:pPr>
            <a:r>
              <a:rPr lang="en-US" sz="1050" b="1" spc="100" kern="0" dirty="0">
                <a:solidFill>
                  <a:srgbClr val="00A3C4"/>
                </a:solidFill>
                <a:latin typeface="Malgun Gothic" pitchFamily="34" charset="0"/>
                <a:ea typeface="Malgun Gothic" pitchFamily="34" charset="-122"/>
                <a:cs typeface="Malgun Gothic" pitchFamily="34" charset="-120"/>
              </a:rPr>
              <a:t>AI 에이전트 기반 개발환경 구축</a:t>
            </a:r>
            <a:endParaRPr lang="en-US" sz="1050" dirty="0"/>
          </a:p>
        </p:txBody>
      </p:sp>
      <p:sp>
        <p:nvSpPr>
          <p:cNvPr id="5" name="Text 3"/>
          <p:cNvSpPr txBox="1"/>
          <p:nvPr/>
        </p:nvSpPr>
        <p:spPr>
          <a:xfrm>
            <a:off x="1124712" y="548640"/>
            <a:ext cx="10607040" cy="384048"/>
          </a:xfrm>
          <a:prstGeom prst="rect">
            <a:avLst/>
          </a:prstGeom>
          <a:noFill/>
          <a:ln/>
        </p:spPr>
        <p:txBody>
          <a:bodyPr wrap="square" lIns="0" tIns="0" rIns="0" bIns="0" rtlCol="0" anchor="ctr"/>
          <a:lstStyle/>
          <a:p>
            <a:pPr indent="0" marL="0">
              <a:buNone/>
            </a:pPr>
            <a:r>
              <a:rPr lang="en-US" sz="2200" b="1" dirty="0">
                <a:solidFill>
                  <a:srgbClr val="16305B"/>
                </a:solidFill>
                <a:latin typeface="Malgun Gothic" pitchFamily="34" charset="0"/>
                <a:ea typeface="Malgun Gothic" pitchFamily="34" charset="-122"/>
                <a:cs typeface="Malgun Gothic" pitchFamily="34" charset="-120"/>
              </a:rPr>
              <a:t>저장소 기반 개발환경 구성</a:t>
            </a:r>
            <a:endParaRPr lang="en-US" sz="2200" dirty="0"/>
          </a:p>
        </p:txBody>
      </p:sp>
      <p:sp>
        <p:nvSpPr>
          <p:cNvPr id="6" name="Shape 4"/>
          <p:cNvSpPr/>
          <p:nvPr/>
        </p:nvSpPr>
        <p:spPr>
          <a:xfrm>
            <a:off x="502920" y="1097280"/>
            <a:ext cx="274320" cy="274320"/>
          </a:xfrm>
          <a:prstGeom prst="ellipse">
            <a:avLst/>
          </a:prstGeom>
          <a:solidFill>
            <a:srgbClr val="00A3C4"/>
          </a:solidFill>
          <a:ln w="12700">
            <a:solidFill>
              <a:srgbClr val="00A3C4"/>
            </a:solidFill>
            <a:prstDash val="solid"/>
          </a:ln>
        </p:spPr>
      </p:sp>
      <p:sp>
        <p:nvSpPr>
          <p:cNvPr id="7" name="Text 5"/>
          <p:cNvSpPr txBox="1"/>
          <p:nvPr/>
        </p:nvSpPr>
        <p:spPr>
          <a:xfrm>
            <a:off x="502920" y="109728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①</a:t>
            </a:r>
            <a:endParaRPr lang="en-US" sz="1100" dirty="0"/>
          </a:p>
        </p:txBody>
      </p:sp>
      <p:sp>
        <p:nvSpPr>
          <p:cNvPr id="8" name="Text 6"/>
          <p:cNvSpPr txBox="1"/>
          <p:nvPr/>
        </p:nvSpPr>
        <p:spPr>
          <a:xfrm>
            <a:off x="886968" y="1078992"/>
            <a:ext cx="4873752" cy="310896"/>
          </a:xfrm>
          <a:prstGeom prst="rect">
            <a:avLst/>
          </a:prstGeom>
          <a:noFill/>
          <a:ln/>
        </p:spPr>
        <p:txBody>
          <a:bodyPr wrap="square" lIns="0" tIns="0" rIns="0" bIns="0" rtlCol="0" anchor="ctr"/>
          <a:lstStyle/>
          <a:p>
            <a:pPr indent="0" marL="0">
              <a:buNone/>
            </a:pPr>
            <a:r>
              <a:rPr lang="en-US" sz="1300" b="1" dirty="0">
                <a:solidFill>
                  <a:srgbClr val="16305B"/>
                </a:solidFill>
                <a:latin typeface="Malgun Gothic" pitchFamily="34" charset="0"/>
                <a:ea typeface="Malgun Gothic" pitchFamily="34" charset="-122"/>
                <a:cs typeface="Malgun Gothic" pitchFamily="34" charset="-120"/>
              </a:rPr>
              <a:t>AI 에이전트 — 작업 브랜치 연결</a:t>
            </a:r>
            <a:endParaRPr lang="en-US" sz="1300" dirty="0"/>
          </a:p>
        </p:txBody>
      </p:sp>
      <p:sp>
        <p:nvSpPr>
          <p:cNvPr id="9" name="Shape 7"/>
          <p:cNvSpPr/>
          <p:nvPr/>
        </p:nvSpPr>
        <p:spPr>
          <a:xfrm>
            <a:off x="502920" y="1517904"/>
            <a:ext cx="5257800" cy="3127248"/>
          </a:xfrm>
          <a:prstGeom prst="roundRect">
            <a:avLst>
              <a:gd name="adj" fmla="val 1462"/>
            </a:avLst>
          </a:prstGeom>
          <a:solidFill>
            <a:srgbClr val="FFFFFF"/>
          </a:solidFill>
          <a:ln w="12700">
            <a:solidFill>
              <a:srgbClr val="C3CDDA"/>
            </a:solidFill>
            <a:prstDash val="dash"/>
          </a:ln>
          <a:effectLst>
            <a:outerShdw sx="100000" sy="100000" kx="0" ky="0" algn="bl" rotWithShape="0" blurRad="101600" dist="12700" dir="5400000">
              <a:srgbClr val="9AA8BC">
                <a:alpha val="18000"/>
              </a:srgbClr>
            </a:outerShdw>
          </a:effectLst>
        </p:spPr>
      </p:sp>
      <p:sp>
        <p:nvSpPr>
          <p:cNvPr id="10" name="Text 8"/>
          <p:cNvSpPr txBox="1"/>
          <p:nvPr/>
        </p:nvSpPr>
        <p:spPr>
          <a:xfrm>
            <a:off x="502920" y="2807208"/>
            <a:ext cx="5257800" cy="365760"/>
          </a:xfrm>
          <a:prstGeom prst="rect">
            <a:avLst/>
          </a:prstGeom>
          <a:noFill/>
          <a:ln/>
        </p:spPr>
        <p:txBody>
          <a:bodyPr wrap="square" lIns="0" tIns="0" rIns="0" bIns="0" rtlCol="0" anchor="ctr"/>
          <a:lstStyle/>
          <a:p>
            <a:pPr algn="ctr" indent="0" marL="0">
              <a:buNone/>
            </a:pPr>
            <a:r>
              <a:rPr lang="en-US" sz="1200" b="1" dirty="0">
                <a:solidFill>
                  <a:srgbClr val="AAB6C6"/>
                </a:solidFill>
                <a:latin typeface="Malgun Gothic" pitchFamily="34" charset="0"/>
                <a:ea typeface="Malgun Gothic" pitchFamily="34" charset="-122"/>
                <a:cs typeface="Malgun Gothic" pitchFamily="34" charset="-120"/>
              </a:rPr>
              <a:t>①  화면 캡처 삽입 영역</a:t>
            </a:r>
            <a:endParaRPr lang="en-US" sz="1200" dirty="0"/>
          </a:p>
        </p:txBody>
      </p:sp>
      <p:sp>
        <p:nvSpPr>
          <p:cNvPr id="11" name="Text 9"/>
          <p:cNvSpPr txBox="1"/>
          <p:nvPr/>
        </p:nvSpPr>
        <p:spPr>
          <a:xfrm>
            <a:off x="502920" y="3136392"/>
            <a:ext cx="5257800" cy="274320"/>
          </a:xfrm>
          <a:prstGeom prst="rect">
            <a:avLst/>
          </a:prstGeom>
          <a:noFill/>
          <a:ln/>
        </p:spPr>
        <p:txBody>
          <a:bodyPr wrap="square" lIns="0" tIns="0" rIns="0" bIns="0" rtlCol="0" anchor="ctr"/>
          <a:lstStyle/>
          <a:p>
            <a:pPr algn="ctr" indent="0" marL="0">
              <a:buNone/>
            </a:pPr>
            <a:r>
              <a:rPr lang="en-US" sz="900" dirty="0">
                <a:solidFill>
                  <a:srgbClr val="C3CDDA"/>
                </a:solidFill>
                <a:latin typeface="Malgun Gothic" pitchFamily="34" charset="0"/>
                <a:ea typeface="Malgun Gothic" pitchFamily="34" charset="-122"/>
                <a:cs typeface="Malgun Gothic" pitchFamily="34" charset="-120"/>
              </a:rPr>
              <a:t>(프레임에 맞춰 캡처 이미지로 교체)</a:t>
            </a:r>
            <a:endParaRPr lang="en-US" sz="900" dirty="0"/>
          </a:p>
        </p:txBody>
      </p:sp>
      <p:sp>
        <p:nvSpPr>
          <p:cNvPr id="12" name="Shape 10"/>
          <p:cNvSpPr/>
          <p:nvPr/>
        </p:nvSpPr>
        <p:spPr>
          <a:xfrm>
            <a:off x="6428232" y="1097280"/>
            <a:ext cx="274320" cy="274320"/>
          </a:xfrm>
          <a:prstGeom prst="ellipse">
            <a:avLst/>
          </a:prstGeom>
          <a:solidFill>
            <a:srgbClr val="16305B"/>
          </a:solidFill>
          <a:ln w="12700">
            <a:solidFill>
              <a:srgbClr val="16305B"/>
            </a:solidFill>
            <a:prstDash val="solid"/>
          </a:ln>
        </p:spPr>
      </p:sp>
      <p:sp>
        <p:nvSpPr>
          <p:cNvPr id="13" name="Text 11"/>
          <p:cNvSpPr txBox="1"/>
          <p:nvPr/>
        </p:nvSpPr>
        <p:spPr>
          <a:xfrm>
            <a:off x="6428232" y="109728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②</a:t>
            </a:r>
            <a:endParaRPr lang="en-US" sz="1100" dirty="0"/>
          </a:p>
        </p:txBody>
      </p:sp>
      <p:sp>
        <p:nvSpPr>
          <p:cNvPr id="14" name="Text 12"/>
          <p:cNvSpPr txBox="1"/>
          <p:nvPr/>
        </p:nvSpPr>
        <p:spPr>
          <a:xfrm>
            <a:off x="6812280" y="1078992"/>
            <a:ext cx="4873752" cy="310896"/>
          </a:xfrm>
          <a:prstGeom prst="rect">
            <a:avLst/>
          </a:prstGeom>
          <a:noFill/>
          <a:ln/>
        </p:spPr>
        <p:txBody>
          <a:bodyPr wrap="square" lIns="0" tIns="0" rIns="0" bIns="0" rtlCol="0" anchor="ctr"/>
          <a:lstStyle/>
          <a:p>
            <a:pPr indent="0" marL="0">
              <a:buNone/>
            </a:pPr>
            <a:r>
              <a:rPr lang="en-US" sz="1300" b="1" dirty="0">
                <a:solidFill>
                  <a:srgbClr val="16305B"/>
                </a:solidFill>
                <a:latin typeface="Malgun Gothic" pitchFamily="34" charset="0"/>
                <a:ea typeface="Malgun Gothic" pitchFamily="34" charset="-122"/>
                <a:cs typeface="Malgun Gothic" pitchFamily="34" charset="-120"/>
              </a:rPr>
              <a:t>저장소 — 버전별 브랜치로 저장</a:t>
            </a:r>
            <a:endParaRPr lang="en-US" sz="1300" dirty="0"/>
          </a:p>
        </p:txBody>
      </p:sp>
      <p:sp>
        <p:nvSpPr>
          <p:cNvPr id="15" name="Shape 13"/>
          <p:cNvSpPr/>
          <p:nvPr/>
        </p:nvSpPr>
        <p:spPr>
          <a:xfrm>
            <a:off x="6428232" y="1517904"/>
            <a:ext cx="5257800" cy="3127248"/>
          </a:xfrm>
          <a:prstGeom prst="roundRect">
            <a:avLst>
              <a:gd name="adj" fmla="val 1462"/>
            </a:avLst>
          </a:prstGeom>
          <a:solidFill>
            <a:srgbClr val="FFFFFF"/>
          </a:solidFill>
          <a:ln w="12700">
            <a:solidFill>
              <a:srgbClr val="C3CDDA"/>
            </a:solidFill>
            <a:prstDash val="dash"/>
          </a:ln>
          <a:effectLst>
            <a:outerShdw sx="100000" sy="100000" kx="0" ky="0" algn="bl" rotWithShape="0" blurRad="101600" dist="12700" dir="5400000">
              <a:srgbClr val="9AA8BC">
                <a:alpha val="18000"/>
              </a:srgbClr>
            </a:outerShdw>
          </a:effectLst>
        </p:spPr>
      </p:sp>
      <p:sp>
        <p:nvSpPr>
          <p:cNvPr id="16" name="Text 14"/>
          <p:cNvSpPr txBox="1"/>
          <p:nvPr/>
        </p:nvSpPr>
        <p:spPr>
          <a:xfrm>
            <a:off x="6428232" y="2807208"/>
            <a:ext cx="5257800" cy="365760"/>
          </a:xfrm>
          <a:prstGeom prst="rect">
            <a:avLst/>
          </a:prstGeom>
          <a:noFill/>
          <a:ln/>
        </p:spPr>
        <p:txBody>
          <a:bodyPr wrap="square" lIns="0" tIns="0" rIns="0" bIns="0" rtlCol="0" anchor="ctr"/>
          <a:lstStyle/>
          <a:p>
            <a:pPr algn="ctr" indent="0" marL="0">
              <a:buNone/>
            </a:pPr>
            <a:r>
              <a:rPr lang="en-US" sz="1200" b="1" dirty="0">
                <a:solidFill>
                  <a:srgbClr val="AAB6C6"/>
                </a:solidFill>
                <a:latin typeface="Malgun Gothic" pitchFamily="34" charset="0"/>
                <a:ea typeface="Malgun Gothic" pitchFamily="34" charset="-122"/>
                <a:cs typeface="Malgun Gothic" pitchFamily="34" charset="-120"/>
              </a:rPr>
              <a:t>②  화면 캡처 삽입 영역</a:t>
            </a:r>
            <a:endParaRPr lang="en-US" sz="1200" dirty="0"/>
          </a:p>
        </p:txBody>
      </p:sp>
      <p:sp>
        <p:nvSpPr>
          <p:cNvPr id="17" name="Text 15"/>
          <p:cNvSpPr txBox="1"/>
          <p:nvPr/>
        </p:nvSpPr>
        <p:spPr>
          <a:xfrm>
            <a:off x="6428232" y="3136392"/>
            <a:ext cx="5257800" cy="274320"/>
          </a:xfrm>
          <a:prstGeom prst="rect">
            <a:avLst/>
          </a:prstGeom>
          <a:noFill/>
          <a:ln/>
        </p:spPr>
        <p:txBody>
          <a:bodyPr wrap="square" lIns="0" tIns="0" rIns="0" bIns="0" rtlCol="0" anchor="ctr"/>
          <a:lstStyle/>
          <a:p>
            <a:pPr algn="ctr" indent="0" marL="0">
              <a:buNone/>
            </a:pPr>
            <a:r>
              <a:rPr lang="en-US" sz="900" dirty="0">
                <a:solidFill>
                  <a:srgbClr val="C3CDDA"/>
                </a:solidFill>
                <a:latin typeface="Malgun Gothic" pitchFamily="34" charset="0"/>
                <a:ea typeface="Malgun Gothic" pitchFamily="34" charset="-122"/>
                <a:cs typeface="Malgun Gothic" pitchFamily="34" charset="-120"/>
              </a:rPr>
              <a:t>(프레임에 맞춰 캡처 이미지로 교체)</a:t>
            </a:r>
            <a:endParaRPr lang="en-US" sz="900" dirty="0"/>
          </a:p>
        </p:txBody>
      </p:sp>
      <p:sp>
        <p:nvSpPr>
          <p:cNvPr id="18" name="Shape 16"/>
          <p:cNvSpPr/>
          <p:nvPr/>
        </p:nvSpPr>
        <p:spPr>
          <a:xfrm>
            <a:off x="5852160" y="3081528"/>
            <a:ext cx="502920" cy="0"/>
          </a:xfrm>
          <a:prstGeom prst="line">
            <a:avLst/>
          </a:prstGeom>
          <a:noFill/>
          <a:ln w="19050">
            <a:solidFill>
              <a:srgbClr val="16305B"/>
            </a:solidFill>
            <a:prstDash val="solid"/>
            <a:tailEnd type="triangle"/>
          </a:ln>
        </p:spPr>
      </p:sp>
      <p:sp>
        <p:nvSpPr>
          <p:cNvPr id="19" name="Text 17"/>
          <p:cNvSpPr txBox="1"/>
          <p:nvPr/>
        </p:nvSpPr>
        <p:spPr>
          <a:xfrm>
            <a:off x="5742432" y="2770632"/>
            <a:ext cx="731520" cy="237744"/>
          </a:xfrm>
          <a:prstGeom prst="rect">
            <a:avLst/>
          </a:prstGeom>
          <a:noFill/>
          <a:ln/>
        </p:spPr>
        <p:txBody>
          <a:bodyPr wrap="square" lIns="0" tIns="0" rIns="0" bIns="0" rtlCol="0" anchor="ctr"/>
          <a:lstStyle/>
          <a:p>
            <a:pPr algn="ctr" indent="0" marL="0">
              <a:buNone/>
            </a:pPr>
            <a:r>
              <a:rPr lang="en-US" sz="900" b="1" dirty="0">
                <a:solidFill>
                  <a:srgbClr val="16305B"/>
                </a:solidFill>
                <a:latin typeface="Malgun Gothic" pitchFamily="34" charset="0"/>
                <a:ea typeface="Malgun Gothic" pitchFamily="34" charset="-122"/>
                <a:cs typeface="Malgun Gothic" pitchFamily="34" charset="-120"/>
              </a:rPr>
              <a:t>저장</a:t>
            </a:r>
            <a:endParaRPr lang="en-US" sz="900" dirty="0"/>
          </a:p>
        </p:txBody>
      </p:sp>
      <p:sp>
        <p:nvSpPr>
          <p:cNvPr id="20" name="Text 18"/>
          <p:cNvSpPr txBox="1"/>
          <p:nvPr/>
        </p:nvSpPr>
        <p:spPr>
          <a:xfrm>
            <a:off x="539496" y="4773168"/>
            <a:ext cx="5184648" cy="621792"/>
          </a:xfrm>
          <a:prstGeom prst="rect">
            <a:avLst/>
          </a:prstGeom>
          <a:noFill/>
          <a:ln/>
        </p:spPr>
        <p:txBody>
          <a:bodyPr wrap="square" lIns="0" tIns="0" rIns="0" bIns="0" rtlCol="0" anchor="ctr"/>
          <a:lstStyle/>
          <a:p>
            <a:pPr indent="0" marL="0">
              <a:lnSpc>
                <a:spcPct val="125000"/>
              </a:lnSpc>
              <a:buNone/>
            </a:pPr>
            <a:r>
              <a:rPr lang="en-US" sz="1000" dirty="0">
                <a:solidFill>
                  <a:srgbClr val="1C2733"/>
                </a:solidFill>
                <a:latin typeface="Malgun Gothic" pitchFamily="34" charset="0"/>
                <a:ea typeface="Malgun Gothic" pitchFamily="34" charset="-122"/>
                <a:cs typeface="Malgun Gothic" pitchFamily="34" charset="-120"/>
              </a:rPr>
              <a:t>세션 시작 시 저장소의 지정 브랜치를 연결</a:t>
            </a:r>
            <a:endParaRPr lang="en-US" sz="1000" dirty="0"/>
          </a:p>
          <a:p>
            <a:pPr indent="0" marL="0">
              <a:lnSpc>
                <a:spcPct val="125000"/>
              </a:lnSpc>
              <a:buNone/>
            </a:pPr>
            <a:r>
              <a:rPr lang="en-US" sz="1000" dirty="0">
                <a:solidFill>
                  <a:srgbClr val="1C2733"/>
                </a:solidFill>
                <a:latin typeface="Malgun Gothic" pitchFamily="34" charset="0"/>
                <a:ea typeface="Malgun Gothic" pitchFamily="34" charset="-122"/>
                <a:cs typeface="Malgun Gothic" pitchFamily="34" charset="-120"/>
              </a:rPr>
              <a:t>→ 이전 작업 맥락을 그대로 이어받아 코드 작성</a:t>
            </a:r>
            <a:endParaRPr lang="en-US" sz="1000" dirty="0"/>
          </a:p>
        </p:txBody>
      </p:sp>
      <p:sp>
        <p:nvSpPr>
          <p:cNvPr id="21" name="Text 19"/>
          <p:cNvSpPr txBox="1"/>
          <p:nvPr/>
        </p:nvSpPr>
        <p:spPr>
          <a:xfrm>
            <a:off x="6464808" y="4773168"/>
            <a:ext cx="5184648" cy="621792"/>
          </a:xfrm>
          <a:prstGeom prst="rect">
            <a:avLst/>
          </a:prstGeom>
          <a:noFill/>
          <a:ln/>
        </p:spPr>
        <p:txBody>
          <a:bodyPr wrap="square" lIns="0" tIns="0" rIns="0" bIns="0" rtlCol="0" anchor="ctr"/>
          <a:lstStyle/>
          <a:p>
            <a:pPr indent="0" marL="0">
              <a:lnSpc>
                <a:spcPct val="125000"/>
              </a:lnSpc>
              <a:buNone/>
            </a:pPr>
            <a:r>
              <a:rPr lang="en-US" sz="1000" dirty="0">
                <a:solidFill>
                  <a:srgbClr val="1C2733"/>
                </a:solidFill>
                <a:latin typeface="Malgun Gothic" pitchFamily="34" charset="0"/>
                <a:ea typeface="Malgun Gothic" pitchFamily="34" charset="-122"/>
                <a:cs typeface="Malgun Gothic" pitchFamily="34" charset="-120"/>
              </a:rPr>
              <a:t>작성된 코드·문서가 해당 브랜치에 반영</a:t>
            </a:r>
            <a:endParaRPr lang="en-US" sz="1000" dirty="0"/>
          </a:p>
          <a:p>
            <a:pPr indent="0" marL="0">
              <a:lnSpc>
                <a:spcPct val="125000"/>
              </a:lnSpc>
              <a:buNone/>
            </a:pPr>
            <a:r>
              <a:rPr lang="en-US" sz="1000" dirty="0">
                <a:solidFill>
                  <a:srgbClr val="1C2733"/>
                </a:solidFill>
                <a:latin typeface="Malgun Gothic" pitchFamily="34" charset="0"/>
                <a:ea typeface="Malgun Gothic" pitchFamily="34" charset="-122"/>
                <a:cs typeface="Malgun Gothic" pitchFamily="34" charset="-120"/>
              </a:rPr>
              <a:t>→ 형상·변수 구성 변경이 버전별로 축적</a:t>
            </a:r>
            <a:endParaRPr lang="en-US" sz="1000" dirty="0"/>
          </a:p>
        </p:txBody>
      </p:sp>
      <p:sp>
        <p:nvSpPr>
          <p:cNvPr id="22" name="Shape 20"/>
          <p:cNvSpPr/>
          <p:nvPr/>
        </p:nvSpPr>
        <p:spPr>
          <a:xfrm>
            <a:off x="502920" y="5541264"/>
            <a:ext cx="11183112" cy="841248"/>
          </a:xfrm>
          <a:prstGeom prst="roundRect">
            <a:avLst>
              <a:gd name="adj" fmla="val 6522"/>
            </a:avLst>
          </a:prstGeom>
          <a:solidFill>
            <a:srgbClr val="FFFFFF"/>
          </a:solidFill>
          <a:ln w="9525">
            <a:solidFill>
              <a:srgbClr val="DDE3EB"/>
            </a:solidFill>
            <a:prstDash val="solid"/>
          </a:ln>
          <a:effectLst>
            <a:outerShdw sx="100000" sy="100000" kx="0" ky="0" algn="bl" rotWithShape="0" blurRad="101600" dist="12700" dir="5400000">
              <a:srgbClr val="9AA8BC">
                <a:alpha val="18000"/>
              </a:srgbClr>
            </a:outerShdw>
          </a:effectLst>
        </p:spPr>
      </p:sp>
      <p:sp>
        <p:nvSpPr>
          <p:cNvPr id="23" name="Shape 21"/>
          <p:cNvSpPr/>
          <p:nvPr/>
        </p:nvSpPr>
        <p:spPr>
          <a:xfrm>
            <a:off x="832104" y="5724144"/>
            <a:ext cx="64008" cy="164592"/>
          </a:xfrm>
          <a:prstGeom prst="rect">
            <a:avLst/>
          </a:prstGeom>
          <a:solidFill>
            <a:srgbClr val="00A3C4"/>
          </a:solidFill>
          <a:ln w="12700">
            <a:solidFill>
              <a:srgbClr val="00A3C4"/>
            </a:solidFill>
            <a:prstDash val="solid"/>
          </a:ln>
        </p:spPr>
      </p:sp>
      <p:sp>
        <p:nvSpPr>
          <p:cNvPr id="24" name="Text 22"/>
          <p:cNvSpPr txBox="1"/>
          <p:nvPr/>
        </p:nvSpPr>
        <p:spPr>
          <a:xfrm>
            <a:off x="978408" y="5669280"/>
            <a:ext cx="3291840" cy="256032"/>
          </a:xfrm>
          <a:prstGeom prst="rect">
            <a:avLst/>
          </a:prstGeom>
          <a:noFill/>
          <a:ln/>
        </p:spPr>
        <p:txBody>
          <a:bodyPr wrap="square" lIns="0" tIns="0" rIns="0" bIns="0" rtlCol="0" anchor="ctr"/>
          <a:lstStyle/>
          <a:p>
            <a:pPr indent="0" marL="0">
              <a:buNone/>
            </a:pPr>
            <a:r>
              <a:rPr lang="en-US" sz="1050" b="1" dirty="0">
                <a:solidFill>
                  <a:srgbClr val="16305B"/>
                </a:solidFill>
                <a:latin typeface="Malgun Gothic" pitchFamily="34" charset="0"/>
                <a:ea typeface="Malgun Gothic" pitchFamily="34" charset="-122"/>
                <a:cs typeface="Malgun Gothic" pitchFamily="34" charset="-120"/>
              </a:rPr>
              <a:t>작업 단위 = 브랜치</a:t>
            </a:r>
            <a:endParaRPr lang="en-US" sz="1050" dirty="0"/>
          </a:p>
        </p:txBody>
      </p:sp>
      <p:sp>
        <p:nvSpPr>
          <p:cNvPr id="25" name="Text 23"/>
          <p:cNvSpPr txBox="1"/>
          <p:nvPr/>
        </p:nvSpPr>
        <p:spPr>
          <a:xfrm>
            <a:off x="978408" y="5943600"/>
            <a:ext cx="3291840" cy="310896"/>
          </a:xfrm>
          <a:prstGeom prst="rect">
            <a:avLst/>
          </a:prstGeom>
          <a:noFill/>
          <a:ln/>
        </p:spPr>
        <p:txBody>
          <a:bodyPr wrap="square" lIns="0" tIns="0" rIns="0" bIns="0" rtlCol="0" anchor="ctr"/>
          <a:lstStyle/>
          <a:p>
            <a:pPr indent="0" marL="0">
              <a:buNone/>
            </a:pPr>
            <a:r>
              <a:rPr lang="en-US" sz="950" dirty="0">
                <a:solidFill>
                  <a:srgbClr val="6B7A8F"/>
                </a:solidFill>
                <a:latin typeface="Malgun Gothic" pitchFamily="34" charset="0"/>
                <a:ea typeface="Malgun Gothic" pitchFamily="34" charset="-122"/>
                <a:cs typeface="Malgun Gothic" pitchFamily="34" charset="-120"/>
              </a:rPr>
              <a:t>형상·변수 구성이 바뀔 때마다 분기하여 관리</a:t>
            </a:r>
            <a:endParaRPr lang="en-US" sz="950" dirty="0"/>
          </a:p>
        </p:txBody>
      </p:sp>
      <p:sp>
        <p:nvSpPr>
          <p:cNvPr id="26" name="Shape 24"/>
          <p:cNvSpPr/>
          <p:nvPr/>
        </p:nvSpPr>
        <p:spPr>
          <a:xfrm>
            <a:off x="4489704" y="5724144"/>
            <a:ext cx="64008" cy="164592"/>
          </a:xfrm>
          <a:prstGeom prst="rect">
            <a:avLst/>
          </a:prstGeom>
          <a:solidFill>
            <a:srgbClr val="00A3C4"/>
          </a:solidFill>
          <a:ln w="12700">
            <a:solidFill>
              <a:srgbClr val="00A3C4"/>
            </a:solidFill>
            <a:prstDash val="solid"/>
          </a:ln>
        </p:spPr>
      </p:sp>
      <p:sp>
        <p:nvSpPr>
          <p:cNvPr id="27" name="Text 25"/>
          <p:cNvSpPr txBox="1"/>
          <p:nvPr/>
        </p:nvSpPr>
        <p:spPr>
          <a:xfrm>
            <a:off x="4636008" y="5669280"/>
            <a:ext cx="3291840" cy="256032"/>
          </a:xfrm>
          <a:prstGeom prst="rect">
            <a:avLst/>
          </a:prstGeom>
          <a:noFill/>
          <a:ln/>
        </p:spPr>
        <p:txBody>
          <a:bodyPr wrap="square" lIns="0" tIns="0" rIns="0" bIns="0" rtlCol="0" anchor="ctr"/>
          <a:lstStyle/>
          <a:p>
            <a:pPr indent="0" marL="0">
              <a:buNone/>
            </a:pPr>
            <a:r>
              <a:rPr lang="en-US" sz="1050" b="1" dirty="0">
                <a:solidFill>
                  <a:srgbClr val="16305B"/>
                </a:solidFill>
                <a:latin typeface="Malgun Gothic" pitchFamily="34" charset="0"/>
                <a:ea typeface="Malgun Gothic" pitchFamily="34" charset="-122"/>
                <a:cs typeface="Malgun Gothic" pitchFamily="34" charset="-120"/>
              </a:rPr>
              <a:t>맥락 유지</a:t>
            </a:r>
            <a:endParaRPr lang="en-US" sz="1050" dirty="0"/>
          </a:p>
        </p:txBody>
      </p:sp>
      <p:sp>
        <p:nvSpPr>
          <p:cNvPr id="28" name="Text 26"/>
          <p:cNvSpPr txBox="1"/>
          <p:nvPr/>
        </p:nvSpPr>
        <p:spPr>
          <a:xfrm>
            <a:off x="4636008" y="5943600"/>
            <a:ext cx="3291840" cy="310896"/>
          </a:xfrm>
          <a:prstGeom prst="rect">
            <a:avLst/>
          </a:prstGeom>
          <a:noFill/>
          <a:ln/>
        </p:spPr>
        <p:txBody>
          <a:bodyPr wrap="square" lIns="0" tIns="0" rIns="0" bIns="0" rtlCol="0" anchor="ctr"/>
          <a:lstStyle/>
          <a:p>
            <a:pPr indent="0" marL="0">
              <a:buNone/>
            </a:pPr>
            <a:r>
              <a:rPr lang="en-US" sz="950" dirty="0">
                <a:solidFill>
                  <a:srgbClr val="6B7A8F"/>
                </a:solidFill>
                <a:latin typeface="Malgun Gothic" pitchFamily="34" charset="0"/>
                <a:ea typeface="Malgun Gothic" pitchFamily="34" charset="-122"/>
                <a:cs typeface="Malgun Gothic" pitchFamily="34" charset="-120"/>
              </a:rPr>
              <a:t>세션이 바뀌어도 저장소를 읽어 이어서 작업</a:t>
            </a:r>
            <a:endParaRPr lang="en-US" sz="950" dirty="0"/>
          </a:p>
        </p:txBody>
      </p:sp>
      <p:sp>
        <p:nvSpPr>
          <p:cNvPr id="29" name="Shape 27"/>
          <p:cNvSpPr/>
          <p:nvPr/>
        </p:nvSpPr>
        <p:spPr>
          <a:xfrm>
            <a:off x="8147304" y="5724144"/>
            <a:ext cx="64008" cy="164592"/>
          </a:xfrm>
          <a:prstGeom prst="rect">
            <a:avLst/>
          </a:prstGeom>
          <a:solidFill>
            <a:srgbClr val="00A3C4"/>
          </a:solidFill>
          <a:ln w="12700">
            <a:solidFill>
              <a:srgbClr val="00A3C4"/>
            </a:solidFill>
            <a:prstDash val="solid"/>
          </a:ln>
        </p:spPr>
      </p:sp>
      <p:sp>
        <p:nvSpPr>
          <p:cNvPr id="30" name="Text 28"/>
          <p:cNvSpPr txBox="1"/>
          <p:nvPr/>
        </p:nvSpPr>
        <p:spPr>
          <a:xfrm>
            <a:off x="8293608" y="5669280"/>
            <a:ext cx="3291840" cy="256032"/>
          </a:xfrm>
          <a:prstGeom prst="rect">
            <a:avLst/>
          </a:prstGeom>
          <a:noFill/>
          <a:ln/>
        </p:spPr>
        <p:txBody>
          <a:bodyPr wrap="square" lIns="0" tIns="0" rIns="0" bIns="0" rtlCol="0" anchor="ctr"/>
          <a:lstStyle/>
          <a:p>
            <a:pPr indent="0" marL="0">
              <a:buNone/>
            </a:pPr>
            <a:r>
              <a:rPr lang="en-US" sz="1050" b="1" dirty="0">
                <a:solidFill>
                  <a:srgbClr val="16305B"/>
                </a:solidFill>
                <a:latin typeface="Malgun Gothic" pitchFamily="34" charset="0"/>
                <a:ea typeface="Malgun Gothic" pitchFamily="34" charset="-122"/>
                <a:cs typeface="Malgun Gothic" pitchFamily="34" charset="-120"/>
              </a:rPr>
              <a:t>이력 = 근거</a:t>
            </a:r>
            <a:endParaRPr lang="en-US" sz="1050" dirty="0"/>
          </a:p>
        </p:txBody>
      </p:sp>
      <p:sp>
        <p:nvSpPr>
          <p:cNvPr id="31" name="Text 29"/>
          <p:cNvSpPr txBox="1"/>
          <p:nvPr/>
        </p:nvSpPr>
        <p:spPr>
          <a:xfrm>
            <a:off x="8293608" y="5943600"/>
            <a:ext cx="3291840" cy="310896"/>
          </a:xfrm>
          <a:prstGeom prst="rect">
            <a:avLst/>
          </a:prstGeom>
          <a:noFill/>
          <a:ln/>
        </p:spPr>
        <p:txBody>
          <a:bodyPr wrap="square" lIns="0" tIns="0" rIns="0" bIns="0" rtlCol="0" anchor="ctr"/>
          <a:lstStyle/>
          <a:p>
            <a:pPr indent="0" marL="0">
              <a:buNone/>
            </a:pPr>
            <a:r>
              <a:rPr lang="en-US" sz="950" dirty="0">
                <a:solidFill>
                  <a:srgbClr val="6B7A8F"/>
                </a:solidFill>
                <a:latin typeface="Malgun Gothic" pitchFamily="34" charset="0"/>
                <a:ea typeface="Malgun Gothic" pitchFamily="34" charset="-122"/>
                <a:cs typeface="Malgun Gothic" pitchFamily="34" charset="-120"/>
              </a:rPr>
              <a:t>커밋 메시지가 곧 설계 변경 사유로 남음</a:t>
            </a:r>
            <a:endParaRPr lang="en-US" sz="950" dirty="0"/>
          </a:p>
        </p:txBody>
      </p:sp>
      <p:sp>
        <p:nvSpPr>
          <p:cNvPr id="32" name="Text 30"/>
          <p:cNvSpPr txBox="1"/>
          <p:nvPr/>
        </p:nvSpPr>
        <p:spPr>
          <a:xfrm>
            <a:off x="502920" y="6419088"/>
            <a:ext cx="5486400" cy="237744"/>
          </a:xfrm>
          <a:prstGeom prst="rect">
            <a:avLst/>
          </a:prstGeom>
          <a:noFill/>
          <a:ln/>
        </p:spPr>
        <p:txBody>
          <a:bodyPr wrap="square" lIns="0" tIns="0" rIns="0" bIns="0" rtlCol="0" anchor="ctr"/>
          <a:lstStyle/>
          <a:p>
            <a:pPr indent="0" marL="0">
              <a:buNone/>
            </a:pPr>
            <a:r>
              <a:rPr lang="en-US" sz="850" i="1" dirty="0">
                <a:solidFill>
                  <a:srgbClr val="6B7A8F"/>
                </a:solidFill>
                <a:latin typeface="Malgun Gothic" pitchFamily="34" charset="0"/>
                <a:ea typeface="Malgun Gothic" pitchFamily="34" charset="-122"/>
                <a:cs typeface="Malgun Gothic" pitchFamily="34" charset="-120"/>
              </a:rPr>
              <a:t>※ 화면 내 설계 세부값은 마스킹 처리</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저장소 기반 개발환경 구성</dc:title>
  <dc:subject>PptxGenJS Presentation</dc:subject>
  <dc:creator>PptxGenJS</dc:creator>
  <cp:lastModifiedBy>PptxGenJS</cp:lastModifiedBy>
  <cp:revision>1</cp:revision>
  <dcterms:created xsi:type="dcterms:W3CDTF">2026-09-28T02:48:48Z</dcterms:created>
  <dcterms:modified xsi:type="dcterms:W3CDTF">2026-09-28T02:48:48Z</dcterms:modified>
</cp:coreProperties>
</file>