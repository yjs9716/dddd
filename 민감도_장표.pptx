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GPR 모델로 Sobol 지수를 계산해 변수별 민감도를 봤습니다. 왼쪽 표는 총효과 지수로, 변수가 혼자 내는 효과와 다른 변수와 얽혀서 내는 효과를 합친 전체 영향입니다. 1차 핀 개수는 차압·최고온도·1차 균일도를, 2차 핀 개수는 온도편차·2차 균일도를 좌우합니다. 오른쪽은 교호작용 비율로, 온도나 분기비는 대부분 변수 하나씩의 효과로 설명되지만 균일도는 13~19%가 변수끼리 얽혀서 생깁니다. 이런 복잡한 영역은 80점으로는 아직 데이터가 부족해서, 차월에는 불확실성이 큰 영역에 해석을 추가하는 적응 샘플링을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대리모델 구축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민감도 및 교호작용  —  Sobol 지수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64008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민감도  —  총효과 지수 ST (%)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92224"/>
          <a:ext cx="58521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646611"/>
                <a:gridCol w="646611"/>
                <a:gridCol w="646611"/>
                <a:gridCol w="646611"/>
                <a:gridCol w="646611"/>
                <a:gridCol w="646611"/>
                <a:gridCol w="646611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설계변수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온도편차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최고온도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균일도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균일도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유로 두께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입구 두께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0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B9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유로 두께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입구 두께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A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두께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5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F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BB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핀 개수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F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5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B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B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두께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B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A8B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핀 개수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82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9B3C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7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BC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77240" y="4617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 = 그 변수가 응답 변동에 미치는 전체 영향 (혼자 내는 효과 + 다른 변수와 얽힌 효과) · 색 칸 = 5% 이상 · GPR 모델로 계산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0" y="1188720"/>
            <a:ext cx="4553712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883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529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교호작용 비율  —  1 − ΣS1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1737360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변동 중 변수끼리 얽혀서 생기는 부분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206654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차압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275320" y="2112264"/>
            <a:ext cx="2587752" cy="14630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5320" y="2112264"/>
            <a:ext cx="962644" cy="146304"/>
          </a:xfrm>
          <a:prstGeom prst="rect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08792" y="20665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7%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23682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온도편차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75320" y="2414016"/>
            <a:ext cx="2587752" cy="14630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75320" y="2414016"/>
            <a:ext cx="331232" cy="146304"/>
          </a:xfrm>
          <a:prstGeom prst="rect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08792" y="23682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3%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26700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최고온도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275320" y="2715768"/>
            <a:ext cx="2587752" cy="14630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75320" y="2715768"/>
            <a:ext cx="459326" cy="146304"/>
          </a:xfrm>
          <a:prstGeom prst="rect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908792" y="26700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4%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406640" y="29718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균일도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275320" y="3017520"/>
            <a:ext cx="2587752" cy="14630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75320" y="3017520"/>
            <a:ext cx="1635459" cy="146304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908792" y="29718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13%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406640" y="327355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균일도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275320" y="3319272"/>
            <a:ext cx="2587752" cy="14630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75320" y="3319272"/>
            <a:ext cx="2414373" cy="146304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908792" y="32735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19%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7406640" y="35753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분기비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275320" y="3621024"/>
            <a:ext cx="2587752" cy="14630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75320" y="3621024"/>
            <a:ext cx="504612" cy="146304"/>
          </a:xfrm>
          <a:prstGeom prst="rect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908792" y="3575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4%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7406640" y="38770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중량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275320" y="3922776"/>
            <a:ext cx="2587752" cy="14630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75320" y="3922776"/>
            <a:ext cx="905713" cy="146304"/>
          </a:xfrm>
          <a:prstGeom prst="rect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908792" y="38770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7%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406640" y="4279392"/>
            <a:ext cx="4005072" cy="914400"/>
          </a:xfrm>
          <a:prstGeom prst="roundRect">
            <a:avLst>
              <a:gd name="adj" fmla="val 6000"/>
            </a:avLst>
          </a:prstGeom>
          <a:solidFill>
            <a:srgbClr val="E8F6FA"/>
          </a:solidFill>
          <a:ln w="9525">
            <a:solidFill>
              <a:srgbClr val="00A3C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34656" y="42793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2차 균일도 — 분기 입구 두께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7% → 얽힌 효과 포함 18%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변수를 하나씩 조정해서는 최적점을 찾기 어려움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02920" y="5541264"/>
            <a:ext cx="111831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321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784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개수가 성능을 좌우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9784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핀 → 차압 · 1차 균일도  /  2차 핀 → 2차 균일도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4897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6360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균일도는 교호작용이 큼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46360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13% · 2차 19% → 변수 조합까지 함께 봐야 함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8147304" y="5724144"/>
            <a:ext cx="64008" cy="164592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93608" y="5669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차월 — 적응 샘플링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8293608" y="5943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80점으로는 데이터 부족 → 불확실성 큰 영역에 해석 추가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형상 생성부터 설계최적화까지</dc:title>
  <dc:subject>PptxGenJS Presentation</dc:subject>
  <dc:creator>학습조직</dc:creator>
  <cp:lastModifiedBy>학습조직</cp:lastModifiedBy>
  <cp:revision>1</cp:revision>
  <dcterms:created xsi:type="dcterms:W3CDTF">2026-10-26T07:24:41Z</dcterms:created>
  <dcterms:modified xsi:type="dcterms:W3CDTF">2026-10-26T07:24:41Z</dcterms:modified>
</cp:coreProperties>
</file>