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변수별 민감도는 GPR 대리모델로 설계 약 16만 개의 성능을 예측하고, 변수를 하나씩 바꿨을 때 결과가 얼마나 변하는지 비교해서 계산했습니다. 응답 변동을 변수별 기여율로 나눴는데, 변수 하나만으로 생기는 단독 기여율과 다른 변수와의 교호작용 기여율을 합친 것이 총 기여율입니다. 왼쪽 표가 총 기여율로, 1차 핀 개수는 차압과 1차 균일도를, 2차 핀 개수는 2차 균일도를 좌우합니다. 오른쪽은 응답별 교호작용 기여율로, 온도나 분기비는 작지만 균일도는 13~19%로 큽니다. 온도편차는 3%라 거의 변수 하나씩의 효과로 설명되지만, 2차 균일도는 19%라 변동의 약 5분의 1이 변수 조합에서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및 교호작용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1389888"/>
            <a:ext cx="292608" cy="292608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대리모델로 설계 약 16만 개 예측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대신 GPR로 계산 — 수십 초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3990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34256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0560" y="1389888"/>
            <a:ext cx="292608" cy="292608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82896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하나씩만 바꿔 결과 비교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변수 때문에 결과가 얼마나 변하는지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54696" y="13990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65592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11896" y="1389888"/>
            <a:ext cx="292608" cy="292608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11896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714232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변동을 변수별 기여율(%)로 분해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기여율 + 교호작용 기여율 = 총 기여율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084832"/>
            <a:ext cx="64008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58952" y="235915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3544" y="22677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 —  총 기여율 (%)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688336"/>
          <a:ext cx="5852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46611"/>
                <a:gridCol w="646611"/>
                <a:gridCol w="646611"/>
                <a:gridCol w="646611"/>
                <a:gridCol w="646611"/>
                <a:gridCol w="646611"/>
                <a:gridCol w="646611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D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D6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B4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B9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4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1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A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B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B5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CF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9BB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F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85A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B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9FB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CB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A8B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7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29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97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BC0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777240" y="523951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기여율 = 단독 기여율 + 교호작용 기여율 · 색 칸 = 2% 이상 (선별 기준과 동일) · 분산 기반 민감도 분석 (Sobol 지수)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132320" y="2084832"/>
            <a:ext cx="4553712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7388352" y="235915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552944" y="22677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 기여율 (%)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406640" y="2633472"/>
            <a:ext cx="4005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응답별 · 모든 변수의 교호작용을 합친 비율</a:t>
            </a:r>
            <a:endParaRPr lang="en-US" sz="860" dirty="0"/>
          </a:p>
        </p:txBody>
      </p:sp>
      <p:sp>
        <p:nvSpPr>
          <p:cNvPr id="29" name="Text 26"/>
          <p:cNvSpPr txBox="1"/>
          <p:nvPr/>
        </p:nvSpPr>
        <p:spPr>
          <a:xfrm>
            <a:off x="7406640" y="292608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8275320" y="297180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275320" y="2971800"/>
            <a:ext cx="962644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08792" y="29260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7406640" y="32004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275320" y="324612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275320" y="3246120"/>
            <a:ext cx="331232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0908792" y="32004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3%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7406640" y="347472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8275320" y="352044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275320" y="3520440"/>
            <a:ext cx="459326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908792" y="34747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7406640" y="374904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275320" y="379476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275320" y="3794760"/>
            <a:ext cx="1635459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908792" y="374904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7406640" y="402336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8275320" y="406908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275320" y="4069080"/>
            <a:ext cx="2414373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908792" y="40233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7406640" y="429768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275320" y="434340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275320" y="4343400"/>
            <a:ext cx="504612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908792" y="42976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00" dirty="0"/>
          </a:p>
        </p:txBody>
      </p:sp>
      <p:sp>
        <p:nvSpPr>
          <p:cNvPr id="53" name="Text 50"/>
          <p:cNvSpPr txBox="1"/>
          <p:nvPr/>
        </p:nvSpPr>
        <p:spPr>
          <a:xfrm>
            <a:off x="7406640" y="45720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8275320" y="461772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275320" y="4617720"/>
            <a:ext cx="905713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10908792" y="45720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7406640" y="4901184"/>
            <a:ext cx="4005072" cy="731520"/>
          </a:xfrm>
          <a:prstGeom prst="roundRect">
            <a:avLst>
              <a:gd name="adj" fmla="val 75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7534656" y="4901184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 3% → 거의 변수 하나씩의 효과로 설명됨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 19% → 변동의 약 1/5이 변수 조합에서 생김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균일도는 변수를 하나씩 조정해서는 최적점을 찾기 어려움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502920" y="5870448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77240" y="587044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성능을 좌우</a:t>
            </a:r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1차 핀 → 차압 · 1차 균일도  /  2차 핀 → 2차 균일도          </a:t>
            </a:r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교호작용이 큼</a:t>
            </a:r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1차 13% · 2차 19% → 변수 조합까지 함께 봐야 함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</dc:title>
  <dc:subject>PptxGenJS Presentation</dc:subject>
  <dc:creator>학습조직</dc:creator>
  <cp:lastModifiedBy>학습조직</cp:lastModifiedBy>
  <cp:revision>1</cp:revision>
  <dcterms:created xsi:type="dcterms:W3CDTF">2026-10-27T02:21:17Z</dcterms:created>
  <dcterms:modified xsi:type="dcterms:W3CDTF">2026-10-27T02:21:17Z</dcterms:modified>
</cp:coreProperties>
</file>