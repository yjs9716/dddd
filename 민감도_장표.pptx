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변수별 민감도는 이렇게 계산했습니다. 먼저 GPR 대리모델로 설계 약 16만 개의 성능을 예측하고, 변수를 하나씩만 바꾼 설계끼리 결과를 비교해서, 응답이 변하는 몫을 변수별 퍼센트로 나눴습니다. 왼쪽 표의 숫자는 그 변수가 혼자 또는 다른 변수와 얽혀서 관여한 몫입니다. 1차 핀 개수는 차압과 1차 균일도를, 2차 핀 개수는 2차 균일도를 좌우합니다. 오른쪽은 변수 하나로는 설명되지 않고 변수끼리 얽혀서 생긴 몫으로, 온도나 분기비는 작지만 균일도는 13~19%로 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36576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00A3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대리모델 구축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1124712" y="54864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및 교호작용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02920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9224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대리모델로 설계 약 16만 개 예측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대신 GPR로 계산 — 수십 초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34256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80560" y="1389888"/>
            <a:ext cx="292608" cy="292608"/>
          </a:xfrm>
          <a:prstGeom prst="ellipse">
            <a:avLst/>
          </a:prstGeom>
          <a:solidFill>
            <a:srgbClr val="16305B"/>
          </a:solidFill>
          <a:ln w="12700">
            <a:solidFill>
              <a:srgbClr val="16305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80560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82896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 하나씩만 바꿔 결과 비교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변수 때문에 결과가 얼마나 변하는지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854696" y="139903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65592" y="1143000"/>
            <a:ext cx="3520440" cy="786384"/>
          </a:xfrm>
          <a:prstGeom prst="roundRect">
            <a:avLst>
              <a:gd name="adj" fmla="val 6977"/>
            </a:avLst>
          </a:prstGeom>
          <a:solidFill>
            <a:srgbClr val="16305B"/>
          </a:solidFill>
          <a:ln w="9525">
            <a:solidFill>
              <a:srgbClr val="16305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11896" y="1389888"/>
            <a:ext cx="292608" cy="292608"/>
          </a:xfrm>
          <a:prstGeom prst="ellipse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11896" y="1389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14232" y="1143000"/>
            <a:ext cx="2880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변동을 변수별 몫(%)으로 나눔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60" dirty="0">
                <a:solidFill>
                  <a:srgbClr val="CFE0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관여한 몫 = 민감도 · 얽힌 몫 = 교호작용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2084832"/>
            <a:ext cx="64008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589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235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변수별 민감도 (%)  —  혼자 + 얽힌 효과 포함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688336"/>
          <a:ext cx="58521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46611"/>
                <a:gridCol w="646611"/>
                <a:gridCol w="646611"/>
                <a:gridCol w="646611"/>
                <a:gridCol w="646611"/>
                <a:gridCol w="646611"/>
                <a:gridCol w="646611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설계변수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온도편차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최고온도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균일도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입구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D6E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B4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B9C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4A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유로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1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입구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E0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E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DE2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AB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B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B5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CFD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9BB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3F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85A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47B9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99FB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두께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CB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4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A8B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2차 핀 개수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DA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7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39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829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9B3C1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87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97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305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ABC0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 txBox="1"/>
          <p:nvPr/>
        </p:nvSpPr>
        <p:spPr>
          <a:xfrm>
            <a:off x="777240" y="5239512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= 응답 변동 중 그 변수가 관여한 몫 · 색 칸 = 2% 이상 (선별 기준과 동일) · 분산 기반 민감도 분석 (Sobol 지수)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132320" y="2084832"/>
            <a:ext cx="4553712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  <a:effectLst>
            <a:outerShdw sx="100000" sy="100000" kx="0" ky="0" algn="bl" rotWithShape="0" blurRad="101600" dist="12700" dir="5400000">
              <a:srgbClr val="9AA8BC">
                <a:alpha val="1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388352" y="2359152"/>
            <a:ext cx="82296" cy="182880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552944" y="226771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교호작용 비율 (%)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633472"/>
            <a:ext cx="4005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변동 중 변수 하나로는 설명 안 되고 얽혀서 생긴 몫</a:t>
            </a:r>
            <a:endParaRPr lang="en-US" sz="86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29260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차압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8275320" y="29718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275320" y="2971800"/>
            <a:ext cx="962644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08792" y="29260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7406640" y="32004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온도편차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8275320" y="32461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75320" y="3246120"/>
            <a:ext cx="33123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908792" y="32004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7406640" y="347472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최고온도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8275320" y="352044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275320" y="3520440"/>
            <a:ext cx="459326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908792" y="34747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41" name="Text 38"/>
          <p:cNvSpPr txBox="1"/>
          <p:nvPr/>
        </p:nvSpPr>
        <p:spPr>
          <a:xfrm>
            <a:off x="7406640" y="374904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균일도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275320" y="379476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75320" y="3794760"/>
            <a:ext cx="1635459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908792" y="374904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13%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406640" y="402336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 균일도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8275320" y="406908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8275320" y="4069080"/>
            <a:ext cx="2414373" cy="146304"/>
          </a:xfrm>
          <a:prstGeom prst="rect">
            <a:avLst/>
          </a:prstGeom>
          <a:solidFill>
            <a:srgbClr val="00A3C4"/>
          </a:solidFill>
          <a:ln w="12700">
            <a:solidFill>
              <a:srgbClr val="00A3C4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908792" y="402336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7406640" y="429768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분기비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275320" y="434340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275320" y="4343400"/>
            <a:ext cx="504612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908792" y="429768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7406640" y="45720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중량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8275320" y="4617720"/>
            <a:ext cx="2587752" cy="146304"/>
          </a:xfrm>
          <a:prstGeom prst="rect">
            <a:avLst/>
          </a:prstGeom>
          <a:solidFill>
            <a:srgbClr val="F0F3F7"/>
          </a:solidFill>
          <a:ln w="12700">
            <a:solidFill>
              <a:srgbClr val="F0F3F7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275320" y="4617720"/>
            <a:ext cx="905713" cy="146304"/>
          </a:xfrm>
          <a:prstGeom prst="rect">
            <a:avLst/>
          </a:prstGeom>
          <a:solidFill>
            <a:srgbClr val="9FB0C6"/>
          </a:solidFill>
          <a:ln w="12700">
            <a:solidFill>
              <a:srgbClr val="9FB0C6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908792" y="457200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7%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7406640" y="4901184"/>
            <a:ext cx="4005072" cy="731520"/>
          </a:xfrm>
          <a:prstGeom prst="roundRect">
            <a:avLst>
              <a:gd name="adj" fmla="val 7500"/>
            </a:avLst>
          </a:prstGeom>
          <a:solidFill>
            <a:srgbClr val="E8F6FA"/>
          </a:solidFill>
          <a:ln w="9525">
            <a:solidFill>
              <a:srgbClr val="00A3C4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7534656" y="4901184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예) 2차 균일도 — 분기 입구 두께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b="1" dirty="0">
                <a:solidFill>
                  <a:srgbClr val="0088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7% → 얽힌 효과 포함 18%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1C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변수를 하나씩 조정해서는 최적점을 찾기 어려움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502920" y="5870448"/>
            <a:ext cx="11183112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9525">
            <a:solidFill>
              <a:srgbClr val="DDE3EB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777240" y="5870448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 개수가 성능을 좌우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핀 → 차압 · 1차 균일도  /  2차 핀 → 2차 균일도          </a:t>
            </a:r>
            <a:pPr indent="0" marL="0">
              <a:buNone/>
            </a:pPr>
            <a:r>
              <a:rPr lang="en-US" sz="950" b="1" dirty="0">
                <a:solidFill>
                  <a:srgbClr val="1630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균일도는 교호작용이 큼</a:t>
            </a:r>
            <a:pPr indent="0" marL="0">
              <a:buNone/>
            </a:pPr>
            <a:r>
              <a:rPr lang="en-US" sz="9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1차 13% · 2차 19% → 변수 조합까지 함께 봐야 함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형상 생성부터 설계최적화까지</dc:title>
  <dc:subject>PptxGenJS Presentation</dc:subject>
  <dc:creator>학습조직</dc:creator>
  <cp:lastModifiedBy>학습조직</cp:lastModifiedBy>
  <cp:revision>1</cp:revision>
  <dcterms:created xsi:type="dcterms:W3CDTF">2026-10-26T08:07:00Z</dcterms:created>
  <dcterms:modified xsi:type="dcterms:W3CDTF">2026-10-26T08:07:00Z</dcterms:modified>
</cp:coreProperties>
</file>