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GPR 모델로 Sobol 지수를 계산해 변수별 민감도를 봤습니다. 왼쪽 표는 총효과 지수로, 변수가 혼자 내는 효과와 다른 변수와 얽혀서 내는 효과를 합친 전체 영향입니다. 1차 핀 개수는 차압·최고온도·1차 균일도를, 2차 핀 개수는 온도편차·2차 균일도를 좌우합니다. 오른쪽은 교호작용 비율로, 온도나 분기비는 대부분 변수 하나씩의 효과로 설명되지만 균일도는 13~19%가 변수끼리 얽혀서 생깁니다. 이런 복잡한 영역은 80점으로는 아직 데이터가 부족해서, 차월에는 불확실성이 큰 영역에 해석을 추가하는 적응 샘플링을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  —  Sobol 지수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4008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 —  총효과 지수 ST (%)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92224"/>
          <a:ext cx="5852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6611"/>
                <a:gridCol w="646611"/>
                <a:gridCol w="646611"/>
                <a:gridCol w="646611"/>
                <a:gridCol w="646611"/>
                <a:gridCol w="646611"/>
                <a:gridCol w="646611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B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B9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4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1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A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B5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CF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9BB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F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5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B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CB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7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2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97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BC0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77240" y="46177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 = 그 변수가 응답 변동에 미치는 전체 영향 (혼자 내는 효과 + 다른 변수와 얽힌 효과) · 색 칸 = 2% 이상 (선별 기준과 동일) · GPR 모델로 계산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7132320" y="1188720"/>
            <a:ext cx="45537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3883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529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비율  —  1 − ΣS1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1737360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변수끼리 얽혀서 생기는 부분</a:t>
            </a:r>
            <a:endParaRPr lang="en-US" sz="860" dirty="0"/>
          </a:p>
        </p:txBody>
      </p:sp>
      <p:sp>
        <p:nvSpPr>
          <p:cNvPr id="15" name="Text 12"/>
          <p:cNvSpPr txBox="1"/>
          <p:nvPr/>
        </p:nvSpPr>
        <p:spPr>
          <a:xfrm>
            <a:off x="7406640" y="20665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275320" y="2112264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75320" y="2112264"/>
            <a:ext cx="962644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08792" y="206654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236829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275320" y="2414016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75320" y="2414016"/>
            <a:ext cx="33123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08792" y="236829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267004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275320" y="2715768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75320" y="2715768"/>
            <a:ext cx="459326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908792" y="26700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7406640" y="29718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8275320" y="30175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75320" y="3017520"/>
            <a:ext cx="1635459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908792" y="29718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7406640" y="327355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275320" y="3319272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75320" y="3319272"/>
            <a:ext cx="241437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908792" y="32735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7406640" y="35753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8275320" y="3621024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275320" y="3621024"/>
            <a:ext cx="50461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908792" y="3575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7406640" y="38770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275320" y="3922776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75320" y="3922776"/>
            <a:ext cx="905713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908792" y="38770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406640" y="4279392"/>
            <a:ext cx="4005072" cy="914400"/>
          </a:xfrm>
          <a:prstGeom prst="roundRect">
            <a:avLst>
              <a:gd name="adj" fmla="val 60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534656" y="427939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7% → 얽힌 효과 포함 18%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변수를 하나씩 조정해서는 최적점을 찾기 어려움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→ 차압 · 1차 균일도  /  2차 핀 → 2차 균일도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13% · 2차 19% → 변수 조합까지 함께 봐야 함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— 적응 샘플링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80점으로는 데이터 부족 → 불확실성 큰 영역에 해석 추가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2026-10-26T07:44:37Z</dcterms:created>
  <dcterms:modified xsi:type="dcterms:W3CDTF">2026-10-26T07:44:37Z</dcterms:modified>
</cp:coreProperties>
</file>