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GPR 대리모델로 설계 약 16만 개의 성능을 예측하고, 변수를 하나씩 바꿨을 때 결과가 얼마나 변하는지 비교해서 계산했습니다. 응답 변동을 변수별 기여율로 나눴는데, 변수 하나만으로 생기는 단독 기여율과 다른 변수와의 교호작용 기여율을 합친 것이 총 기여율입니다. 왼쪽 표가 총 기여율로, 1차 핀 개수는 차압과 1차 균일도를, 2차 핀 개수는 2차 균일도를 좌우합니다. 오른쪽은 응답별 교호작용 기여율로, 온도나 분기비는 작지만 균일도는 13~19%로 큽니다. 예를 들어 분기 입구 두께는 2차 균일도에 단독으로는 7%지만 교호작용까지 합치면 18%입니다.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기여율(%)로 분해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+ 교호작용 기여율 = 총 기여율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 기여율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기여율 = 단독 기여율 + 교호작용 기여율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기여율 (%)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63347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변수 간 교호작용이 차지하는 비율</a:t>
            </a:r>
            <a:endParaRPr lang="en-US" sz="86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29260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275320" y="29718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75320" y="2971800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08792" y="2926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32004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275320" y="32461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75320" y="3246120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908792" y="32004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406640" y="34747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275320" y="352044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275320" y="3520440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908792" y="3474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37490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75320" y="379476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75320" y="379476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908792" y="3749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406640" y="40233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275320" y="406908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75320" y="4069080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908792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2976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75320" y="43434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275320" y="4343400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908792" y="42976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7406640" y="45720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75320" y="46177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75320" y="4617720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908792" y="45720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06640" y="4901184"/>
            <a:ext cx="4005072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534656" y="49011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7% → 총 기여율 18%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하나씩 조정해서는 최적점을 찾기 어려움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2026-10-27T02:05:15Z</dcterms:created>
  <dcterms:modified xsi:type="dcterms:W3CDTF">2026-10-27T02:05:15Z</dcterms:modified>
</cp:coreProperties>
</file>