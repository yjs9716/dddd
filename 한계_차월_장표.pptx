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80점으로 만든 모델은 대부분 응답에서 정확하지만, 2차 균일도는 교차검증 R²가 0.893으로 가장 낮고, 예측 불확실성도 응답 변동폭의 43%로 가장 큽니다. 설계공간의 17%는 불확실성이 변동폭의 절반을 넘습니다. 2차 균일도는 변수끼리 얽힌 효과가 19%로 가장 커서 복잡하게 변하는데, 8차원 공간에 80점이면 새 설계에서 가장 가까운 해석점이 보통 범위의 절반쯤 떨어져 있어 이런 변화를 다 담지 못합니다. 그래서 차월에는 균일하게 점을 더 뽑는 대신, GPR 불확실성이 큰 지점만 골라 해석을 추가하는 적응 샘플링으로 모델을 보강합니다.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대리모델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차월 계획  —  데이터 보강 필요성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80점으로는 부족한 근거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10512"/>
          <a:ext cx="48463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균일도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응답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예측 정확도 (교차검증 R²)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0.956 ~ 1.000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예측 불확실성 (2σ ÷ 응답 변동폭)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~ 30%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불확실성 큰 영역 비율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설계공간 17%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~ 2%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교호작용 비율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~ 13%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13816" y="388620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38862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8차원 공간에 80점 — 데이터가 성김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설계에서 가장 가까운 해석점까지 거리가 보통 각 변수 범위의 약 절반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변수끼리 얽혀 복잡하게 변하는 응답(2차 균일도)일수록 점이 더 필요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336792" y="11887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차월 계획  —  적응 샘플링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47688" y="1828800"/>
            <a:ext cx="4846320" cy="749808"/>
          </a:xfrm>
          <a:prstGeom prst="roundRect">
            <a:avLst>
              <a:gd name="adj" fmla="val 7317"/>
            </a:avLst>
          </a:prstGeom>
          <a:solidFill>
            <a:srgbClr val="F7F9FC"/>
          </a:solidFill>
          <a:ln w="9525">
            <a:solidFill>
              <a:srgbClr val="B9C7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93992" y="18288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균일하게 더 뽑으면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정확한 영역까지 해석 → 해석 시간 낭비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47688" y="2697480"/>
            <a:ext cx="4846320" cy="749808"/>
          </a:xfrm>
          <a:prstGeom prst="roundRect">
            <a:avLst>
              <a:gd name="adj" fmla="val 7317"/>
            </a:avLst>
          </a:prstGeom>
          <a:solidFill>
            <a:srgbClr val="E8F6FA"/>
          </a:solidFill>
          <a:ln w="9525">
            <a:solidFill>
              <a:srgbClr val="00A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93992" y="26974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 샘플링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GPR 불확실성(σ)이 가장 큰 지점만 골라 해석 추가 → 모델 갱신 → 반복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647688" y="37033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647688" y="3977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 최적화 — 보강된 대리모델 위에서 파레토 최적해 탐색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최적안 재해석으로 예측 검증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사업 AI 열해석 자동화 적용 가능성 검토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5541264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21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84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균일도가 가장 부족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784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최저 · 불확실성 최대 · 교호작용 최대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4897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360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데이터 밀도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6360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8차원에 80점 → 복잡한 응답을 다 담지 못함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473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936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곳만 보강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2936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 큰 지점에 해석 추가 (적응 샘플링)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형상 생성부터 설계최적화까지</dc:title>
  <dc:subject>PptxGenJS Presentation</dc:subject>
  <dc:creator>학습조직</dc:creator>
  <cp:lastModifiedBy>학습조직</cp:lastModifiedBy>
  <cp:revision>1</cp:revision>
  <dcterms:created xsi:type="dcterms:W3CDTF">2026-10-26T07:28:13Z</dcterms:created>
  <dcterms:modified xsi:type="dcterms:W3CDTF">2026-10-26T07:28:13Z</dcterms:modified>
</cp:coreProperties>
</file>